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6" r:id="rId2"/>
    <p:sldId id="264" r:id="rId3"/>
    <p:sldId id="277" r:id="rId4"/>
    <p:sldId id="259" r:id="rId5"/>
    <p:sldId id="26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1" autoAdjust="0"/>
    <p:restoredTop sz="94660"/>
  </p:normalViewPr>
  <p:slideViewPr>
    <p:cSldViewPr snapToGrid="0">
      <p:cViewPr varScale="1">
        <p:scale>
          <a:sx n="86" d="100"/>
          <a:sy n="86" d="100"/>
        </p:scale>
        <p:origin x="84" y="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373949541165399E-2"/>
          <c:y val="0.24462424153592199"/>
          <c:w val="0.85125210091766901"/>
          <c:h val="0.5107515169281550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explosion val="3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70B-4EB1-A220-79B46064CE18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70B-4EB1-A220-79B46064CE18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70B-4EB1-A220-79B46064CE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25DAA9-BB10-4A91-BE06-846B42C7E3BB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DF3A7-CFEC-47BE-B933-836B1547B5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325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DF2F6-6F15-4802-9278-4C9CED3FC9C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884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DF2F6-6F15-4802-9278-4C9CED3FC9C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066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5D0908-BF37-4014-9C4F-C587AF9797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3979CE4-3F2D-4739-9ED6-671C5DD11C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FB7B0F-DB3D-4434-BA3A-C6E70A42E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E966-B8C8-4075-B0F0-CC4334053A3A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0749C8-77D1-4B29-AA0E-FDA2FEC11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18EEF1-6C8F-4628-8ACF-C2F92BFBB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846E-74CC-4A2F-8A48-2CA5520D26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394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91217F-47F9-4C15-A29E-D149E36D0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BC99A1-1AFD-490D-8613-251694247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872B85-50C7-440D-B4B7-9D0928FC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E966-B8C8-4075-B0F0-CC4334053A3A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585E7A-67F9-4562-9C7F-CC23703C2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CBBF9E-9B0E-4ACD-B771-2A046B2D1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846E-74CC-4A2F-8A48-2CA5520D26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453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4BAD69-FE3B-46BE-81CC-26B2EA8FE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FD6921-8069-4739-AED7-DD79F199B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31CBA4-F1B1-46A3-B70F-11AD2CB4A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E966-B8C8-4075-B0F0-CC4334053A3A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8D6086-6839-4755-896F-E03F2EF5A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1ED2FD-C1F5-45EE-8000-B30954040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846E-74CC-4A2F-8A48-2CA5520D26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249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6C3D2-6007-41FF-B171-BB39CBE4A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7E429F-E017-4648-86F4-DA3F2A3B6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D4906A-217F-4A49-8784-92F12792B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9F2E80-35CA-40E0-8CB0-F406F1E7B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E966-B8C8-4075-B0F0-CC4334053A3A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3A1163-15C9-49F4-B113-1437DE88C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FD2314-1D3E-40DB-825D-E0D8C8087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846E-74CC-4A2F-8A48-2CA5520D26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97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94414F-CD29-4380-BCC6-BA1BE09E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152C52-B196-47D6-8FA1-86CD46B0E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CBB6BE-F08D-40E5-8F6F-EEE6F5132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D43D2CD-2812-45A9-8316-84104CD3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FC2824-5DBE-486A-B0A2-B7CA035C6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4E5397C-22AB-48CC-AF1D-01E22E660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E966-B8C8-4075-B0F0-CC4334053A3A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33B027C-6E18-480E-848A-1B7CABB5A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666667-B166-412D-A144-E9F494947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846E-74CC-4A2F-8A48-2CA5520D26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533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D5FC2A-BA7A-4370-8D43-6865D0A2A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520BBB-2BE0-438A-B974-B57CA2E61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E966-B8C8-4075-B0F0-CC4334053A3A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7EB82B-26F7-4AE1-981A-2348C159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CE8F15-8FBF-4C39-A341-1446684FA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846E-74CC-4A2F-8A48-2CA5520D26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08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72E9A79-838E-43E2-89CD-156B859E0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E966-B8C8-4075-B0F0-CC4334053A3A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C095D74-AE99-4FAD-9208-C8DD8CA71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77E3F0-C72F-462A-93D1-B23A30C4F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846E-74CC-4A2F-8A48-2CA5520D26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863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FF8795-F31D-424F-B830-CE1EA21C3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5A7595-21F4-4C86-A04B-ADDDC96D8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44D11D-B482-4143-A041-16B08510E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D89AF5-7B52-46C5-A131-5842B4268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E966-B8C8-4075-B0F0-CC4334053A3A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F7A087-EA60-4CB2-B21A-DCC33FC32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EECA90-463B-4F75-9E35-89D48E4F1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846E-74CC-4A2F-8A48-2CA5520D26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459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CB1D65-E6DE-4879-AB14-74BE0B701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FDA8706-B583-4A0F-93BF-1B1D4A5B92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E35001-DEAE-487E-9577-494AD30C9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5686E6-9FDE-4867-BB57-0F3B0A374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E966-B8C8-4075-B0F0-CC4334053A3A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A489D6-D9F3-450C-97B8-DB6CCC122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05183A-FAD7-40D4-B76F-B172E22F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846E-74CC-4A2F-8A48-2CA5520D26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34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F33A17-3B0C-48B0-A74B-F2AC32289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E5DBD8-98CB-4336-ABE6-9C427F459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B376CB-8666-423A-8924-7A13D9EED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E966-B8C8-4075-B0F0-CC4334053A3A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794A64-7D53-49E6-98BB-EEFCB33C2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F273EF-FB4E-42DC-B8E6-6B43649F2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846E-74CC-4A2F-8A48-2CA5520D26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82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B62096B-6A8D-4BDE-99D2-75B4642C55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745783-6B94-4BC8-BD11-5329DB5A7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E5F133-29AA-4852-826B-44971FB4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E966-B8C8-4075-B0F0-CC4334053A3A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2A2984-3CE6-4473-9F77-C01D702D3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518FB0-185B-4C84-8E35-E4B10048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846E-74CC-4A2F-8A48-2CA5520D26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059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5B90A92-B2D6-4714-A170-DD4C081EDC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885" t="26806" r="8885" b="2680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743297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CDA67F9-4576-4BBA-BB2C-66ECB1CB945F}"/>
              </a:ext>
            </a:extLst>
          </p:cNvPr>
          <p:cNvSpPr/>
          <p:nvPr userDrawn="1"/>
        </p:nvSpPr>
        <p:spPr>
          <a:xfrm>
            <a:off x="334964" y="368300"/>
            <a:ext cx="11522074" cy="6121399"/>
          </a:xfrm>
          <a:prstGeom prst="rect">
            <a:avLst/>
          </a:prstGeom>
          <a:noFill/>
          <a:ln w="254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9F2B70-F094-4C6A-AFF1-CCA968C62AE7}"/>
              </a:ext>
            </a:extLst>
          </p:cNvPr>
          <p:cNvSpPr/>
          <p:nvPr userDrawn="1"/>
        </p:nvSpPr>
        <p:spPr>
          <a:xfrm>
            <a:off x="334961" y="368299"/>
            <a:ext cx="599103" cy="599103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61296D-636C-407C-8351-9C87E9764741}"/>
              </a:ext>
            </a:extLst>
          </p:cNvPr>
          <p:cNvSpPr/>
          <p:nvPr userDrawn="1"/>
        </p:nvSpPr>
        <p:spPr>
          <a:xfrm>
            <a:off x="934064" y="374968"/>
            <a:ext cx="10922974" cy="592434"/>
          </a:xfrm>
          <a:prstGeom prst="rect">
            <a:avLst/>
          </a:prstGeom>
          <a:solidFill>
            <a:schemeClr val="accent1"/>
          </a:solidFill>
          <a:ln w="254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6A89B04-9D1B-4BD8-84BD-B917B1605F3C}"/>
              </a:ext>
            </a:extLst>
          </p:cNvPr>
          <p:cNvSpPr/>
          <p:nvPr userDrawn="1"/>
        </p:nvSpPr>
        <p:spPr>
          <a:xfrm>
            <a:off x="522752" y="556090"/>
            <a:ext cx="223520" cy="223520"/>
          </a:xfrm>
          <a:prstGeom prst="ellipse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iconfont-11607-6151198">
            <a:extLst>
              <a:ext uri="{FF2B5EF4-FFF2-40B4-BE49-F238E27FC236}">
                <a16:creationId xmlns:a16="http://schemas.microsoft.com/office/drawing/2014/main" id="{07DC9FE0-B223-4C1A-98C8-C032CCCA74CB}"/>
              </a:ext>
            </a:extLst>
          </p:cNvPr>
          <p:cNvSpPr/>
          <p:nvPr userDrawn="1"/>
        </p:nvSpPr>
        <p:spPr>
          <a:xfrm>
            <a:off x="11216639" y="457696"/>
            <a:ext cx="384395" cy="384397"/>
          </a:xfrm>
          <a:custGeom>
            <a:avLst/>
            <a:gdLst>
              <a:gd name="T0" fmla="*/ 4970 w 12800"/>
              <a:gd name="T1" fmla="*/ 7931 h 12800"/>
              <a:gd name="T2" fmla="*/ 10416 w 12800"/>
              <a:gd name="T3" fmla="*/ 3488 h 12800"/>
              <a:gd name="T4" fmla="*/ 4971 w 12800"/>
              <a:gd name="T5" fmla="*/ 9348 h 12800"/>
              <a:gd name="T6" fmla="*/ 4971 w 12800"/>
              <a:gd name="T7" fmla="*/ 11014 h 12800"/>
              <a:gd name="T8" fmla="*/ 7760 w 12800"/>
              <a:gd name="T9" fmla="*/ 9524 h 12800"/>
              <a:gd name="T10" fmla="*/ 10418 w 12800"/>
              <a:gd name="T11" fmla="*/ 11060 h 12800"/>
              <a:gd name="T12" fmla="*/ 11506 w 12800"/>
              <a:gd name="T13" fmla="*/ 1844 h 12800"/>
              <a:gd name="T14" fmla="*/ 2296 w 12800"/>
              <a:gd name="T15" fmla="*/ 6448 h 12800"/>
              <a:gd name="T16" fmla="*/ 4970 w 12800"/>
              <a:gd name="T17" fmla="*/ 7930 h 12800"/>
              <a:gd name="T18" fmla="*/ 10359 w 12800"/>
              <a:gd name="T19" fmla="*/ 3535 h 12800"/>
              <a:gd name="T20" fmla="*/ 10366 w 12800"/>
              <a:gd name="T21" fmla="*/ 3542 h 12800"/>
              <a:gd name="T22" fmla="*/ 6030 w 12800"/>
              <a:gd name="T23" fmla="*/ 8209 h 12800"/>
              <a:gd name="T24" fmla="*/ 10416 w 12800"/>
              <a:gd name="T25" fmla="*/ 3489 h 12800"/>
              <a:gd name="T26" fmla="*/ 4970 w 12800"/>
              <a:gd name="T27" fmla="*/ 7930 h 12800"/>
              <a:gd name="T28" fmla="*/ 4970 w 12800"/>
              <a:gd name="T29" fmla="*/ 7931 h 12800"/>
              <a:gd name="T30" fmla="*/ 12800 w 12800"/>
              <a:gd name="T31" fmla="*/ 0 h 12800"/>
              <a:gd name="T32" fmla="*/ 11290 w 12800"/>
              <a:gd name="T33" fmla="*/ 12800 h 12800"/>
              <a:gd name="T34" fmla="*/ 7740 w 12800"/>
              <a:gd name="T35" fmla="*/ 10748 h 12800"/>
              <a:gd name="T36" fmla="*/ 3902 w 12800"/>
              <a:gd name="T37" fmla="*/ 12800 h 12800"/>
              <a:gd name="T38" fmla="*/ 3902 w 12800"/>
              <a:gd name="T39" fmla="*/ 8562 h 12800"/>
              <a:gd name="T40" fmla="*/ 0 w 12800"/>
              <a:gd name="T41" fmla="*/ 6400 h 12800"/>
              <a:gd name="T42" fmla="*/ 12800 w 12800"/>
              <a:gd name="T43" fmla="*/ 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800" h="12800">
                <a:moveTo>
                  <a:pt x="4970" y="7931"/>
                </a:moveTo>
                <a:lnTo>
                  <a:pt x="10416" y="3488"/>
                </a:lnTo>
                <a:lnTo>
                  <a:pt x="4971" y="9348"/>
                </a:lnTo>
                <a:lnTo>
                  <a:pt x="4971" y="11014"/>
                </a:lnTo>
                <a:lnTo>
                  <a:pt x="7760" y="9524"/>
                </a:lnTo>
                <a:lnTo>
                  <a:pt x="10418" y="11060"/>
                </a:lnTo>
                <a:lnTo>
                  <a:pt x="11506" y="1844"/>
                </a:lnTo>
                <a:lnTo>
                  <a:pt x="2296" y="6448"/>
                </a:lnTo>
                <a:lnTo>
                  <a:pt x="4970" y="7930"/>
                </a:lnTo>
                <a:lnTo>
                  <a:pt x="10359" y="3535"/>
                </a:lnTo>
                <a:lnTo>
                  <a:pt x="10366" y="3542"/>
                </a:lnTo>
                <a:lnTo>
                  <a:pt x="6030" y="8209"/>
                </a:lnTo>
                <a:lnTo>
                  <a:pt x="10416" y="3489"/>
                </a:lnTo>
                <a:lnTo>
                  <a:pt x="4970" y="7930"/>
                </a:lnTo>
                <a:lnTo>
                  <a:pt x="4970" y="7931"/>
                </a:lnTo>
                <a:close/>
                <a:moveTo>
                  <a:pt x="12800" y="0"/>
                </a:moveTo>
                <a:lnTo>
                  <a:pt x="11290" y="12800"/>
                </a:lnTo>
                <a:lnTo>
                  <a:pt x="7740" y="10748"/>
                </a:lnTo>
                <a:lnTo>
                  <a:pt x="3902" y="12800"/>
                </a:lnTo>
                <a:lnTo>
                  <a:pt x="3902" y="8562"/>
                </a:lnTo>
                <a:lnTo>
                  <a:pt x="0" y="6400"/>
                </a:lnTo>
                <a:lnTo>
                  <a:pt x="1280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78DA7C83-C7DE-4844-8A02-FBCE3B3A0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728" y="365202"/>
            <a:ext cx="4719485" cy="57875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2626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8C79FBD-D94E-49D8-A769-AA9058AD6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230A7A-966E-4EEF-911A-D9425EF97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3CC5C-763E-47D6-A30C-94777E8BB6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5E966-B8C8-4075-B0F0-CC4334053A3A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02B88F-A770-446A-BF6A-8D06BDDDC8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0D03C4-BA30-4613-B907-B80DEAC865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9B846E-74CC-4A2F-8A48-2CA5520D26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174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image" Target="../media/image3.png"/><Relationship Id="rId21" Type="http://schemas.openxmlformats.org/officeDocument/2006/relationships/image" Target="../media/image16.png"/><Relationship Id="rId7" Type="http://schemas.microsoft.com/office/2007/relationships/hdphoto" Target="../media/hdphoto2.wdp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png"/><Relationship Id="rId20" Type="http://schemas.microsoft.com/office/2007/relationships/hdphoto" Target="../media/hdphoto5.wd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5" Type="http://schemas.openxmlformats.org/officeDocument/2006/relationships/image" Target="../media/image11.png"/><Relationship Id="rId10" Type="http://schemas.openxmlformats.org/officeDocument/2006/relationships/image" Target="../media/image7.png"/><Relationship Id="rId19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microsoft.com/office/2007/relationships/hdphoto" Target="../media/hdphoto3.wdp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D61CB500-AAFE-4BC1-A931-65D8365BD797}"/>
              </a:ext>
            </a:extLst>
          </p:cNvPr>
          <p:cNvSpPr/>
          <p:nvPr/>
        </p:nvSpPr>
        <p:spPr>
          <a:xfrm>
            <a:off x="695326" y="549276"/>
            <a:ext cx="10801350" cy="5759450"/>
          </a:xfrm>
          <a:prstGeom prst="rect">
            <a:avLst/>
          </a:prstGeom>
          <a:solidFill>
            <a:srgbClr val="2FEB7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6" name="表格 26">
            <a:extLst>
              <a:ext uri="{FF2B5EF4-FFF2-40B4-BE49-F238E27FC236}">
                <a16:creationId xmlns:a16="http://schemas.microsoft.com/office/drawing/2014/main" id="{25F4E1A0-AB4C-4B3C-A31C-76E54F91E54B}"/>
              </a:ext>
            </a:extLst>
          </p:cNvPr>
          <p:cNvGraphicFramePr>
            <a:graphicFrameLocks noGrp="1"/>
          </p:cNvGraphicFramePr>
          <p:nvPr/>
        </p:nvGraphicFramePr>
        <p:xfrm>
          <a:off x="361850" y="368300"/>
          <a:ext cx="11495184" cy="612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898">
                  <a:extLst>
                    <a:ext uri="{9D8B030D-6E8A-4147-A177-3AD203B41FA5}">
                      <a16:colId xmlns:a16="http://schemas.microsoft.com/office/drawing/2014/main" val="3830661153"/>
                    </a:ext>
                  </a:extLst>
                </a:gridCol>
                <a:gridCol w="1436898">
                  <a:extLst>
                    <a:ext uri="{9D8B030D-6E8A-4147-A177-3AD203B41FA5}">
                      <a16:colId xmlns:a16="http://schemas.microsoft.com/office/drawing/2014/main" val="1044259474"/>
                    </a:ext>
                  </a:extLst>
                </a:gridCol>
                <a:gridCol w="1436898">
                  <a:extLst>
                    <a:ext uri="{9D8B030D-6E8A-4147-A177-3AD203B41FA5}">
                      <a16:colId xmlns:a16="http://schemas.microsoft.com/office/drawing/2014/main" val="3287500726"/>
                    </a:ext>
                  </a:extLst>
                </a:gridCol>
                <a:gridCol w="1436898">
                  <a:extLst>
                    <a:ext uri="{9D8B030D-6E8A-4147-A177-3AD203B41FA5}">
                      <a16:colId xmlns:a16="http://schemas.microsoft.com/office/drawing/2014/main" val="3600412786"/>
                    </a:ext>
                  </a:extLst>
                </a:gridCol>
                <a:gridCol w="1436898">
                  <a:extLst>
                    <a:ext uri="{9D8B030D-6E8A-4147-A177-3AD203B41FA5}">
                      <a16:colId xmlns:a16="http://schemas.microsoft.com/office/drawing/2014/main" val="1081448097"/>
                    </a:ext>
                  </a:extLst>
                </a:gridCol>
                <a:gridCol w="1436898">
                  <a:extLst>
                    <a:ext uri="{9D8B030D-6E8A-4147-A177-3AD203B41FA5}">
                      <a16:colId xmlns:a16="http://schemas.microsoft.com/office/drawing/2014/main" val="2607319170"/>
                    </a:ext>
                  </a:extLst>
                </a:gridCol>
                <a:gridCol w="1436898">
                  <a:extLst>
                    <a:ext uri="{9D8B030D-6E8A-4147-A177-3AD203B41FA5}">
                      <a16:colId xmlns:a16="http://schemas.microsoft.com/office/drawing/2014/main" val="208871677"/>
                    </a:ext>
                  </a:extLst>
                </a:gridCol>
                <a:gridCol w="1436898">
                  <a:extLst>
                    <a:ext uri="{9D8B030D-6E8A-4147-A177-3AD203B41FA5}">
                      <a16:colId xmlns:a16="http://schemas.microsoft.com/office/drawing/2014/main" val="2072203004"/>
                    </a:ext>
                  </a:extLst>
                </a:gridCol>
              </a:tblGrid>
              <a:tr h="1530350">
                <a:tc rowSpan="2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826407"/>
                  </a:ext>
                </a:extLst>
              </a:tr>
              <a:tr h="153035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rowSpan="2" gridSpan="6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017502"/>
                  </a:ext>
                </a:extLst>
              </a:tr>
              <a:tr h="153035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180122"/>
                  </a:ext>
                </a:extLst>
              </a:tr>
              <a:tr h="153035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dirty="0"/>
                    </a:p>
                    <a:p>
                      <a:endParaRPr lang="en-US" altLang="zh-CN" dirty="0"/>
                    </a:p>
                    <a:p>
                      <a:endParaRPr lang="en-US" altLang="zh-CN" dirty="0"/>
                    </a:p>
                    <a:p>
                      <a:endParaRPr lang="en-US" altLang="zh-CN" dirty="0"/>
                    </a:p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828753"/>
                  </a:ext>
                </a:extLst>
              </a:tr>
            </a:tbl>
          </a:graphicData>
        </a:graphic>
      </p:graphicFrame>
      <p:grpSp>
        <p:nvGrpSpPr>
          <p:cNvPr id="371" name="组合 370">
            <a:extLst>
              <a:ext uri="{FF2B5EF4-FFF2-40B4-BE49-F238E27FC236}">
                <a16:creationId xmlns:a16="http://schemas.microsoft.com/office/drawing/2014/main" id="{DC242B33-8EB1-4D13-9AAB-EC90B6609F12}"/>
              </a:ext>
            </a:extLst>
          </p:cNvPr>
          <p:cNvGrpSpPr/>
          <p:nvPr/>
        </p:nvGrpSpPr>
        <p:grpSpPr>
          <a:xfrm>
            <a:off x="6094344" y="428527"/>
            <a:ext cx="1440573" cy="1453561"/>
            <a:chOff x="6316297" y="116556"/>
            <a:chExt cx="1388068" cy="1358660"/>
          </a:xfrm>
        </p:grpSpPr>
        <p:sp>
          <p:nvSpPr>
            <p:cNvPr id="130" name="任意多边形: 形状 129">
              <a:extLst>
                <a:ext uri="{FF2B5EF4-FFF2-40B4-BE49-F238E27FC236}">
                  <a16:creationId xmlns:a16="http://schemas.microsoft.com/office/drawing/2014/main" id="{32324CF1-7154-4987-940C-507794059CBE}"/>
                </a:ext>
              </a:extLst>
            </p:cNvPr>
            <p:cNvSpPr/>
            <p:nvPr/>
          </p:nvSpPr>
          <p:spPr>
            <a:xfrm>
              <a:off x="6537463" y="707452"/>
              <a:ext cx="832430" cy="614375"/>
            </a:xfrm>
            <a:custGeom>
              <a:avLst/>
              <a:gdLst>
                <a:gd name="connsiteX0" fmla="*/ 83565 w 505014"/>
                <a:gd name="connsiteY0" fmla="*/ 70401 h 372727"/>
                <a:gd name="connsiteX1" fmla="*/ 9460 w 505014"/>
                <a:gd name="connsiteY1" fmla="*/ 169842 h 372727"/>
                <a:gd name="connsiteX2" fmla="*/ 112807 w 505014"/>
                <a:gd name="connsiteY2" fmla="*/ 349198 h 372727"/>
                <a:gd name="connsiteX3" fmla="*/ 452182 w 505014"/>
                <a:gd name="connsiteY3" fmla="*/ 333672 h 372727"/>
                <a:gd name="connsiteX4" fmla="*/ 493044 w 505014"/>
                <a:gd name="connsiteY4" fmla="*/ 146411 h 372727"/>
                <a:gd name="connsiteX5" fmla="*/ 374172 w 505014"/>
                <a:gd name="connsiteY5" fmla="*/ 46970 h 372727"/>
                <a:gd name="connsiteX6" fmla="*/ 83565 w 505014"/>
                <a:gd name="connsiteY6" fmla="*/ 70401 h 372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5014" h="372727">
                  <a:moveTo>
                    <a:pt x="83565" y="70401"/>
                  </a:moveTo>
                  <a:cubicBezTo>
                    <a:pt x="54284" y="99877"/>
                    <a:pt x="29334" y="133357"/>
                    <a:pt x="9460" y="169842"/>
                  </a:cubicBezTo>
                  <a:cubicBezTo>
                    <a:pt x="-21687" y="228326"/>
                    <a:pt x="26986" y="322243"/>
                    <a:pt x="112807" y="349198"/>
                  </a:cubicBezTo>
                  <a:cubicBezTo>
                    <a:pt x="198627" y="376154"/>
                    <a:pt x="397509" y="390156"/>
                    <a:pt x="452182" y="333672"/>
                  </a:cubicBezTo>
                  <a:cubicBezTo>
                    <a:pt x="506856" y="277189"/>
                    <a:pt x="516476" y="189369"/>
                    <a:pt x="493044" y="146411"/>
                  </a:cubicBezTo>
                  <a:cubicBezTo>
                    <a:pt x="469613" y="103453"/>
                    <a:pt x="422845" y="93833"/>
                    <a:pt x="374172" y="46970"/>
                  </a:cubicBezTo>
                  <a:cubicBezTo>
                    <a:pt x="325500" y="107"/>
                    <a:pt x="179100" y="-38850"/>
                    <a:pt x="83565" y="70401"/>
                  </a:cubicBezTo>
                  <a:close/>
                </a:path>
              </a:pathLst>
            </a:custGeom>
            <a:solidFill>
              <a:srgbClr val="263238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" name="任意多边形: 形状 130">
              <a:extLst>
                <a:ext uri="{FF2B5EF4-FFF2-40B4-BE49-F238E27FC236}">
                  <a16:creationId xmlns:a16="http://schemas.microsoft.com/office/drawing/2014/main" id="{56B3DF2C-C27C-4006-9EDB-00B9EF7190F9}"/>
                </a:ext>
              </a:extLst>
            </p:cNvPr>
            <p:cNvSpPr/>
            <p:nvPr/>
          </p:nvSpPr>
          <p:spPr>
            <a:xfrm>
              <a:off x="6591678" y="713552"/>
              <a:ext cx="118851" cy="180890"/>
            </a:xfrm>
            <a:custGeom>
              <a:avLst/>
              <a:gdLst>
                <a:gd name="connsiteX0" fmla="*/ 21431 w 72104"/>
                <a:gd name="connsiteY0" fmla="*/ 408 h 109742"/>
                <a:gd name="connsiteX1" fmla="*/ 0 w 72104"/>
                <a:gd name="connsiteY1" fmla="*/ 27649 h 109742"/>
                <a:gd name="connsiteX2" fmla="*/ 38957 w 72104"/>
                <a:gd name="connsiteY2" fmla="*/ 107659 h 109742"/>
                <a:gd name="connsiteX3" fmla="*/ 72104 w 72104"/>
                <a:gd name="connsiteY3" fmla="*/ 101754 h 109742"/>
                <a:gd name="connsiteX4" fmla="*/ 48768 w 72104"/>
                <a:gd name="connsiteY4" fmla="*/ 408 h 109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104" h="109742">
                  <a:moveTo>
                    <a:pt x="21431" y="408"/>
                  </a:moveTo>
                  <a:cubicBezTo>
                    <a:pt x="21431" y="408"/>
                    <a:pt x="0" y="-5498"/>
                    <a:pt x="0" y="27649"/>
                  </a:cubicBezTo>
                  <a:cubicBezTo>
                    <a:pt x="0" y="60796"/>
                    <a:pt x="21431" y="99848"/>
                    <a:pt x="38957" y="107659"/>
                  </a:cubicBezTo>
                  <a:cubicBezTo>
                    <a:pt x="50258" y="111866"/>
                    <a:pt x="62952" y="109605"/>
                    <a:pt x="72104" y="101754"/>
                  </a:cubicBezTo>
                  <a:lnTo>
                    <a:pt x="48768" y="408"/>
                  </a:ln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" name="任意多边形: 形状 131">
              <a:extLst>
                <a:ext uri="{FF2B5EF4-FFF2-40B4-BE49-F238E27FC236}">
                  <a16:creationId xmlns:a16="http://schemas.microsoft.com/office/drawing/2014/main" id="{DF5D44A2-D52E-4B16-B58D-CADD0CF46385}"/>
                </a:ext>
              </a:extLst>
            </p:cNvPr>
            <p:cNvSpPr/>
            <p:nvPr/>
          </p:nvSpPr>
          <p:spPr>
            <a:xfrm>
              <a:off x="7186251" y="713552"/>
              <a:ext cx="119009" cy="180869"/>
            </a:xfrm>
            <a:custGeom>
              <a:avLst/>
              <a:gdLst>
                <a:gd name="connsiteX0" fmla="*/ 50768 w 72199"/>
                <a:gd name="connsiteY0" fmla="*/ 408 h 109729"/>
                <a:gd name="connsiteX1" fmla="*/ 72200 w 72199"/>
                <a:gd name="connsiteY1" fmla="*/ 27649 h 109729"/>
                <a:gd name="connsiteX2" fmla="*/ 33147 w 72199"/>
                <a:gd name="connsiteY2" fmla="*/ 107659 h 109729"/>
                <a:gd name="connsiteX3" fmla="*/ 0 w 72199"/>
                <a:gd name="connsiteY3" fmla="*/ 101754 h 109729"/>
                <a:gd name="connsiteX4" fmla="*/ 23431 w 72199"/>
                <a:gd name="connsiteY4" fmla="*/ 408 h 109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199" h="109729">
                  <a:moveTo>
                    <a:pt x="50768" y="408"/>
                  </a:moveTo>
                  <a:cubicBezTo>
                    <a:pt x="50768" y="408"/>
                    <a:pt x="72200" y="-5498"/>
                    <a:pt x="72200" y="27649"/>
                  </a:cubicBezTo>
                  <a:cubicBezTo>
                    <a:pt x="72200" y="60796"/>
                    <a:pt x="50768" y="99848"/>
                    <a:pt x="33147" y="107659"/>
                  </a:cubicBezTo>
                  <a:cubicBezTo>
                    <a:pt x="21845" y="111845"/>
                    <a:pt x="9161" y="109586"/>
                    <a:pt x="0" y="101754"/>
                  </a:cubicBezTo>
                  <a:lnTo>
                    <a:pt x="23431" y="408"/>
                  </a:ln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" name="任意多边形: 形状 132">
              <a:extLst>
                <a:ext uri="{FF2B5EF4-FFF2-40B4-BE49-F238E27FC236}">
                  <a16:creationId xmlns:a16="http://schemas.microsoft.com/office/drawing/2014/main" id="{4C6E2073-49E5-461B-B2CC-65FF4F0D9BD0}"/>
                </a:ext>
              </a:extLst>
            </p:cNvPr>
            <p:cNvSpPr/>
            <p:nvPr/>
          </p:nvSpPr>
          <p:spPr>
            <a:xfrm>
              <a:off x="6316297" y="1022733"/>
              <a:ext cx="1355413" cy="452482"/>
            </a:xfrm>
            <a:custGeom>
              <a:avLst/>
              <a:gdLst>
                <a:gd name="connsiteX0" fmla="*/ 822293 w 822293"/>
                <a:gd name="connsiteY0" fmla="*/ 274510 h 274510"/>
                <a:gd name="connsiteX1" fmla="*/ 822293 w 822293"/>
                <a:gd name="connsiteY1" fmla="*/ 249650 h 274510"/>
                <a:gd name="connsiteX2" fmla="*/ 498443 w 822293"/>
                <a:gd name="connsiteY2" fmla="*/ 107251 h 274510"/>
                <a:gd name="connsiteX3" fmla="*/ 484823 w 822293"/>
                <a:gd name="connsiteY3" fmla="*/ 0 h 274510"/>
                <a:gd name="connsiteX4" fmla="*/ 291751 w 822293"/>
                <a:gd name="connsiteY4" fmla="*/ 3905 h 274510"/>
                <a:gd name="connsiteX5" fmla="*/ 291751 w 822293"/>
                <a:gd name="connsiteY5" fmla="*/ 87725 h 274510"/>
                <a:gd name="connsiteX6" fmla="*/ 264414 w 822293"/>
                <a:gd name="connsiteY6" fmla="*/ 140399 h 274510"/>
                <a:gd name="connsiteX7" fmla="*/ 1238 w 822293"/>
                <a:gd name="connsiteY7" fmla="*/ 271082 h 274510"/>
                <a:gd name="connsiteX8" fmla="*/ 0 w 822293"/>
                <a:gd name="connsiteY8" fmla="*/ 274511 h 27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293" h="274510">
                  <a:moveTo>
                    <a:pt x="822293" y="274510"/>
                  </a:moveTo>
                  <a:lnTo>
                    <a:pt x="822293" y="249650"/>
                  </a:lnTo>
                  <a:cubicBezTo>
                    <a:pt x="822293" y="249650"/>
                    <a:pt x="507968" y="120967"/>
                    <a:pt x="498443" y="107251"/>
                  </a:cubicBezTo>
                  <a:cubicBezTo>
                    <a:pt x="488918" y="93535"/>
                    <a:pt x="484823" y="0"/>
                    <a:pt x="484823" y="0"/>
                  </a:cubicBezTo>
                  <a:lnTo>
                    <a:pt x="291751" y="3905"/>
                  </a:lnTo>
                  <a:lnTo>
                    <a:pt x="291751" y="87725"/>
                  </a:lnTo>
                  <a:cubicBezTo>
                    <a:pt x="291751" y="115062"/>
                    <a:pt x="291751" y="117062"/>
                    <a:pt x="264414" y="140399"/>
                  </a:cubicBezTo>
                  <a:cubicBezTo>
                    <a:pt x="237077" y="163735"/>
                    <a:pt x="9049" y="263271"/>
                    <a:pt x="1238" y="271082"/>
                  </a:cubicBezTo>
                  <a:cubicBezTo>
                    <a:pt x="561" y="272111"/>
                    <a:pt x="137" y="273286"/>
                    <a:pt x="0" y="274511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" name="任意多边形: 形状 133">
              <a:extLst>
                <a:ext uri="{FF2B5EF4-FFF2-40B4-BE49-F238E27FC236}">
                  <a16:creationId xmlns:a16="http://schemas.microsoft.com/office/drawing/2014/main" id="{8D180527-69CA-4B08-8CE4-4C148A915BD0}"/>
                </a:ext>
              </a:extLst>
            </p:cNvPr>
            <p:cNvSpPr/>
            <p:nvPr/>
          </p:nvSpPr>
          <p:spPr>
            <a:xfrm>
              <a:off x="6813057" y="1027131"/>
              <a:ext cx="207086" cy="166736"/>
            </a:xfrm>
            <a:custGeom>
              <a:avLst/>
              <a:gdLst>
                <a:gd name="connsiteX0" fmla="*/ 0 w 125634"/>
                <a:gd name="connsiteY0" fmla="*/ 85058 h 101155"/>
                <a:gd name="connsiteX1" fmla="*/ 0 w 125634"/>
                <a:gd name="connsiteY1" fmla="*/ 101155 h 101155"/>
                <a:gd name="connsiteX2" fmla="*/ 125635 w 125634"/>
                <a:gd name="connsiteY2" fmla="*/ 72580 h 101155"/>
                <a:gd name="connsiteX3" fmla="*/ 105823 w 125634"/>
                <a:gd name="connsiteY3" fmla="*/ 16097 h 101155"/>
                <a:gd name="connsiteX4" fmla="*/ 77248 w 125634"/>
                <a:gd name="connsiteY4" fmla="*/ 0 h 101155"/>
                <a:gd name="connsiteX5" fmla="*/ 571 w 125634"/>
                <a:gd name="connsiteY5" fmla="*/ 1524 h 101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634" h="101155">
                  <a:moveTo>
                    <a:pt x="0" y="85058"/>
                  </a:moveTo>
                  <a:cubicBezTo>
                    <a:pt x="0" y="91726"/>
                    <a:pt x="0" y="96869"/>
                    <a:pt x="0" y="101155"/>
                  </a:cubicBezTo>
                  <a:lnTo>
                    <a:pt x="125635" y="72580"/>
                  </a:lnTo>
                  <a:lnTo>
                    <a:pt x="105823" y="16097"/>
                  </a:lnTo>
                  <a:cubicBezTo>
                    <a:pt x="105823" y="16097"/>
                    <a:pt x="92012" y="7906"/>
                    <a:pt x="77248" y="0"/>
                  </a:cubicBezTo>
                  <a:lnTo>
                    <a:pt x="571" y="1524"/>
                  </a:lnTo>
                  <a:close/>
                </a:path>
              </a:pathLst>
            </a:custGeom>
            <a:solidFill>
              <a:srgbClr val="263238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" name="任意多边形: 形状 134">
              <a:extLst>
                <a:ext uri="{FF2B5EF4-FFF2-40B4-BE49-F238E27FC236}">
                  <a16:creationId xmlns:a16="http://schemas.microsoft.com/office/drawing/2014/main" id="{E8E70D47-D862-4F92-98CE-EFD0A447A115}"/>
                </a:ext>
              </a:extLst>
            </p:cNvPr>
            <p:cNvSpPr/>
            <p:nvPr/>
          </p:nvSpPr>
          <p:spPr>
            <a:xfrm>
              <a:off x="7022657" y="1254470"/>
              <a:ext cx="649052" cy="220745"/>
            </a:xfrm>
            <a:custGeom>
              <a:avLst/>
              <a:gdLst>
                <a:gd name="connsiteX0" fmla="*/ 393763 w 393763"/>
                <a:gd name="connsiteY0" fmla="*/ 133921 h 133921"/>
                <a:gd name="connsiteX1" fmla="*/ 393763 w 393763"/>
                <a:gd name="connsiteY1" fmla="*/ 109061 h 133921"/>
                <a:gd name="connsiteX2" fmla="*/ 136588 w 393763"/>
                <a:gd name="connsiteY2" fmla="*/ 0 h 133921"/>
                <a:gd name="connsiteX3" fmla="*/ 0 w 393763"/>
                <a:gd name="connsiteY3" fmla="*/ 133921 h 133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3763" h="133921">
                  <a:moveTo>
                    <a:pt x="393763" y="133921"/>
                  </a:moveTo>
                  <a:lnTo>
                    <a:pt x="393763" y="109061"/>
                  </a:lnTo>
                  <a:cubicBezTo>
                    <a:pt x="393763" y="109061"/>
                    <a:pt x="231362" y="42386"/>
                    <a:pt x="136588" y="0"/>
                  </a:cubicBezTo>
                  <a:cubicBezTo>
                    <a:pt x="123634" y="26765"/>
                    <a:pt x="76486" y="113348"/>
                    <a:pt x="0" y="133921"/>
                  </a:cubicBezTo>
                  <a:close/>
                </a:path>
              </a:pathLst>
            </a:custGeom>
            <a:solidFill>
              <a:srgbClr val="ADADAD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" name="任意多边形: 形状 135">
              <a:extLst>
                <a:ext uri="{FF2B5EF4-FFF2-40B4-BE49-F238E27FC236}">
                  <a16:creationId xmlns:a16="http://schemas.microsoft.com/office/drawing/2014/main" id="{376E3124-1049-45A7-AD4B-E091312CDF65}"/>
                </a:ext>
              </a:extLst>
            </p:cNvPr>
            <p:cNvSpPr/>
            <p:nvPr/>
          </p:nvSpPr>
          <p:spPr>
            <a:xfrm>
              <a:off x="6316454" y="1284928"/>
              <a:ext cx="593159" cy="190287"/>
            </a:xfrm>
            <a:custGeom>
              <a:avLst/>
              <a:gdLst>
                <a:gd name="connsiteX0" fmla="*/ 359855 w 359854"/>
                <a:gd name="connsiteY0" fmla="*/ 115443 h 115443"/>
                <a:gd name="connsiteX1" fmla="*/ 233363 w 359854"/>
                <a:gd name="connsiteY1" fmla="*/ 0 h 115443"/>
                <a:gd name="connsiteX2" fmla="*/ 1238 w 359854"/>
                <a:gd name="connsiteY2" fmla="*/ 112014 h 115443"/>
                <a:gd name="connsiteX3" fmla="*/ 0 w 359854"/>
                <a:gd name="connsiteY3" fmla="*/ 115443 h 11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54" h="115443">
                  <a:moveTo>
                    <a:pt x="359855" y="115443"/>
                  </a:moveTo>
                  <a:cubicBezTo>
                    <a:pt x="286321" y="96965"/>
                    <a:pt x="245554" y="25241"/>
                    <a:pt x="233363" y="0"/>
                  </a:cubicBezTo>
                  <a:cubicBezTo>
                    <a:pt x="163259" y="37052"/>
                    <a:pt x="7620" y="105632"/>
                    <a:pt x="1238" y="112014"/>
                  </a:cubicBezTo>
                  <a:cubicBezTo>
                    <a:pt x="561" y="113043"/>
                    <a:pt x="137" y="114218"/>
                    <a:pt x="0" y="115443"/>
                  </a:cubicBezTo>
                  <a:close/>
                </a:path>
              </a:pathLst>
            </a:custGeom>
            <a:solidFill>
              <a:srgbClr val="ADADAD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" name="任意多边形: 形状 136">
              <a:extLst>
                <a:ext uri="{FF2B5EF4-FFF2-40B4-BE49-F238E27FC236}">
                  <a16:creationId xmlns:a16="http://schemas.microsoft.com/office/drawing/2014/main" id="{950827FC-3A1F-4BDA-8342-F32AFA563F06}"/>
                </a:ext>
              </a:extLst>
            </p:cNvPr>
            <p:cNvSpPr/>
            <p:nvPr/>
          </p:nvSpPr>
          <p:spPr>
            <a:xfrm>
              <a:off x="6316453" y="1262163"/>
              <a:ext cx="452955" cy="213052"/>
            </a:xfrm>
            <a:custGeom>
              <a:avLst/>
              <a:gdLst>
                <a:gd name="connsiteX0" fmla="*/ 274796 w 274796"/>
                <a:gd name="connsiteY0" fmla="*/ 129254 h 129254"/>
                <a:gd name="connsiteX1" fmla="*/ 257651 w 274796"/>
                <a:gd name="connsiteY1" fmla="*/ 0 h 129254"/>
                <a:gd name="connsiteX2" fmla="*/ 1238 w 274796"/>
                <a:gd name="connsiteY2" fmla="*/ 125825 h 129254"/>
                <a:gd name="connsiteX3" fmla="*/ 0 w 274796"/>
                <a:gd name="connsiteY3" fmla="*/ 129254 h 129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796" h="129254">
                  <a:moveTo>
                    <a:pt x="274796" y="129254"/>
                  </a:moveTo>
                  <a:lnTo>
                    <a:pt x="257651" y="0"/>
                  </a:lnTo>
                  <a:cubicBezTo>
                    <a:pt x="211264" y="29908"/>
                    <a:pt x="8572" y="118491"/>
                    <a:pt x="1238" y="125825"/>
                  </a:cubicBezTo>
                  <a:cubicBezTo>
                    <a:pt x="561" y="126855"/>
                    <a:pt x="137" y="128030"/>
                    <a:pt x="0" y="129254"/>
                  </a:cubicBezTo>
                  <a:close/>
                </a:path>
              </a:pathLst>
            </a:custGeom>
            <a:solidFill>
              <a:schemeClr val="accent2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" name="任意多边形: 形状 137">
              <a:extLst>
                <a:ext uri="{FF2B5EF4-FFF2-40B4-BE49-F238E27FC236}">
                  <a16:creationId xmlns:a16="http://schemas.microsoft.com/office/drawing/2014/main" id="{795A5128-F378-434A-8219-142D455B6895}"/>
                </a:ext>
              </a:extLst>
            </p:cNvPr>
            <p:cNvSpPr/>
            <p:nvPr/>
          </p:nvSpPr>
          <p:spPr>
            <a:xfrm>
              <a:off x="7152498" y="1217418"/>
              <a:ext cx="551867" cy="257798"/>
            </a:xfrm>
            <a:custGeom>
              <a:avLst/>
              <a:gdLst>
                <a:gd name="connsiteX0" fmla="*/ 334804 w 334803"/>
                <a:gd name="connsiteY0" fmla="*/ 156400 h 156400"/>
                <a:gd name="connsiteX1" fmla="*/ 334804 w 334803"/>
                <a:gd name="connsiteY1" fmla="*/ 131540 h 156400"/>
                <a:gd name="connsiteX2" fmla="*/ 9525 w 334803"/>
                <a:gd name="connsiteY2" fmla="*/ 0 h 156400"/>
                <a:gd name="connsiteX3" fmla="*/ 0 w 334803"/>
                <a:gd name="connsiteY3" fmla="*/ 156400 h 15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4803" h="156400">
                  <a:moveTo>
                    <a:pt x="334804" y="156400"/>
                  </a:moveTo>
                  <a:lnTo>
                    <a:pt x="334804" y="131540"/>
                  </a:lnTo>
                  <a:cubicBezTo>
                    <a:pt x="334804" y="131540"/>
                    <a:pt x="78391" y="34576"/>
                    <a:pt x="9525" y="0"/>
                  </a:cubicBezTo>
                  <a:lnTo>
                    <a:pt x="0" y="156400"/>
                  </a:lnTo>
                  <a:close/>
                </a:path>
              </a:pathLst>
            </a:custGeom>
            <a:solidFill>
              <a:schemeClr val="accent2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" name="任意多边形: 形状 138">
              <a:extLst>
                <a:ext uri="{FF2B5EF4-FFF2-40B4-BE49-F238E27FC236}">
                  <a16:creationId xmlns:a16="http://schemas.microsoft.com/office/drawing/2014/main" id="{F1F7211E-212D-44C8-A8BE-FE214F403C00}"/>
                </a:ext>
              </a:extLst>
            </p:cNvPr>
            <p:cNvSpPr/>
            <p:nvPr/>
          </p:nvSpPr>
          <p:spPr>
            <a:xfrm>
              <a:off x="6638557" y="354308"/>
              <a:ext cx="605950" cy="817439"/>
            </a:xfrm>
            <a:custGeom>
              <a:avLst/>
              <a:gdLst>
                <a:gd name="connsiteX0" fmla="*/ 22235 w 367614"/>
                <a:gd name="connsiteY0" fmla="*/ 271025 h 495921"/>
                <a:gd name="connsiteX1" fmla="*/ 59287 w 367614"/>
                <a:gd name="connsiteY1" fmla="*/ 387992 h 495921"/>
                <a:gd name="connsiteX2" fmla="*/ 182160 w 367614"/>
                <a:gd name="connsiteY2" fmla="*/ 492767 h 495921"/>
                <a:gd name="connsiteX3" fmla="*/ 258360 w 367614"/>
                <a:gd name="connsiteY3" fmla="*/ 477241 h 495921"/>
                <a:gd name="connsiteX4" fmla="*/ 332464 w 367614"/>
                <a:gd name="connsiteY4" fmla="*/ 379705 h 495921"/>
                <a:gd name="connsiteX5" fmla="*/ 361706 w 367614"/>
                <a:gd name="connsiteY5" fmla="*/ 215875 h 495921"/>
                <a:gd name="connsiteX6" fmla="*/ 361706 w 367614"/>
                <a:gd name="connsiteY6" fmla="*/ 147676 h 495921"/>
                <a:gd name="connsiteX7" fmla="*/ 178445 w 367614"/>
                <a:gd name="connsiteY7" fmla="*/ 9659 h 495921"/>
                <a:gd name="connsiteX8" fmla="*/ 49762 w 367614"/>
                <a:gd name="connsiteY8" fmla="*/ 85859 h 495921"/>
                <a:gd name="connsiteX9" fmla="*/ 994 w 367614"/>
                <a:gd name="connsiteY9" fmla="*/ 202826 h 495921"/>
                <a:gd name="connsiteX10" fmla="*/ 18520 w 367614"/>
                <a:gd name="connsiteY10" fmla="*/ 263310 h 49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7614" h="495921">
                  <a:moveTo>
                    <a:pt x="22235" y="271025"/>
                  </a:moveTo>
                  <a:cubicBezTo>
                    <a:pt x="22235" y="271025"/>
                    <a:pt x="47571" y="360655"/>
                    <a:pt x="59287" y="387992"/>
                  </a:cubicBezTo>
                  <a:cubicBezTo>
                    <a:pt x="71003" y="415329"/>
                    <a:pt x="162633" y="485528"/>
                    <a:pt x="182160" y="492767"/>
                  </a:cubicBezTo>
                  <a:cubicBezTo>
                    <a:pt x="201686" y="500006"/>
                    <a:pt x="240643" y="494767"/>
                    <a:pt x="258360" y="477241"/>
                  </a:cubicBezTo>
                  <a:cubicBezTo>
                    <a:pt x="276076" y="459715"/>
                    <a:pt x="322748" y="401041"/>
                    <a:pt x="332464" y="379705"/>
                  </a:cubicBezTo>
                  <a:cubicBezTo>
                    <a:pt x="342180" y="358369"/>
                    <a:pt x="361706" y="215875"/>
                    <a:pt x="361706" y="215875"/>
                  </a:cubicBezTo>
                  <a:cubicBezTo>
                    <a:pt x="369584" y="193825"/>
                    <a:pt x="369584" y="169727"/>
                    <a:pt x="361706" y="147676"/>
                  </a:cubicBezTo>
                  <a:cubicBezTo>
                    <a:pt x="347895" y="115005"/>
                    <a:pt x="242643" y="35376"/>
                    <a:pt x="178445" y="9659"/>
                  </a:cubicBezTo>
                  <a:cubicBezTo>
                    <a:pt x="114246" y="-16058"/>
                    <a:pt x="96530" y="9659"/>
                    <a:pt x="49762" y="85859"/>
                  </a:cubicBezTo>
                  <a:cubicBezTo>
                    <a:pt x="2994" y="162059"/>
                    <a:pt x="-2911" y="185300"/>
                    <a:pt x="994" y="202826"/>
                  </a:cubicBezTo>
                  <a:cubicBezTo>
                    <a:pt x="4899" y="220352"/>
                    <a:pt x="18520" y="263310"/>
                    <a:pt x="18520" y="26331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" name="任意多边形: 形状 139">
              <a:extLst>
                <a:ext uri="{FF2B5EF4-FFF2-40B4-BE49-F238E27FC236}">
                  <a16:creationId xmlns:a16="http://schemas.microsoft.com/office/drawing/2014/main" id="{3A858220-3032-4CB0-B1A0-A47085DDA1FB}"/>
                </a:ext>
              </a:extLst>
            </p:cNvPr>
            <p:cNvSpPr/>
            <p:nvPr/>
          </p:nvSpPr>
          <p:spPr>
            <a:xfrm>
              <a:off x="6919505" y="685178"/>
              <a:ext cx="84299" cy="171725"/>
            </a:xfrm>
            <a:custGeom>
              <a:avLst/>
              <a:gdLst>
                <a:gd name="connsiteX0" fmla="*/ 39053 w 51142"/>
                <a:gd name="connsiteY0" fmla="*/ 0 h 104182"/>
                <a:gd name="connsiteX1" fmla="*/ 42958 w 51142"/>
                <a:gd name="connsiteY1" fmla="*/ 72200 h 104182"/>
                <a:gd name="connsiteX2" fmla="*/ 46768 w 51142"/>
                <a:gd name="connsiteY2" fmla="*/ 101441 h 104182"/>
                <a:gd name="connsiteX3" fmla="*/ 0 w 51142"/>
                <a:gd name="connsiteY3" fmla="*/ 93631 h 104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142" h="104182">
                  <a:moveTo>
                    <a:pt x="39053" y="0"/>
                  </a:moveTo>
                  <a:lnTo>
                    <a:pt x="42958" y="72200"/>
                  </a:lnTo>
                  <a:cubicBezTo>
                    <a:pt x="42958" y="72200"/>
                    <a:pt x="58483" y="95631"/>
                    <a:pt x="46768" y="101441"/>
                  </a:cubicBezTo>
                  <a:cubicBezTo>
                    <a:pt x="35052" y="107251"/>
                    <a:pt x="5905" y="103442"/>
                    <a:pt x="0" y="93631"/>
                  </a:cubicBezTo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" name="任意多边形: 形状 140">
              <a:extLst>
                <a:ext uri="{FF2B5EF4-FFF2-40B4-BE49-F238E27FC236}">
                  <a16:creationId xmlns:a16="http://schemas.microsoft.com/office/drawing/2014/main" id="{CD9EBF7F-18F3-4FF8-8265-F8240A2FF2FF}"/>
                </a:ext>
              </a:extLst>
            </p:cNvPr>
            <p:cNvSpPr/>
            <p:nvPr/>
          </p:nvSpPr>
          <p:spPr>
            <a:xfrm>
              <a:off x="6871303" y="913460"/>
              <a:ext cx="190286" cy="38149"/>
            </a:xfrm>
            <a:custGeom>
              <a:avLst/>
              <a:gdLst>
                <a:gd name="connsiteX0" fmla="*/ 0 w 115442"/>
                <a:gd name="connsiteY0" fmla="*/ 7811 h 23144"/>
                <a:gd name="connsiteX1" fmla="*/ 66675 w 115442"/>
                <a:gd name="connsiteY1" fmla="*/ 21431 h 23144"/>
                <a:gd name="connsiteX2" fmla="*/ 115443 w 115442"/>
                <a:gd name="connsiteY2" fmla="*/ 0 h 23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442" h="23144">
                  <a:moveTo>
                    <a:pt x="0" y="7811"/>
                  </a:moveTo>
                  <a:cubicBezTo>
                    <a:pt x="0" y="7811"/>
                    <a:pt x="37052" y="29242"/>
                    <a:pt x="66675" y="21431"/>
                  </a:cubicBezTo>
                  <a:cubicBezTo>
                    <a:pt x="83957" y="16897"/>
                    <a:pt x="100416" y="9665"/>
                    <a:pt x="115443" y="0"/>
                  </a:cubicBezTo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" name="任意多边形: 形状 141">
              <a:extLst>
                <a:ext uri="{FF2B5EF4-FFF2-40B4-BE49-F238E27FC236}">
                  <a16:creationId xmlns:a16="http://schemas.microsoft.com/office/drawing/2014/main" id="{FB39D709-CE3C-4A55-82ED-6C7322ED0435}"/>
                </a:ext>
              </a:extLst>
            </p:cNvPr>
            <p:cNvSpPr/>
            <p:nvPr/>
          </p:nvSpPr>
          <p:spPr>
            <a:xfrm>
              <a:off x="6843043" y="697581"/>
              <a:ext cx="31401" cy="57934"/>
            </a:xfrm>
            <a:custGeom>
              <a:avLst/>
              <a:gdLst>
                <a:gd name="connsiteX0" fmla="*/ 19050 w 19050"/>
                <a:gd name="connsiteY0" fmla="*/ 17621 h 35147"/>
                <a:gd name="connsiteX1" fmla="*/ 9525 w 19050"/>
                <a:gd name="connsiteY1" fmla="*/ 35147 h 35147"/>
                <a:gd name="connsiteX2" fmla="*/ 0 w 19050"/>
                <a:gd name="connsiteY2" fmla="*/ 17621 h 35147"/>
                <a:gd name="connsiteX3" fmla="*/ 9525 w 19050"/>
                <a:gd name="connsiteY3" fmla="*/ 0 h 35147"/>
                <a:gd name="connsiteX4" fmla="*/ 19050 w 19050"/>
                <a:gd name="connsiteY4" fmla="*/ 17621 h 3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35147">
                  <a:moveTo>
                    <a:pt x="19050" y="17621"/>
                  </a:moveTo>
                  <a:cubicBezTo>
                    <a:pt x="19050" y="27146"/>
                    <a:pt x="14764" y="35147"/>
                    <a:pt x="9525" y="35147"/>
                  </a:cubicBezTo>
                  <a:cubicBezTo>
                    <a:pt x="4286" y="35147"/>
                    <a:pt x="0" y="27242"/>
                    <a:pt x="0" y="17621"/>
                  </a:cubicBezTo>
                  <a:cubicBezTo>
                    <a:pt x="0" y="8001"/>
                    <a:pt x="4381" y="0"/>
                    <a:pt x="9525" y="0"/>
                  </a:cubicBezTo>
                  <a:cubicBezTo>
                    <a:pt x="14668" y="0"/>
                    <a:pt x="19050" y="8096"/>
                    <a:pt x="19050" y="17621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" name="任意多边形: 形状 142">
              <a:extLst>
                <a:ext uri="{FF2B5EF4-FFF2-40B4-BE49-F238E27FC236}">
                  <a16:creationId xmlns:a16="http://schemas.microsoft.com/office/drawing/2014/main" id="{157A6059-B20A-429E-B5CC-91DAB4F7FDA6}"/>
                </a:ext>
              </a:extLst>
            </p:cNvPr>
            <p:cNvSpPr/>
            <p:nvPr/>
          </p:nvSpPr>
          <p:spPr>
            <a:xfrm>
              <a:off x="7042595" y="697581"/>
              <a:ext cx="31401" cy="57934"/>
            </a:xfrm>
            <a:custGeom>
              <a:avLst/>
              <a:gdLst>
                <a:gd name="connsiteX0" fmla="*/ 19050 w 19050"/>
                <a:gd name="connsiteY0" fmla="*/ 17621 h 35147"/>
                <a:gd name="connsiteX1" fmla="*/ 9525 w 19050"/>
                <a:gd name="connsiteY1" fmla="*/ 35147 h 35147"/>
                <a:gd name="connsiteX2" fmla="*/ 0 w 19050"/>
                <a:gd name="connsiteY2" fmla="*/ 17621 h 35147"/>
                <a:gd name="connsiteX3" fmla="*/ 9525 w 19050"/>
                <a:gd name="connsiteY3" fmla="*/ 0 h 35147"/>
                <a:gd name="connsiteX4" fmla="*/ 19050 w 19050"/>
                <a:gd name="connsiteY4" fmla="*/ 17621 h 3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35147">
                  <a:moveTo>
                    <a:pt x="19050" y="17621"/>
                  </a:moveTo>
                  <a:cubicBezTo>
                    <a:pt x="19050" y="27146"/>
                    <a:pt x="14669" y="35147"/>
                    <a:pt x="9525" y="35147"/>
                  </a:cubicBezTo>
                  <a:cubicBezTo>
                    <a:pt x="4381" y="35147"/>
                    <a:pt x="0" y="27242"/>
                    <a:pt x="0" y="17621"/>
                  </a:cubicBezTo>
                  <a:cubicBezTo>
                    <a:pt x="0" y="8001"/>
                    <a:pt x="4381" y="0"/>
                    <a:pt x="9525" y="0"/>
                  </a:cubicBezTo>
                  <a:cubicBezTo>
                    <a:pt x="14669" y="0"/>
                    <a:pt x="19050" y="8096"/>
                    <a:pt x="19050" y="17621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4" name="任意多边形: 形状 143">
              <a:extLst>
                <a:ext uri="{FF2B5EF4-FFF2-40B4-BE49-F238E27FC236}">
                  <a16:creationId xmlns:a16="http://schemas.microsoft.com/office/drawing/2014/main" id="{DA61B801-C239-495A-8543-85692E958271}"/>
                </a:ext>
              </a:extLst>
            </p:cNvPr>
            <p:cNvSpPr/>
            <p:nvPr/>
          </p:nvSpPr>
          <p:spPr>
            <a:xfrm>
              <a:off x="6787779" y="635424"/>
              <a:ext cx="109902" cy="24161"/>
            </a:xfrm>
            <a:custGeom>
              <a:avLst/>
              <a:gdLst>
                <a:gd name="connsiteX0" fmla="*/ 0 w 66675"/>
                <a:gd name="connsiteY0" fmla="*/ 14658 h 14658"/>
                <a:gd name="connsiteX1" fmla="*/ 66675 w 66675"/>
                <a:gd name="connsiteY1" fmla="*/ 942 h 14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675" h="14658">
                  <a:moveTo>
                    <a:pt x="0" y="14658"/>
                  </a:moveTo>
                  <a:cubicBezTo>
                    <a:pt x="0" y="14658"/>
                    <a:pt x="23336" y="-4392"/>
                    <a:pt x="66675" y="942"/>
                  </a:cubicBezTo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" name="任意多边形: 形状 144">
              <a:extLst>
                <a:ext uri="{FF2B5EF4-FFF2-40B4-BE49-F238E27FC236}">
                  <a16:creationId xmlns:a16="http://schemas.microsoft.com/office/drawing/2014/main" id="{6AA8EFA1-1CE8-4B3F-B898-5706D9151599}"/>
                </a:ext>
              </a:extLst>
            </p:cNvPr>
            <p:cNvSpPr/>
            <p:nvPr/>
          </p:nvSpPr>
          <p:spPr>
            <a:xfrm>
              <a:off x="7015904" y="625663"/>
              <a:ext cx="109902" cy="37063"/>
            </a:xfrm>
            <a:custGeom>
              <a:avLst/>
              <a:gdLst>
                <a:gd name="connsiteX0" fmla="*/ 0 w 66675"/>
                <a:gd name="connsiteY0" fmla="*/ 1055 h 22485"/>
                <a:gd name="connsiteX1" fmla="*/ 66675 w 66675"/>
                <a:gd name="connsiteY1" fmla="*/ 22486 h 22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675" h="22485">
                  <a:moveTo>
                    <a:pt x="0" y="1055"/>
                  </a:moveTo>
                  <a:cubicBezTo>
                    <a:pt x="24386" y="-3043"/>
                    <a:pt x="49244" y="4947"/>
                    <a:pt x="66675" y="22486"/>
                  </a:cubicBezTo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" name="任意多边形: 形状 145">
              <a:extLst>
                <a:ext uri="{FF2B5EF4-FFF2-40B4-BE49-F238E27FC236}">
                  <a16:creationId xmlns:a16="http://schemas.microsoft.com/office/drawing/2014/main" id="{3CE9D375-3B25-4BD6-A383-275A4119C123}"/>
                </a:ext>
              </a:extLst>
            </p:cNvPr>
            <p:cNvSpPr/>
            <p:nvPr/>
          </p:nvSpPr>
          <p:spPr>
            <a:xfrm>
              <a:off x="6483499" y="116556"/>
              <a:ext cx="909439" cy="690510"/>
            </a:xfrm>
            <a:custGeom>
              <a:avLst/>
              <a:gdLst>
                <a:gd name="connsiteX0" fmla="*/ 250891 w 551733"/>
                <a:gd name="connsiteY0" fmla="*/ 189141 h 418916"/>
                <a:gd name="connsiteX1" fmla="*/ 182597 w 551733"/>
                <a:gd name="connsiteY1" fmla="*/ 296392 h 418916"/>
                <a:gd name="connsiteX2" fmla="*/ 115922 w 551733"/>
                <a:gd name="connsiteY2" fmla="*/ 339255 h 418916"/>
                <a:gd name="connsiteX3" fmla="*/ 115922 w 551733"/>
                <a:gd name="connsiteY3" fmla="*/ 415455 h 418916"/>
                <a:gd name="connsiteX4" fmla="*/ 98396 w 551733"/>
                <a:gd name="connsiteY4" fmla="*/ 397834 h 418916"/>
                <a:gd name="connsiteX5" fmla="*/ 49628 w 551733"/>
                <a:gd name="connsiteY5" fmla="*/ 333540 h 418916"/>
                <a:gd name="connsiteX6" fmla="*/ 6765 w 551733"/>
                <a:gd name="connsiteY6" fmla="*/ 224288 h 418916"/>
                <a:gd name="connsiteX7" fmla="*/ 159165 w 551733"/>
                <a:gd name="connsiteY7" fmla="*/ 31216 h 418916"/>
                <a:gd name="connsiteX8" fmla="*/ 359952 w 551733"/>
                <a:gd name="connsiteY8" fmla="*/ 15691 h 418916"/>
                <a:gd name="connsiteX9" fmla="*/ 547309 w 551733"/>
                <a:gd name="connsiteY9" fmla="*/ 198666 h 418916"/>
                <a:gd name="connsiteX10" fmla="*/ 502446 w 551733"/>
                <a:gd name="connsiteY10" fmla="*/ 327349 h 418916"/>
                <a:gd name="connsiteX11" fmla="*/ 420531 w 551733"/>
                <a:gd name="connsiteY11" fmla="*/ 329349 h 418916"/>
                <a:gd name="connsiteX12" fmla="*/ 276227 w 551733"/>
                <a:gd name="connsiteY12" fmla="*/ 234099 h 418916"/>
                <a:gd name="connsiteX13" fmla="*/ 250891 w 551733"/>
                <a:gd name="connsiteY13" fmla="*/ 189141 h 418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1733" h="418916">
                  <a:moveTo>
                    <a:pt x="250891" y="189141"/>
                  </a:moveTo>
                  <a:cubicBezTo>
                    <a:pt x="250891" y="189141"/>
                    <a:pt x="225554" y="263245"/>
                    <a:pt x="182597" y="296392"/>
                  </a:cubicBezTo>
                  <a:cubicBezTo>
                    <a:pt x="162136" y="313254"/>
                    <a:pt x="139756" y="327641"/>
                    <a:pt x="115922" y="339255"/>
                  </a:cubicBezTo>
                  <a:lnTo>
                    <a:pt x="115922" y="415455"/>
                  </a:lnTo>
                  <a:cubicBezTo>
                    <a:pt x="115922" y="424980"/>
                    <a:pt x="110111" y="413455"/>
                    <a:pt x="98396" y="397834"/>
                  </a:cubicBezTo>
                  <a:cubicBezTo>
                    <a:pt x="86680" y="382213"/>
                    <a:pt x="86680" y="360781"/>
                    <a:pt x="49628" y="333540"/>
                  </a:cubicBezTo>
                  <a:cubicBezTo>
                    <a:pt x="12575" y="306298"/>
                    <a:pt x="-12761" y="266865"/>
                    <a:pt x="6765" y="224288"/>
                  </a:cubicBezTo>
                  <a:cubicBezTo>
                    <a:pt x="26291" y="181711"/>
                    <a:pt x="71059" y="76079"/>
                    <a:pt x="159165" y="31216"/>
                  </a:cubicBezTo>
                  <a:cubicBezTo>
                    <a:pt x="247271" y="-13646"/>
                    <a:pt x="313184" y="-1931"/>
                    <a:pt x="359952" y="15691"/>
                  </a:cubicBezTo>
                  <a:cubicBezTo>
                    <a:pt x="406720" y="33312"/>
                    <a:pt x="529688" y="155899"/>
                    <a:pt x="547309" y="198666"/>
                  </a:cubicBezTo>
                  <a:cubicBezTo>
                    <a:pt x="564930" y="241433"/>
                    <a:pt x="525782" y="307918"/>
                    <a:pt x="502446" y="327349"/>
                  </a:cubicBezTo>
                  <a:cubicBezTo>
                    <a:pt x="479110" y="346780"/>
                    <a:pt x="457583" y="346399"/>
                    <a:pt x="420531" y="329349"/>
                  </a:cubicBezTo>
                  <a:cubicBezTo>
                    <a:pt x="370007" y="301432"/>
                    <a:pt x="321756" y="269584"/>
                    <a:pt x="276227" y="234099"/>
                  </a:cubicBezTo>
                  <a:cubicBezTo>
                    <a:pt x="264512" y="222193"/>
                    <a:pt x="250891" y="189141"/>
                    <a:pt x="250891" y="189141"/>
                  </a:cubicBezTo>
                  <a:close/>
                </a:path>
              </a:pathLst>
            </a:custGeom>
            <a:solidFill>
              <a:srgbClr val="263238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" name="任意多边形: 形状 146">
              <a:extLst>
                <a:ext uri="{FF2B5EF4-FFF2-40B4-BE49-F238E27FC236}">
                  <a16:creationId xmlns:a16="http://schemas.microsoft.com/office/drawing/2014/main" id="{3707B770-EA7A-4D33-9D8C-7B0FD0688EB6}"/>
                </a:ext>
              </a:extLst>
            </p:cNvPr>
            <p:cNvSpPr/>
            <p:nvPr/>
          </p:nvSpPr>
          <p:spPr>
            <a:xfrm>
              <a:off x="6537665" y="598511"/>
              <a:ext cx="39721" cy="7627"/>
            </a:xfrm>
            <a:custGeom>
              <a:avLst/>
              <a:gdLst>
                <a:gd name="connsiteX0" fmla="*/ 24098 w 24098"/>
                <a:gd name="connsiteY0" fmla="*/ 0 h 4627"/>
                <a:gd name="connsiteX1" fmla="*/ 0 w 24098"/>
                <a:gd name="connsiteY1" fmla="*/ 4382 h 4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098" h="4627">
                  <a:moveTo>
                    <a:pt x="24098" y="0"/>
                  </a:moveTo>
                  <a:cubicBezTo>
                    <a:pt x="4572" y="6191"/>
                    <a:pt x="0" y="4382"/>
                    <a:pt x="0" y="4382"/>
                  </a:cubicBezTo>
                </a:path>
              </a:pathLst>
            </a:custGeom>
            <a:noFill/>
            <a:ln w="9525" cap="rnd">
              <a:solidFill>
                <a:srgbClr val="87878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" name="任意多边形: 形状 147">
              <a:extLst>
                <a:ext uri="{FF2B5EF4-FFF2-40B4-BE49-F238E27FC236}">
                  <a16:creationId xmlns:a16="http://schemas.microsoft.com/office/drawing/2014/main" id="{9FCAB11B-D799-492D-98DE-42D48B26641E}"/>
                </a:ext>
              </a:extLst>
            </p:cNvPr>
            <p:cNvSpPr/>
            <p:nvPr/>
          </p:nvSpPr>
          <p:spPr>
            <a:xfrm>
              <a:off x="6623704" y="330822"/>
              <a:ext cx="244925" cy="250262"/>
            </a:xfrm>
            <a:custGeom>
              <a:avLst/>
              <a:gdLst>
                <a:gd name="connsiteX0" fmla="*/ 148590 w 148590"/>
                <a:gd name="connsiteY0" fmla="*/ 0 h 151828"/>
                <a:gd name="connsiteX1" fmla="*/ 46768 w 148590"/>
                <a:gd name="connsiteY1" fmla="*/ 130016 h 151828"/>
                <a:gd name="connsiteX2" fmla="*/ 0 w 148590"/>
                <a:gd name="connsiteY2" fmla="*/ 151829 h 151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8590" h="151828">
                  <a:moveTo>
                    <a:pt x="148590" y="0"/>
                  </a:moveTo>
                  <a:cubicBezTo>
                    <a:pt x="134959" y="55981"/>
                    <a:pt x="97850" y="103365"/>
                    <a:pt x="46768" y="130016"/>
                  </a:cubicBezTo>
                  <a:cubicBezTo>
                    <a:pt x="27718" y="139541"/>
                    <a:pt x="12478" y="146590"/>
                    <a:pt x="0" y="151829"/>
                  </a:cubicBezTo>
                </a:path>
              </a:pathLst>
            </a:custGeom>
            <a:noFill/>
            <a:ln w="9525" cap="rnd">
              <a:solidFill>
                <a:srgbClr val="87878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" name="任意多边形: 形状 148">
              <a:extLst>
                <a:ext uri="{FF2B5EF4-FFF2-40B4-BE49-F238E27FC236}">
                  <a16:creationId xmlns:a16="http://schemas.microsoft.com/office/drawing/2014/main" id="{197FC5E6-A84C-453F-986F-48CF300CFF9A}"/>
                </a:ext>
              </a:extLst>
            </p:cNvPr>
            <p:cNvSpPr/>
            <p:nvPr/>
          </p:nvSpPr>
          <p:spPr>
            <a:xfrm>
              <a:off x="7317502" y="593960"/>
              <a:ext cx="14151" cy="35167"/>
            </a:xfrm>
            <a:custGeom>
              <a:avLst/>
              <a:gdLst>
                <a:gd name="connsiteX0" fmla="*/ 0 w 8585"/>
                <a:gd name="connsiteY0" fmla="*/ 0 h 21335"/>
                <a:gd name="connsiteX1" fmla="*/ 7525 w 8585"/>
                <a:gd name="connsiteY1" fmla="*/ 21336 h 2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585" h="21335">
                  <a:moveTo>
                    <a:pt x="0" y="0"/>
                  </a:moveTo>
                  <a:cubicBezTo>
                    <a:pt x="7334" y="7715"/>
                    <a:pt x="10382" y="14954"/>
                    <a:pt x="7525" y="21336"/>
                  </a:cubicBezTo>
                </a:path>
              </a:pathLst>
            </a:custGeom>
            <a:noFill/>
            <a:ln w="9525" cap="rnd">
              <a:solidFill>
                <a:srgbClr val="87878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" name="任意多边形: 形状 149">
              <a:extLst>
                <a:ext uri="{FF2B5EF4-FFF2-40B4-BE49-F238E27FC236}">
                  <a16:creationId xmlns:a16="http://schemas.microsoft.com/office/drawing/2014/main" id="{F9CEFF53-6E6D-4D1C-9EF7-FBF3F9ACCAB5}"/>
                </a:ext>
              </a:extLst>
            </p:cNvPr>
            <p:cNvSpPr/>
            <p:nvPr/>
          </p:nvSpPr>
          <p:spPr>
            <a:xfrm>
              <a:off x="6901287" y="298166"/>
              <a:ext cx="378064" cy="266120"/>
            </a:xfrm>
            <a:custGeom>
              <a:avLst/>
              <a:gdLst>
                <a:gd name="connsiteX0" fmla="*/ 0 w 229362"/>
                <a:gd name="connsiteY0" fmla="*/ 0 h 161448"/>
                <a:gd name="connsiteX1" fmla="*/ 110204 w 229362"/>
                <a:gd name="connsiteY1" fmla="*/ 107537 h 161448"/>
                <a:gd name="connsiteX2" fmla="*/ 229362 w 229362"/>
                <a:gd name="connsiteY2" fmla="*/ 161449 h 161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9362" h="161448">
                  <a:moveTo>
                    <a:pt x="0" y="0"/>
                  </a:moveTo>
                  <a:cubicBezTo>
                    <a:pt x="0" y="0"/>
                    <a:pt x="31052" y="78962"/>
                    <a:pt x="110204" y="107537"/>
                  </a:cubicBezTo>
                  <a:cubicBezTo>
                    <a:pt x="151620" y="121494"/>
                    <a:pt x="191538" y="139554"/>
                    <a:pt x="229362" y="161449"/>
                  </a:cubicBezTo>
                </a:path>
              </a:pathLst>
            </a:custGeom>
            <a:noFill/>
            <a:ln w="9525" cap="rnd">
              <a:solidFill>
                <a:srgbClr val="87878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" name="任意多边形: 形状 150">
              <a:extLst>
                <a:ext uri="{FF2B5EF4-FFF2-40B4-BE49-F238E27FC236}">
                  <a16:creationId xmlns:a16="http://schemas.microsoft.com/office/drawing/2014/main" id="{621C7E3D-443A-4187-BF5B-B04934732439}"/>
                </a:ext>
              </a:extLst>
            </p:cNvPr>
            <p:cNvSpPr/>
            <p:nvPr/>
          </p:nvSpPr>
          <p:spPr>
            <a:xfrm>
              <a:off x="7239624" y="383575"/>
              <a:ext cx="113669" cy="166264"/>
            </a:xfrm>
            <a:custGeom>
              <a:avLst/>
              <a:gdLst>
                <a:gd name="connsiteX0" fmla="*/ 0 w 68960"/>
                <a:gd name="connsiteY0" fmla="*/ 0 h 100869"/>
                <a:gd name="connsiteX1" fmla="*/ 68961 w 68960"/>
                <a:gd name="connsiteY1" fmla="*/ 100870 h 10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960" h="100869">
                  <a:moveTo>
                    <a:pt x="0" y="0"/>
                  </a:moveTo>
                  <a:cubicBezTo>
                    <a:pt x="26606" y="31001"/>
                    <a:pt x="49731" y="64826"/>
                    <a:pt x="68961" y="100870"/>
                  </a:cubicBezTo>
                </a:path>
              </a:pathLst>
            </a:custGeom>
            <a:noFill/>
            <a:ln w="9525" cap="rnd">
              <a:solidFill>
                <a:srgbClr val="87878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" name="任意多边形: 形状 151">
              <a:extLst>
                <a:ext uri="{FF2B5EF4-FFF2-40B4-BE49-F238E27FC236}">
                  <a16:creationId xmlns:a16="http://schemas.microsoft.com/office/drawing/2014/main" id="{AD9DD3F7-94D7-4F17-A54F-B9EDA9763331}"/>
                </a:ext>
              </a:extLst>
            </p:cNvPr>
            <p:cNvSpPr/>
            <p:nvPr/>
          </p:nvSpPr>
          <p:spPr>
            <a:xfrm>
              <a:off x="6896572" y="219037"/>
              <a:ext cx="312280" cy="130468"/>
            </a:xfrm>
            <a:custGeom>
              <a:avLst/>
              <a:gdLst>
                <a:gd name="connsiteX0" fmla="*/ 0 w 189452"/>
                <a:gd name="connsiteY0" fmla="*/ 0 h 79152"/>
                <a:gd name="connsiteX1" fmla="*/ 189452 w 189452"/>
                <a:gd name="connsiteY1" fmla="*/ 79153 h 79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9452" h="79152">
                  <a:moveTo>
                    <a:pt x="0" y="0"/>
                  </a:moveTo>
                  <a:cubicBezTo>
                    <a:pt x="0" y="0"/>
                    <a:pt x="132874" y="19717"/>
                    <a:pt x="189452" y="79153"/>
                  </a:cubicBezTo>
                </a:path>
              </a:pathLst>
            </a:custGeom>
            <a:noFill/>
            <a:ln w="9525" cap="rnd">
              <a:solidFill>
                <a:srgbClr val="87878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" name="任意多边形: 形状 152">
              <a:extLst>
                <a:ext uri="{FF2B5EF4-FFF2-40B4-BE49-F238E27FC236}">
                  <a16:creationId xmlns:a16="http://schemas.microsoft.com/office/drawing/2014/main" id="{50DBB39B-1187-46F2-9C14-82C3CF82BFD2}"/>
                </a:ext>
              </a:extLst>
            </p:cNvPr>
            <p:cNvSpPr/>
            <p:nvPr/>
          </p:nvSpPr>
          <p:spPr>
            <a:xfrm>
              <a:off x="6621663" y="274929"/>
              <a:ext cx="214309" cy="265648"/>
            </a:xfrm>
            <a:custGeom>
              <a:avLst/>
              <a:gdLst>
                <a:gd name="connsiteX0" fmla="*/ 130016 w 130016"/>
                <a:gd name="connsiteY0" fmla="*/ 0 h 161162"/>
                <a:gd name="connsiteX1" fmla="*/ 67818 w 130016"/>
                <a:gd name="connsiteY1" fmla="*/ 62198 h 161162"/>
                <a:gd name="connsiteX2" fmla="*/ 0 w 130016"/>
                <a:gd name="connsiteY2" fmla="*/ 161163 h 161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0016" h="161162">
                  <a:moveTo>
                    <a:pt x="130016" y="0"/>
                  </a:moveTo>
                  <a:cubicBezTo>
                    <a:pt x="130016" y="0"/>
                    <a:pt x="82391" y="28575"/>
                    <a:pt x="67818" y="62198"/>
                  </a:cubicBezTo>
                  <a:cubicBezTo>
                    <a:pt x="53245" y="95821"/>
                    <a:pt x="31052" y="146971"/>
                    <a:pt x="0" y="161163"/>
                  </a:cubicBezTo>
                </a:path>
              </a:pathLst>
            </a:custGeom>
            <a:noFill/>
            <a:ln w="9525" cap="rnd">
              <a:solidFill>
                <a:srgbClr val="87878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" name="任意多边形: 形状 153">
              <a:extLst>
                <a:ext uri="{FF2B5EF4-FFF2-40B4-BE49-F238E27FC236}">
                  <a16:creationId xmlns:a16="http://schemas.microsoft.com/office/drawing/2014/main" id="{2B25641E-58C1-409B-B3F2-0962A700880A}"/>
                </a:ext>
              </a:extLst>
            </p:cNvPr>
            <p:cNvSpPr/>
            <p:nvPr/>
          </p:nvSpPr>
          <p:spPr>
            <a:xfrm>
              <a:off x="7192679" y="649855"/>
              <a:ext cx="80384" cy="135023"/>
            </a:xfrm>
            <a:custGeom>
              <a:avLst/>
              <a:gdLst>
                <a:gd name="connsiteX0" fmla="*/ 3905 w 48767"/>
                <a:gd name="connsiteY0" fmla="*/ 7810 h 81915"/>
                <a:gd name="connsiteX1" fmla="*/ 13716 w 48767"/>
                <a:gd name="connsiteY1" fmla="*/ 81915 h 81915"/>
                <a:gd name="connsiteX2" fmla="*/ 48768 w 48767"/>
                <a:gd name="connsiteY2" fmla="*/ 5905 h 81915"/>
                <a:gd name="connsiteX3" fmla="*/ 0 w 48767"/>
                <a:gd name="connsiteY3" fmla="*/ 0 h 81915"/>
                <a:gd name="connsiteX4" fmla="*/ 3905 w 48767"/>
                <a:gd name="connsiteY4" fmla="*/ 7810 h 81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767" h="81915">
                  <a:moveTo>
                    <a:pt x="3905" y="7810"/>
                  </a:moveTo>
                  <a:lnTo>
                    <a:pt x="13716" y="81915"/>
                  </a:lnTo>
                  <a:lnTo>
                    <a:pt x="48768" y="5905"/>
                  </a:lnTo>
                  <a:lnTo>
                    <a:pt x="0" y="0"/>
                  </a:lnTo>
                  <a:lnTo>
                    <a:pt x="3905" y="7810"/>
                  </a:lnTo>
                  <a:close/>
                </a:path>
              </a:pathLst>
            </a:custGeom>
            <a:solidFill>
              <a:srgbClr val="263238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87" name="组合 486">
            <a:extLst>
              <a:ext uri="{FF2B5EF4-FFF2-40B4-BE49-F238E27FC236}">
                <a16:creationId xmlns:a16="http://schemas.microsoft.com/office/drawing/2014/main" id="{2D67D202-D8D2-4536-9DCF-E535A3C04583}"/>
              </a:ext>
            </a:extLst>
          </p:cNvPr>
          <p:cNvGrpSpPr/>
          <p:nvPr/>
        </p:nvGrpSpPr>
        <p:grpSpPr>
          <a:xfrm>
            <a:off x="8999290" y="478859"/>
            <a:ext cx="1402598" cy="1412718"/>
            <a:chOff x="695329" y="1204190"/>
            <a:chExt cx="1392939" cy="1403011"/>
          </a:xfrm>
        </p:grpSpPr>
        <p:sp>
          <p:nvSpPr>
            <p:cNvPr id="488" name="任意多边形: 形状 487">
              <a:extLst>
                <a:ext uri="{FF2B5EF4-FFF2-40B4-BE49-F238E27FC236}">
                  <a16:creationId xmlns:a16="http://schemas.microsoft.com/office/drawing/2014/main" id="{A4C67EE0-2AD1-4DCA-92E3-5B1CAAB53CE8}"/>
                </a:ext>
              </a:extLst>
            </p:cNvPr>
            <p:cNvSpPr/>
            <p:nvPr/>
          </p:nvSpPr>
          <p:spPr>
            <a:xfrm>
              <a:off x="831566" y="1204190"/>
              <a:ext cx="1101902" cy="1017892"/>
            </a:xfrm>
            <a:custGeom>
              <a:avLst/>
              <a:gdLst>
                <a:gd name="connsiteX0" fmla="*/ 566389 w 668418"/>
                <a:gd name="connsiteY0" fmla="*/ 130588 h 617448"/>
                <a:gd name="connsiteX1" fmla="*/ 495047 w 668418"/>
                <a:gd name="connsiteY1" fmla="*/ 89154 h 617448"/>
                <a:gd name="connsiteX2" fmla="*/ 520383 w 668418"/>
                <a:gd name="connsiteY2" fmla="*/ 59246 h 617448"/>
                <a:gd name="connsiteX3" fmla="*/ 352362 w 668418"/>
                <a:gd name="connsiteY3" fmla="*/ 15431 h 617448"/>
                <a:gd name="connsiteX4" fmla="*/ 271781 w 668418"/>
                <a:gd name="connsiteY4" fmla="*/ 17812 h 617448"/>
                <a:gd name="connsiteX5" fmla="*/ 288354 w 668418"/>
                <a:gd name="connsiteY5" fmla="*/ 0 h 617448"/>
                <a:gd name="connsiteX6" fmla="*/ 254445 w 668418"/>
                <a:gd name="connsiteY6" fmla="*/ 0 h 617448"/>
                <a:gd name="connsiteX7" fmla="*/ 152052 w 668418"/>
                <a:gd name="connsiteY7" fmla="*/ 91440 h 617448"/>
                <a:gd name="connsiteX8" fmla="*/ 30036 w 668418"/>
                <a:gd name="connsiteY8" fmla="*/ 158115 h 617448"/>
                <a:gd name="connsiteX9" fmla="*/ 62326 w 668418"/>
                <a:gd name="connsiteY9" fmla="*/ 181070 h 617448"/>
                <a:gd name="connsiteX10" fmla="*/ 128 w 668418"/>
                <a:gd name="connsiteY10" fmla="*/ 332994 h 617448"/>
                <a:gd name="connsiteX11" fmla="*/ 31356 w 668418"/>
                <a:gd name="connsiteY11" fmla="*/ 370094 h 617448"/>
                <a:gd name="connsiteX12" fmla="*/ 39276 w 668418"/>
                <a:gd name="connsiteY12" fmla="*/ 369856 h 617448"/>
                <a:gd name="connsiteX13" fmla="*/ 73851 w 668418"/>
                <a:gd name="connsiteY13" fmla="*/ 540163 h 617448"/>
                <a:gd name="connsiteX14" fmla="*/ 115285 w 668418"/>
                <a:gd name="connsiteY14" fmla="*/ 537877 h 617448"/>
                <a:gd name="connsiteX15" fmla="*/ 255684 w 668418"/>
                <a:gd name="connsiteY15" fmla="*/ 609219 h 617448"/>
                <a:gd name="connsiteX16" fmla="*/ 511144 w 668418"/>
                <a:gd name="connsiteY16" fmla="*/ 572357 h 617448"/>
                <a:gd name="connsiteX17" fmla="*/ 587344 w 668418"/>
                <a:gd name="connsiteY17" fmla="*/ 524065 h 617448"/>
                <a:gd name="connsiteX18" fmla="*/ 608109 w 668418"/>
                <a:gd name="connsiteY18" fmla="*/ 528638 h 617448"/>
                <a:gd name="connsiteX19" fmla="*/ 631159 w 668418"/>
                <a:gd name="connsiteY19" fmla="*/ 369856 h 617448"/>
                <a:gd name="connsiteX20" fmla="*/ 654459 w 668418"/>
                <a:gd name="connsiteY20" fmla="*/ 362676 h 617448"/>
                <a:gd name="connsiteX21" fmla="*/ 656400 w 668418"/>
                <a:gd name="connsiteY21" fmla="*/ 356045 h 617448"/>
                <a:gd name="connsiteX22" fmla="*/ 642589 w 668418"/>
                <a:gd name="connsiteY22" fmla="*/ 300800 h 617448"/>
                <a:gd name="connsiteX23" fmla="*/ 667926 w 668418"/>
                <a:gd name="connsiteY23" fmla="*/ 277749 h 617448"/>
                <a:gd name="connsiteX24" fmla="*/ 566389 w 668418"/>
                <a:gd name="connsiteY24" fmla="*/ 130588 h 617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68418" h="617448">
                  <a:moveTo>
                    <a:pt x="566389" y="130588"/>
                  </a:moveTo>
                  <a:cubicBezTo>
                    <a:pt x="544363" y="113956"/>
                    <a:pt x="520409" y="100044"/>
                    <a:pt x="495047" y="89154"/>
                  </a:cubicBezTo>
                  <a:cubicBezTo>
                    <a:pt x="495047" y="89154"/>
                    <a:pt x="529527" y="75343"/>
                    <a:pt x="520383" y="59246"/>
                  </a:cubicBezTo>
                  <a:cubicBezTo>
                    <a:pt x="511239" y="43148"/>
                    <a:pt x="400654" y="15431"/>
                    <a:pt x="352362" y="15431"/>
                  </a:cubicBezTo>
                  <a:cubicBezTo>
                    <a:pt x="304071" y="15431"/>
                    <a:pt x="271781" y="17812"/>
                    <a:pt x="271781" y="17812"/>
                  </a:cubicBezTo>
                  <a:cubicBezTo>
                    <a:pt x="271781" y="17812"/>
                    <a:pt x="286545" y="6858"/>
                    <a:pt x="288354" y="0"/>
                  </a:cubicBezTo>
                  <a:lnTo>
                    <a:pt x="254445" y="0"/>
                  </a:lnTo>
                  <a:cubicBezTo>
                    <a:pt x="223870" y="11240"/>
                    <a:pt x="183008" y="40577"/>
                    <a:pt x="152052" y="91440"/>
                  </a:cubicBezTo>
                  <a:cubicBezTo>
                    <a:pt x="152052" y="91440"/>
                    <a:pt x="48515" y="128302"/>
                    <a:pt x="30036" y="158115"/>
                  </a:cubicBezTo>
                  <a:cubicBezTo>
                    <a:pt x="11558" y="187928"/>
                    <a:pt x="62326" y="181070"/>
                    <a:pt x="62326" y="181070"/>
                  </a:cubicBezTo>
                  <a:cubicBezTo>
                    <a:pt x="62326" y="181070"/>
                    <a:pt x="128" y="291560"/>
                    <a:pt x="128" y="332994"/>
                  </a:cubicBezTo>
                  <a:cubicBezTo>
                    <a:pt x="-1493" y="351862"/>
                    <a:pt x="12488" y="368473"/>
                    <a:pt x="31356" y="370094"/>
                  </a:cubicBezTo>
                  <a:cubicBezTo>
                    <a:pt x="33996" y="370321"/>
                    <a:pt x="36654" y="370241"/>
                    <a:pt x="39276" y="369856"/>
                  </a:cubicBezTo>
                  <a:cubicBezTo>
                    <a:pt x="39276" y="369856"/>
                    <a:pt x="43848" y="517208"/>
                    <a:pt x="73851" y="540163"/>
                  </a:cubicBezTo>
                  <a:cubicBezTo>
                    <a:pt x="103855" y="563118"/>
                    <a:pt x="115285" y="537877"/>
                    <a:pt x="115285" y="537877"/>
                  </a:cubicBezTo>
                  <a:cubicBezTo>
                    <a:pt x="158412" y="568282"/>
                    <a:pt x="205698" y="592310"/>
                    <a:pt x="255684" y="609219"/>
                  </a:cubicBezTo>
                  <a:cubicBezTo>
                    <a:pt x="333884" y="634556"/>
                    <a:pt x="467424" y="595408"/>
                    <a:pt x="511144" y="572357"/>
                  </a:cubicBezTo>
                  <a:cubicBezTo>
                    <a:pt x="537826" y="558378"/>
                    <a:pt x="563313" y="542227"/>
                    <a:pt x="587344" y="524065"/>
                  </a:cubicBezTo>
                  <a:cubicBezTo>
                    <a:pt x="587344" y="524066"/>
                    <a:pt x="592012" y="551688"/>
                    <a:pt x="608109" y="528638"/>
                  </a:cubicBezTo>
                  <a:cubicBezTo>
                    <a:pt x="624206" y="505587"/>
                    <a:pt x="631159" y="369856"/>
                    <a:pt x="631159" y="369856"/>
                  </a:cubicBezTo>
                  <a:cubicBezTo>
                    <a:pt x="639576" y="374307"/>
                    <a:pt x="650008" y="371093"/>
                    <a:pt x="654459" y="362676"/>
                  </a:cubicBezTo>
                  <a:cubicBezTo>
                    <a:pt x="655547" y="360619"/>
                    <a:pt x="656208" y="358363"/>
                    <a:pt x="656400" y="356045"/>
                  </a:cubicBezTo>
                  <a:cubicBezTo>
                    <a:pt x="661068" y="332994"/>
                    <a:pt x="642589" y="300800"/>
                    <a:pt x="642589" y="300800"/>
                  </a:cubicBezTo>
                  <a:cubicBezTo>
                    <a:pt x="642589" y="300800"/>
                    <a:pt x="672593" y="323850"/>
                    <a:pt x="667926" y="277749"/>
                  </a:cubicBezTo>
                  <a:cubicBezTo>
                    <a:pt x="663258" y="231648"/>
                    <a:pt x="598584" y="155924"/>
                    <a:pt x="566389" y="130588"/>
                  </a:cubicBezTo>
                  <a:close/>
                </a:path>
              </a:pathLst>
            </a:custGeom>
            <a:solidFill>
              <a:srgbClr val="263238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9" name="任意多边形: 形状 488">
              <a:extLst>
                <a:ext uri="{FF2B5EF4-FFF2-40B4-BE49-F238E27FC236}">
                  <a16:creationId xmlns:a16="http://schemas.microsoft.com/office/drawing/2014/main" id="{08E13B74-71C7-468E-AE2A-83B983850C07}"/>
                </a:ext>
              </a:extLst>
            </p:cNvPr>
            <p:cNvSpPr/>
            <p:nvPr/>
          </p:nvSpPr>
          <p:spPr>
            <a:xfrm>
              <a:off x="695329" y="2119013"/>
              <a:ext cx="1392939" cy="488030"/>
            </a:xfrm>
            <a:custGeom>
              <a:avLst/>
              <a:gdLst>
                <a:gd name="connsiteX0" fmla="*/ 844963 w 844962"/>
                <a:gd name="connsiteY0" fmla="*/ 296037 h 296036"/>
                <a:gd name="connsiteX1" fmla="*/ 844963 w 844962"/>
                <a:gd name="connsiteY1" fmla="*/ 145256 h 296036"/>
                <a:gd name="connsiteX2" fmla="*/ 520160 w 844962"/>
                <a:gd name="connsiteY2" fmla="*/ 16954 h 296036"/>
                <a:gd name="connsiteX3" fmla="*/ 338328 w 844962"/>
                <a:gd name="connsiteY3" fmla="*/ 0 h 296036"/>
                <a:gd name="connsiteX4" fmla="*/ 0 w 844962"/>
                <a:gd name="connsiteY4" fmla="*/ 152400 h 296036"/>
                <a:gd name="connsiteX5" fmla="*/ 0 w 844962"/>
                <a:gd name="connsiteY5" fmla="*/ 152400 h 296036"/>
                <a:gd name="connsiteX6" fmla="*/ 0 w 844962"/>
                <a:gd name="connsiteY6" fmla="*/ 295942 h 29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44962" h="296036">
                  <a:moveTo>
                    <a:pt x="844963" y="296037"/>
                  </a:moveTo>
                  <a:lnTo>
                    <a:pt x="844963" y="145256"/>
                  </a:lnTo>
                  <a:cubicBezTo>
                    <a:pt x="779431" y="119348"/>
                    <a:pt x="552736" y="29623"/>
                    <a:pt x="520160" y="16954"/>
                  </a:cubicBezTo>
                  <a:cubicBezTo>
                    <a:pt x="482060" y="2191"/>
                    <a:pt x="338328" y="0"/>
                    <a:pt x="338328" y="0"/>
                  </a:cubicBezTo>
                  <a:cubicBezTo>
                    <a:pt x="338328" y="0"/>
                    <a:pt x="25337" y="139636"/>
                    <a:pt x="0" y="152400"/>
                  </a:cubicBezTo>
                  <a:lnTo>
                    <a:pt x="0" y="152400"/>
                  </a:lnTo>
                  <a:lnTo>
                    <a:pt x="0" y="295942"/>
                  </a:lnTo>
                  <a:close/>
                </a:path>
              </a:pathLst>
            </a:custGeom>
            <a:solidFill>
              <a:schemeClr val="accent2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0" name="任意多边形: 形状 489">
              <a:extLst>
                <a:ext uri="{FF2B5EF4-FFF2-40B4-BE49-F238E27FC236}">
                  <a16:creationId xmlns:a16="http://schemas.microsoft.com/office/drawing/2014/main" id="{C0913D95-5CBB-4E1F-A461-1A641BBF6D15}"/>
                </a:ext>
              </a:extLst>
            </p:cNvPr>
            <p:cNvSpPr/>
            <p:nvPr/>
          </p:nvSpPr>
          <p:spPr>
            <a:xfrm>
              <a:off x="971216" y="2119013"/>
              <a:ext cx="804737" cy="488030"/>
            </a:xfrm>
            <a:custGeom>
              <a:avLst/>
              <a:gdLst>
                <a:gd name="connsiteX0" fmla="*/ 1810 w 488156"/>
                <a:gd name="connsiteY0" fmla="*/ 260128 h 296036"/>
                <a:gd name="connsiteX1" fmla="*/ 13621 w 488156"/>
                <a:gd name="connsiteY1" fmla="*/ 296037 h 296036"/>
                <a:gd name="connsiteX2" fmla="*/ 478155 w 488156"/>
                <a:gd name="connsiteY2" fmla="*/ 296037 h 296036"/>
                <a:gd name="connsiteX3" fmla="*/ 488156 w 488156"/>
                <a:gd name="connsiteY3" fmla="*/ 266509 h 296036"/>
                <a:gd name="connsiteX4" fmla="*/ 435197 w 488156"/>
                <a:gd name="connsiteY4" fmla="*/ 203073 h 296036"/>
                <a:gd name="connsiteX5" fmla="*/ 488061 w 488156"/>
                <a:gd name="connsiteY5" fmla="*/ 131159 h 296036"/>
                <a:gd name="connsiteX6" fmla="*/ 420053 w 488156"/>
                <a:gd name="connsiteY6" fmla="*/ 43434 h 296036"/>
                <a:gd name="connsiteX7" fmla="*/ 352711 w 488156"/>
                <a:gd name="connsiteY7" fmla="*/ 16954 h 296036"/>
                <a:gd name="connsiteX8" fmla="*/ 170879 w 488156"/>
                <a:gd name="connsiteY8" fmla="*/ 0 h 296036"/>
                <a:gd name="connsiteX9" fmla="*/ 54197 w 488156"/>
                <a:gd name="connsiteY9" fmla="*/ 52388 h 296036"/>
                <a:gd name="connsiteX10" fmla="*/ 0 w 488156"/>
                <a:gd name="connsiteY10" fmla="*/ 160782 h 296036"/>
                <a:gd name="connsiteX11" fmla="*/ 59150 w 488156"/>
                <a:gd name="connsiteY11" fmla="*/ 203073 h 29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8156" h="296036">
                  <a:moveTo>
                    <a:pt x="1810" y="260128"/>
                  </a:moveTo>
                  <a:lnTo>
                    <a:pt x="13621" y="296037"/>
                  </a:lnTo>
                  <a:lnTo>
                    <a:pt x="478155" y="296037"/>
                  </a:lnTo>
                  <a:lnTo>
                    <a:pt x="488156" y="266509"/>
                  </a:lnTo>
                  <a:lnTo>
                    <a:pt x="435197" y="203073"/>
                  </a:lnTo>
                  <a:lnTo>
                    <a:pt x="488061" y="131159"/>
                  </a:lnTo>
                  <a:lnTo>
                    <a:pt x="420053" y="43434"/>
                  </a:lnTo>
                  <a:lnTo>
                    <a:pt x="352711" y="16954"/>
                  </a:lnTo>
                  <a:cubicBezTo>
                    <a:pt x="314611" y="2191"/>
                    <a:pt x="170879" y="0"/>
                    <a:pt x="170879" y="0"/>
                  </a:cubicBezTo>
                  <a:lnTo>
                    <a:pt x="54197" y="52388"/>
                  </a:lnTo>
                  <a:lnTo>
                    <a:pt x="0" y="160782"/>
                  </a:lnTo>
                  <a:lnTo>
                    <a:pt x="59150" y="203073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1" name="任意多边形: 形状 490">
              <a:extLst>
                <a:ext uri="{FF2B5EF4-FFF2-40B4-BE49-F238E27FC236}">
                  <a16:creationId xmlns:a16="http://schemas.microsoft.com/office/drawing/2014/main" id="{C11C32F2-2793-435A-A1A2-CBD0A4FA0F75}"/>
                </a:ext>
              </a:extLst>
            </p:cNvPr>
            <p:cNvSpPr/>
            <p:nvPr/>
          </p:nvSpPr>
          <p:spPr>
            <a:xfrm>
              <a:off x="1179897" y="2119013"/>
              <a:ext cx="379993" cy="488188"/>
            </a:xfrm>
            <a:custGeom>
              <a:avLst/>
              <a:gdLst>
                <a:gd name="connsiteX0" fmla="*/ 230505 w 230505"/>
                <a:gd name="connsiteY0" fmla="*/ 296037 h 296132"/>
                <a:gd name="connsiteX1" fmla="*/ 230505 w 230505"/>
                <a:gd name="connsiteY1" fmla="*/ 18574 h 296132"/>
                <a:gd name="connsiteX2" fmla="*/ 226219 w 230505"/>
                <a:gd name="connsiteY2" fmla="*/ 16954 h 296132"/>
                <a:gd name="connsiteX3" fmla="*/ 44387 w 230505"/>
                <a:gd name="connsiteY3" fmla="*/ 0 h 296132"/>
                <a:gd name="connsiteX4" fmla="*/ 0 w 230505"/>
                <a:gd name="connsiteY4" fmla="*/ 19907 h 296132"/>
                <a:gd name="connsiteX5" fmla="*/ 0 w 230505"/>
                <a:gd name="connsiteY5" fmla="*/ 296132 h 296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0505" h="296132">
                  <a:moveTo>
                    <a:pt x="230505" y="296037"/>
                  </a:moveTo>
                  <a:lnTo>
                    <a:pt x="230505" y="18574"/>
                  </a:lnTo>
                  <a:lnTo>
                    <a:pt x="226219" y="16954"/>
                  </a:lnTo>
                  <a:cubicBezTo>
                    <a:pt x="188119" y="2191"/>
                    <a:pt x="44387" y="0"/>
                    <a:pt x="44387" y="0"/>
                  </a:cubicBezTo>
                  <a:lnTo>
                    <a:pt x="0" y="19907"/>
                  </a:lnTo>
                  <a:lnTo>
                    <a:pt x="0" y="296132"/>
                  </a:ln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2" name="任意多边形: 形状 491">
              <a:extLst>
                <a:ext uri="{FF2B5EF4-FFF2-40B4-BE49-F238E27FC236}">
                  <a16:creationId xmlns:a16="http://schemas.microsoft.com/office/drawing/2014/main" id="{58383915-9691-4A52-83BD-D53C45C72B06}"/>
                </a:ext>
              </a:extLst>
            </p:cNvPr>
            <p:cNvSpPr/>
            <p:nvPr/>
          </p:nvSpPr>
          <p:spPr>
            <a:xfrm>
              <a:off x="1184291" y="1988839"/>
              <a:ext cx="367937" cy="618203"/>
            </a:xfrm>
            <a:custGeom>
              <a:avLst/>
              <a:gdLst>
                <a:gd name="connsiteX0" fmla="*/ 117921 w 223192"/>
                <a:gd name="connsiteY0" fmla="*/ 374999 h 374999"/>
                <a:gd name="connsiteX1" fmla="*/ 131161 w 223192"/>
                <a:gd name="connsiteY1" fmla="*/ 374999 h 374999"/>
                <a:gd name="connsiteX2" fmla="*/ 191835 w 223192"/>
                <a:gd name="connsiteY2" fmla="*/ 277178 h 374999"/>
                <a:gd name="connsiteX3" fmla="*/ 218695 w 223192"/>
                <a:gd name="connsiteY3" fmla="*/ 89916 h 374999"/>
                <a:gd name="connsiteX4" fmla="*/ 205551 w 223192"/>
                <a:gd name="connsiteY4" fmla="*/ 26289 h 374999"/>
                <a:gd name="connsiteX5" fmla="*/ 14575 w 223192"/>
                <a:gd name="connsiteY5" fmla="*/ 0 h 374999"/>
                <a:gd name="connsiteX6" fmla="*/ 8002 w 223192"/>
                <a:gd name="connsiteY6" fmla="*/ 74581 h 374999"/>
                <a:gd name="connsiteX7" fmla="*/ 20194 w 223192"/>
                <a:gd name="connsiteY7" fmla="*/ 211931 h 374999"/>
                <a:gd name="connsiteX8" fmla="*/ 117921 w 223192"/>
                <a:gd name="connsiteY8" fmla="*/ 374999 h 37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192" h="374999">
                  <a:moveTo>
                    <a:pt x="117921" y="374999"/>
                  </a:moveTo>
                  <a:lnTo>
                    <a:pt x="131161" y="374999"/>
                  </a:lnTo>
                  <a:cubicBezTo>
                    <a:pt x="146210" y="353759"/>
                    <a:pt x="182405" y="301466"/>
                    <a:pt x="191835" y="277178"/>
                  </a:cubicBezTo>
                  <a:cubicBezTo>
                    <a:pt x="206027" y="240316"/>
                    <a:pt x="234126" y="163449"/>
                    <a:pt x="218695" y="89916"/>
                  </a:cubicBezTo>
                  <a:cubicBezTo>
                    <a:pt x="213171" y="63341"/>
                    <a:pt x="205551" y="26289"/>
                    <a:pt x="205551" y="26289"/>
                  </a:cubicBezTo>
                  <a:cubicBezTo>
                    <a:pt x="205551" y="26289"/>
                    <a:pt x="65057" y="50387"/>
                    <a:pt x="14575" y="0"/>
                  </a:cubicBezTo>
                  <a:cubicBezTo>
                    <a:pt x="18205" y="25033"/>
                    <a:pt x="15955" y="50568"/>
                    <a:pt x="8002" y="74581"/>
                  </a:cubicBezTo>
                  <a:cubicBezTo>
                    <a:pt x="-9714" y="119063"/>
                    <a:pt x="5431" y="168878"/>
                    <a:pt x="20194" y="211931"/>
                  </a:cubicBezTo>
                  <a:cubicBezTo>
                    <a:pt x="33053" y="249555"/>
                    <a:pt x="97347" y="344900"/>
                    <a:pt x="117921" y="374999"/>
                  </a:cubicBezTo>
                  <a:close/>
                </a:path>
              </a:pathLst>
            </a:custGeom>
            <a:solidFill>
              <a:srgbClr val="ADADAD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3" name="任意多边形: 形状 492">
              <a:extLst>
                <a:ext uri="{FF2B5EF4-FFF2-40B4-BE49-F238E27FC236}">
                  <a16:creationId xmlns:a16="http://schemas.microsoft.com/office/drawing/2014/main" id="{D8D98ED3-5F86-485B-B45D-3EDF634EC832}"/>
                </a:ext>
              </a:extLst>
            </p:cNvPr>
            <p:cNvSpPr/>
            <p:nvPr/>
          </p:nvSpPr>
          <p:spPr>
            <a:xfrm>
              <a:off x="1183785" y="2075045"/>
              <a:ext cx="346271" cy="261438"/>
            </a:xfrm>
            <a:custGeom>
              <a:avLst/>
              <a:gdLst>
                <a:gd name="connsiteX0" fmla="*/ 16502 w 210049"/>
                <a:gd name="connsiteY0" fmla="*/ 0 h 158587"/>
                <a:gd name="connsiteX1" fmla="*/ 82510 w 210049"/>
                <a:gd name="connsiteY1" fmla="*/ 158401 h 158587"/>
                <a:gd name="connsiteX2" fmla="*/ 210050 w 210049"/>
                <a:gd name="connsiteY2" fmla="*/ 28575 h 158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0049" h="158587">
                  <a:moveTo>
                    <a:pt x="16502" y="0"/>
                  </a:moveTo>
                  <a:cubicBezTo>
                    <a:pt x="16502" y="0"/>
                    <a:pt x="-49506" y="138589"/>
                    <a:pt x="82510" y="158401"/>
                  </a:cubicBezTo>
                  <a:cubicBezTo>
                    <a:pt x="122134" y="164306"/>
                    <a:pt x="210050" y="28575"/>
                    <a:pt x="210050" y="28575"/>
                  </a:cubicBezTo>
                  <a:close/>
                </a:path>
              </a:pathLst>
            </a:custGeom>
            <a:solidFill>
              <a:srgbClr val="263238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4" name="任意多边形: 形状 493">
              <a:extLst>
                <a:ext uri="{FF2B5EF4-FFF2-40B4-BE49-F238E27FC236}">
                  <a16:creationId xmlns:a16="http://schemas.microsoft.com/office/drawing/2014/main" id="{EAC2CBF5-91D6-4CE8-B2CA-DFFE13F52D44}"/>
                </a:ext>
              </a:extLst>
            </p:cNvPr>
            <p:cNvSpPr/>
            <p:nvPr/>
          </p:nvSpPr>
          <p:spPr>
            <a:xfrm>
              <a:off x="1085999" y="1495313"/>
              <a:ext cx="565435" cy="694363"/>
            </a:xfrm>
            <a:custGeom>
              <a:avLst/>
              <a:gdLst>
                <a:gd name="connsiteX0" fmla="*/ 85153 w 342995"/>
                <a:gd name="connsiteY0" fmla="*/ 0 h 421197"/>
                <a:gd name="connsiteX1" fmla="*/ 0 w 342995"/>
                <a:gd name="connsiteY1" fmla="*/ 135826 h 421197"/>
                <a:gd name="connsiteX2" fmla="*/ 23050 w 342995"/>
                <a:gd name="connsiteY2" fmla="*/ 296894 h 421197"/>
                <a:gd name="connsiteX3" fmla="*/ 128969 w 342995"/>
                <a:gd name="connsiteY3" fmla="*/ 409670 h 421197"/>
                <a:gd name="connsiteX4" fmla="*/ 239458 w 342995"/>
                <a:gd name="connsiteY4" fmla="*/ 407384 h 421197"/>
                <a:gd name="connsiteX5" fmla="*/ 326898 w 342995"/>
                <a:gd name="connsiteY5" fmla="*/ 317659 h 421197"/>
                <a:gd name="connsiteX6" fmla="*/ 342995 w 342995"/>
                <a:gd name="connsiteY6" fmla="*/ 142684 h 421197"/>
                <a:gd name="connsiteX7" fmla="*/ 191071 w 342995"/>
                <a:gd name="connsiteY7" fmla="*/ 50673 h 421197"/>
                <a:gd name="connsiteX8" fmla="*/ 172688 w 342995"/>
                <a:gd name="connsiteY8" fmla="*/ 62198 h 421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995" h="421197">
                  <a:moveTo>
                    <a:pt x="85153" y="0"/>
                  </a:moveTo>
                  <a:cubicBezTo>
                    <a:pt x="85153" y="0"/>
                    <a:pt x="0" y="126587"/>
                    <a:pt x="0" y="135826"/>
                  </a:cubicBezTo>
                  <a:cubicBezTo>
                    <a:pt x="0" y="145066"/>
                    <a:pt x="11525" y="264700"/>
                    <a:pt x="23050" y="296894"/>
                  </a:cubicBezTo>
                  <a:cubicBezTo>
                    <a:pt x="34576" y="329089"/>
                    <a:pt x="92107" y="389001"/>
                    <a:pt x="128969" y="409670"/>
                  </a:cubicBezTo>
                  <a:cubicBezTo>
                    <a:pt x="165830" y="430339"/>
                    <a:pt x="209455" y="419195"/>
                    <a:pt x="239458" y="407384"/>
                  </a:cubicBezTo>
                  <a:cubicBezTo>
                    <a:pt x="269462" y="395573"/>
                    <a:pt x="315658" y="354521"/>
                    <a:pt x="326898" y="317659"/>
                  </a:cubicBezTo>
                  <a:cubicBezTo>
                    <a:pt x="338137" y="280797"/>
                    <a:pt x="342995" y="142684"/>
                    <a:pt x="342995" y="142684"/>
                  </a:cubicBezTo>
                  <a:lnTo>
                    <a:pt x="191071" y="50673"/>
                  </a:lnTo>
                  <a:cubicBezTo>
                    <a:pt x="191071" y="50673"/>
                    <a:pt x="188786" y="73628"/>
                    <a:pt x="172688" y="62198"/>
                  </a:cubicBezTo>
                  <a:close/>
                </a:path>
              </a:pathLst>
            </a:custGeom>
            <a:solidFill>
              <a:srgbClr val="ADADAD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5" name="任意多边形: 形状 494">
              <a:extLst>
                <a:ext uri="{FF2B5EF4-FFF2-40B4-BE49-F238E27FC236}">
                  <a16:creationId xmlns:a16="http://schemas.microsoft.com/office/drawing/2014/main" id="{18133907-4EF6-44AC-B14A-BE596B7C7571}"/>
                </a:ext>
              </a:extLst>
            </p:cNvPr>
            <p:cNvSpPr/>
            <p:nvPr/>
          </p:nvSpPr>
          <p:spPr>
            <a:xfrm>
              <a:off x="1040125" y="1814071"/>
              <a:ext cx="72409" cy="150804"/>
            </a:xfrm>
            <a:custGeom>
              <a:avLst/>
              <a:gdLst>
                <a:gd name="connsiteX0" fmla="*/ 34780 w 43924"/>
                <a:gd name="connsiteY0" fmla="*/ 0 h 91477"/>
                <a:gd name="connsiteX1" fmla="*/ 776 w 43924"/>
                <a:gd name="connsiteY1" fmla="*/ 41053 h 91477"/>
                <a:gd name="connsiteX2" fmla="*/ 43924 w 43924"/>
                <a:gd name="connsiteY2" fmla="*/ 89726 h 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924" h="91477">
                  <a:moveTo>
                    <a:pt x="34780" y="0"/>
                  </a:moveTo>
                  <a:cubicBezTo>
                    <a:pt x="34780" y="0"/>
                    <a:pt x="-6082" y="29528"/>
                    <a:pt x="776" y="41053"/>
                  </a:cubicBezTo>
                  <a:cubicBezTo>
                    <a:pt x="7634" y="52578"/>
                    <a:pt x="18683" y="101251"/>
                    <a:pt x="43924" y="89726"/>
                  </a:cubicBezTo>
                  <a:close/>
                </a:path>
              </a:pathLst>
            </a:custGeom>
            <a:solidFill>
              <a:srgbClr val="ADADAD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6" name="任意多边形: 形状 495">
              <a:extLst>
                <a:ext uri="{FF2B5EF4-FFF2-40B4-BE49-F238E27FC236}">
                  <a16:creationId xmlns:a16="http://schemas.microsoft.com/office/drawing/2014/main" id="{8E72010E-20E3-43F1-8A54-3DCB4974B5A2}"/>
                </a:ext>
              </a:extLst>
            </p:cNvPr>
            <p:cNvSpPr/>
            <p:nvPr/>
          </p:nvSpPr>
          <p:spPr>
            <a:xfrm>
              <a:off x="1635731" y="1817839"/>
              <a:ext cx="76122" cy="149957"/>
            </a:xfrm>
            <a:custGeom>
              <a:avLst/>
              <a:gdLst>
                <a:gd name="connsiteX0" fmla="*/ 9525 w 46176"/>
                <a:gd name="connsiteY0" fmla="*/ 0 h 90963"/>
                <a:gd name="connsiteX1" fmla="*/ 0 w 46176"/>
                <a:gd name="connsiteY1" fmla="*/ 90964 h 90963"/>
                <a:gd name="connsiteX2" fmla="*/ 46101 w 46176"/>
                <a:gd name="connsiteY2" fmla="*/ 36862 h 90963"/>
                <a:gd name="connsiteX3" fmla="*/ 9525 w 46176"/>
                <a:gd name="connsiteY3" fmla="*/ 0 h 90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176" h="90963">
                  <a:moveTo>
                    <a:pt x="9525" y="0"/>
                  </a:moveTo>
                  <a:lnTo>
                    <a:pt x="0" y="90964"/>
                  </a:lnTo>
                  <a:cubicBezTo>
                    <a:pt x="0" y="90964"/>
                    <a:pt x="42863" y="60674"/>
                    <a:pt x="46101" y="36862"/>
                  </a:cubicBezTo>
                  <a:cubicBezTo>
                    <a:pt x="48101" y="23527"/>
                    <a:pt x="9525" y="0"/>
                    <a:pt x="9525" y="0"/>
                  </a:cubicBezTo>
                  <a:close/>
                </a:path>
              </a:pathLst>
            </a:custGeom>
            <a:solidFill>
              <a:srgbClr val="ADADAD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7" name="任意多边形: 形状 496">
              <a:extLst>
                <a:ext uri="{FF2B5EF4-FFF2-40B4-BE49-F238E27FC236}">
                  <a16:creationId xmlns:a16="http://schemas.microsoft.com/office/drawing/2014/main" id="{0BBEA764-3801-480C-BE39-8174FFF6A14A}"/>
                </a:ext>
              </a:extLst>
            </p:cNvPr>
            <p:cNvSpPr/>
            <p:nvPr/>
          </p:nvSpPr>
          <p:spPr>
            <a:xfrm>
              <a:off x="1255739" y="1751418"/>
              <a:ext cx="31403" cy="64536"/>
            </a:xfrm>
            <a:custGeom>
              <a:avLst/>
              <a:gdLst>
                <a:gd name="connsiteX0" fmla="*/ 19050 w 19049"/>
                <a:gd name="connsiteY0" fmla="*/ 19621 h 39147"/>
                <a:gd name="connsiteX1" fmla="*/ 9525 w 19049"/>
                <a:gd name="connsiteY1" fmla="*/ 39148 h 39147"/>
                <a:gd name="connsiteX2" fmla="*/ 0 w 19049"/>
                <a:gd name="connsiteY2" fmla="*/ 19621 h 39147"/>
                <a:gd name="connsiteX3" fmla="*/ 9525 w 19049"/>
                <a:gd name="connsiteY3" fmla="*/ 0 h 39147"/>
                <a:gd name="connsiteX4" fmla="*/ 19050 w 19049"/>
                <a:gd name="connsiteY4" fmla="*/ 19621 h 39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49" h="39147">
                  <a:moveTo>
                    <a:pt x="19050" y="19621"/>
                  </a:moveTo>
                  <a:cubicBezTo>
                    <a:pt x="19050" y="30385"/>
                    <a:pt x="14954" y="39148"/>
                    <a:pt x="9525" y="39148"/>
                  </a:cubicBezTo>
                  <a:cubicBezTo>
                    <a:pt x="4096" y="39148"/>
                    <a:pt x="0" y="30385"/>
                    <a:pt x="0" y="19621"/>
                  </a:cubicBezTo>
                  <a:cubicBezTo>
                    <a:pt x="0" y="8858"/>
                    <a:pt x="4096" y="0"/>
                    <a:pt x="9525" y="0"/>
                  </a:cubicBezTo>
                  <a:cubicBezTo>
                    <a:pt x="14954" y="0"/>
                    <a:pt x="19050" y="8763"/>
                    <a:pt x="19050" y="19621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8" name="任意多边形: 形状 497">
              <a:extLst>
                <a:ext uri="{FF2B5EF4-FFF2-40B4-BE49-F238E27FC236}">
                  <a16:creationId xmlns:a16="http://schemas.microsoft.com/office/drawing/2014/main" id="{041D570A-3602-4139-AB5E-69D44C195E3D}"/>
                </a:ext>
              </a:extLst>
            </p:cNvPr>
            <p:cNvSpPr/>
            <p:nvPr/>
          </p:nvSpPr>
          <p:spPr>
            <a:xfrm>
              <a:off x="1460652" y="1751418"/>
              <a:ext cx="31404" cy="64536"/>
            </a:xfrm>
            <a:custGeom>
              <a:avLst/>
              <a:gdLst>
                <a:gd name="connsiteX0" fmla="*/ 19050 w 19050"/>
                <a:gd name="connsiteY0" fmla="*/ 19621 h 39147"/>
                <a:gd name="connsiteX1" fmla="*/ 9525 w 19050"/>
                <a:gd name="connsiteY1" fmla="*/ 39148 h 39147"/>
                <a:gd name="connsiteX2" fmla="*/ 0 w 19050"/>
                <a:gd name="connsiteY2" fmla="*/ 19621 h 39147"/>
                <a:gd name="connsiteX3" fmla="*/ 9525 w 19050"/>
                <a:gd name="connsiteY3" fmla="*/ 0 h 39147"/>
                <a:gd name="connsiteX4" fmla="*/ 19050 w 19050"/>
                <a:gd name="connsiteY4" fmla="*/ 19621 h 39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39147">
                  <a:moveTo>
                    <a:pt x="19050" y="19621"/>
                  </a:moveTo>
                  <a:cubicBezTo>
                    <a:pt x="19050" y="30385"/>
                    <a:pt x="14954" y="39148"/>
                    <a:pt x="9525" y="39148"/>
                  </a:cubicBezTo>
                  <a:cubicBezTo>
                    <a:pt x="4096" y="39148"/>
                    <a:pt x="0" y="30385"/>
                    <a:pt x="0" y="19621"/>
                  </a:cubicBezTo>
                  <a:cubicBezTo>
                    <a:pt x="0" y="8858"/>
                    <a:pt x="4096" y="0"/>
                    <a:pt x="9525" y="0"/>
                  </a:cubicBezTo>
                  <a:cubicBezTo>
                    <a:pt x="14954" y="0"/>
                    <a:pt x="19050" y="8763"/>
                    <a:pt x="19050" y="19621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9" name="任意多边形: 形状 498">
              <a:extLst>
                <a:ext uri="{FF2B5EF4-FFF2-40B4-BE49-F238E27FC236}">
                  <a16:creationId xmlns:a16="http://schemas.microsoft.com/office/drawing/2014/main" id="{A04CD118-4DDE-4664-92C5-DF6CDB5F52E6}"/>
                </a:ext>
              </a:extLst>
            </p:cNvPr>
            <p:cNvSpPr/>
            <p:nvPr/>
          </p:nvSpPr>
          <p:spPr>
            <a:xfrm>
              <a:off x="1192300" y="1683759"/>
              <a:ext cx="113840" cy="31702"/>
            </a:xfrm>
            <a:custGeom>
              <a:avLst/>
              <a:gdLst>
                <a:gd name="connsiteX0" fmla="*/ 0 w 69056"/>
                <a:gd name="connsiteY0" fmla="*/ 19230 h 19230"/>
                <a:gd name="connsiteX1" fmla="*/ 69056 w 69056"/>
                <a:gd name="connsiteY1" fmla="*/ 3038 h 19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056" h="19230">
                  <a:moveTo>
                    <a:pt x="0" y="19230"/>
                  </a:moveTo>
                  <a:cubicBezTo>
                    <a:pt x="18467" y="1873"/>
                    <a:pt x="44798" y="-4301"/>
                    <a:pt x="69056" y="3038"/>
                  </a:cubicBezTo>
                </a:path>
              </a:pathLst>
            </a:custGeom>
            <a:noFill/>
            <a:ln w="2857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0" name="任意多边形: 形状 499">
              <a:extLst>
                <a:ext uri="{FF2B5EF4-FFF2-40B4-BE49-F238E27FC236}">
                  <a16:creationId xmlns:a16="http://schemas.microsoft.com/office/drawing/2014/main" id="{C289825D-1D16-463C-A643-CFB10DA4F334}"/>
                </a:ext>
              </a:extLst>
            </p:cNvPr>
            <p:cNvSpPr/>
            <p:nvPr/>
          </p:nvSpPr>
          <p:spPr>
            <a:xfrm>
              <a:off x="1435214" y="1680176"/>
              <a:ext cx="113683" cy="31360"/>
            </a:xfrm>
            <a:custGeom>
              <a:avLst/>
              <a:gdLst>
                <a:gd name="connsiteX0" fmla="*/ 0 w 68961"/>
                <a:gd name="connsiteY0" fmla="*/ 5212 h 19023"/>
                <a:gd name="connsiteX1" fmla="*/ 68961 w 68961"/>
                <a:gd name="connsiteY1" fmla="*/ 19023 h 19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961" h="19023">
                  <a:moveTo>
                    <a:pt x="0" y="5212"/>
                  </a:moveTo>
                  <a:cubicBezTo>
                    <a:pt x="23596" y="-5215"/>
                    <a:pt x="51200" y="313"/>
                    <a:pt x="68961" y="19023"/>
                  </a:cubicBezTo>
                </a:path>
              </a:pathLst>
            </a:custGeom>
            <a:noFill/>
            <a:ln w="2857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1" name="任意多边形: 形状 500">
              <a:extLst>
                <a:ext uri="{FF2B5EF4-FFF2-40B4-BE49-F238E27FC236}">
                  <a16:creationId xmlns:a16="http://schemas.microsoft.com/office/drawing/2014/main" id="{FFFDE03B-D1D2-4CD3-99CF-17F697416C7A}"/>
                </a:ext>
              </a:extLst>
            </p:cNvPr>
            <p:cNvSpPr/>
            <p:nvPr/>
          </p:nvSpPr>
          <p:spPr>
            <a:xfrm>
              <a:off x="1300019" y="1945973"/>
              <a:ext cx="167856" cy="39923"/>
            </a:xfrm>
            <a:custGeom>
              <a:avLst/>
              <a:gdLst>
                <a:gd name="connsiteX0" fmla="*/ 0 w 101822"/>
                <a:gd name="connsiteY0" fmla="*/ 6858 h 24217"/>
                <a:gd name="connsiteX1" fmla="*/ 55245 w 101822"/>
                <a:gd name="connsiteY1" fmla="*/ 24193 h 24217"/>
                <a:gd name="connsiteX2" fmla="*/ 101822 w 101822"/>
                <a:gd name="connsiteY2" fmla="*/ 0 h 24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822" h="24217">
                  <a:moveTo>
                    <a:pt x="0" y="6858"/>
                  </a:moveTo>
                  <a:cubicBezTo>
                    <a:pt x="16006" y="18557"/>
                    <a:pt x="35424" y="24650"/>
                    <a:pt x="55245" y="24193"/>
                  </a:cubicBezTo>
                  <a:cubicBezTo>
                    <a:pt x="73529" y="23206"/>
                    <a:pt x="90501" y="14391"/>
                    <a:pt x="101822" y="0"/>
                  </a:cubicBezTo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2" name="任意多边形: 形状 501">
              <a:extLst>
                <a:ext uri="{FF2B5EF4-FFF2-40B4-BE49-F238E27FC236}">
                  <a16:creationId xmlns:a16="http://schemas.microsoft.com/office/drawing/2014/main" id="{B8157086-56CC-421B-9F59-41F397B1C34B}"/>
                </a:ext>
              </a:extLst>
            </p:cNvPr>
            <p:cNvSpPr/>
            <p:nvPr/>
          </p:nvSpPr>
          <p:spPr>
            <a:xfrm>
              <a:off x="1317291" y="1878126"/>
              <a:ext cx="118237" cy="22911"/>
            </a:xfrm>
            <a:custGeom>
              <a:avLst/>
              <a:gdLst>
                <a:gd name="connsiteX0" fmla="*/ 71723 w 71723"/>
                <a:gd name="connsiteY0" fmla="*/ 0 h 13898"/>
                <a:gd name="connsiteX1" fmla="*/ 19621 w 71723"/>
                <a:gd name="connsiteY1" fmla="*/ 10858 h 13898"/>
                <a:gd name="connsiteX2" fmla="*/ 0 w 71723"/>
                <a:gd name="connsiteY2" fmla="*/ 0 h 13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723" h="13898">
                  <a:moveTo>
                    <a:pt x="71723" y="0"/>
                  </a:moveTo>
                  <a:cubicBezTo>
                    <a:pt x="71723" y="0"/>
                    <a:pt x="39148" y="21717"/>
                    <a:pt x="19621" y="10858"/>
                  </a:cubicBez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3" name="任意多边形: 形状 502">
              <a:extLst>
                <a:ext uri="{FF2B5EF4-FFF2-40B4-BE49-F238E27FC236}">
                  <a16:creationId xmlns:a16="http://schemas.microsoft.com/office/drawing/2014/main" id="{2A4032E9-9E4C-4F46-AC84-2BC46812A83E}"/>
                </a:ext>
              </a:extLst>
            </p:cNvPr>
            <p:cNvSpPr/>
            <p:nvPr/>
          </p:nvSpPr>
          <p:spPr>
            <a:xfrm>
              <a:off x="1195599" y="1835092"/>
              <a:ext cx="75212" cy="15702"/>
            </a:xfrm>
            <a:custGeom>
              <a:avLst/>
              <a:gdLst>
                <a:gd name="connsiteX0" fmla="*/ 0 w 45624"/>
                <a:gd name="connsiteY0" fmla="*/ 0 h 9525"/>
                <a:gd name="connsiteX1" fmla="*/ 45625 w 4562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624" h="9525">
                  <a:moveTo>
                    <a:pt x="0" y="0"/>
                  </a:moveTo>
                  <a:lnTo>
                    <a:pt x="45625" y="0"/>
                  </a:lnTo>
                </a:path>
              </a:pathLst>
            </a:custGeom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4" name="任意多边形: 形状 503">
              <a:extLst>
                <a:ext uri="{FF2B5EF4-FFF2-40B4-BE49-F238E27FC236}">
                  <a16:creationId xmlns:a16="http://schemas.microsoft.com/office/drawing/2014/main" id="{BEFF071E-903C-4E41-97B3-035FE54DE229}"/>
                </a:ext>
              </a:extLst>
            </p:cNvPr>
            <p:cNvSpPr/>
            <p:nvPr/>
          </p:nvSpPr>
          <p:spPr>
            <a:xfrm>
              <a:off x="1474934" y="1845910"/>
              <a:ext cx="71758" cy="15702"/>
            </a:xfrm>
            <a:custGeom>
              <a:avLst/>
              <a:gdLst>
                <a:gd name="connsiteX0" fmla="*/ 0 w 43529"/>
                <a:gd name="connsiteY0" fmla="*/ 0 h 9525"/>
                <a:gd name="connsiteX1" fmla="*/ 43529 w 4352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529" h="9525">
                  <a:moveTo>
                    <a:pt x="0" y="0"/>
                  </a:moveTo>
                  <a:lnTo>
                    <a:pt x="43529" y="0"/>
                  </a:lnTo>
                </a:path>
              </a:pathLst>
            </a:custGeom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375" name="组合 374">
            <a:extLst>
              <a:ext uri="{FF2B5EF4-FFF2-40B4-BE49-F238E27FC236}">
                <a16:creationId xmlns:a16="http://schemas.microsoft.com/office/drawing/2014/main" id="{195070EC-3FDB-4DC3-85C3-EF80CC479519}"/>
              </a:ext>
            </a:extLst>
          </p:cNvPr>
          <p:cNvGrpSpPr/>
          <p:nvPr/>
        </p:nvGrpSpPr>
        <p:grpSpPr>
          <a:xfrm>
            <a:off x="3241694" y="5114495"/>
            <a:ext cx="1434474" cy="1367870"/>
            <a:chOff x="2563189" y="5930907"/>
            <a:chExt cx="1379358" cy="1306201"/>
          </a:xfrm>
        </p:grpSpPr>
        <p:sp>
          <p:nvSpPr>
            <p:cNvPr id="159" name="任意多边形: 形状 158">
              <a:extLst>
                <a:ext uri="{FF2B5EF4-FFF2-40B4-BE49-F238E27FC236}">
                  <a16:creationId xmlns:a16="http://schemas.microsoft.com/office/drawing/2014/main" id="{51F929DD-AF83-42B5-A417-F9195E6685E7}"/>
                </a:ext>
              </a:extLst>
            </p:cNvPr>
            <p:cNvSpPr/>
            <p:nvPr/>
          </p:nvSpPr>
          <p:spPr>
            <a:xfrm>
              <a:off x="2563189" y="6940270"/>
              <a:ext cx="1379358" cy="296835"/>
            </a:xfrm>
            <a:custGeom>
              <a:avLst/>
              <a:gdLst>
                <a:gd name="connsiteX0" fmla="*/ 571595 w 842962"/>
                <a:gd name="connsiteY0" fmla="*/ 40917 h 181410"/>
                <a:gd name="connsiteX1" fmla="*/ 397288 w 842962"/>
                <a:gd name="connsiteY1" fmla="*/ 816 h 181410"/>
                <a:gd name="connsiteX2" fmla="*/ 303086 w 842962"/>
                <a:gd name="connsiteY2" fmla="*/ 8817 h 181410"/>
                <a:gd name="connsiteX3" fmla="*/ 20574 w 842962"/>
                <a:gd name="connsiteY3" fmla="*/ 143120 h 181410"/>
                <a:gd name="connsiteX4" fmla="*/ 0 w 842962"/>
                <a:gd name="connsiteY4" fmla="*/ 149121 h 181410"/>
                <a:gd name="connsiteX5" fmla="*/ 0 w 842962"/>
                <a:gd name="connsiteY5" fmla="*/ 181411 h 181410"/>
                <a:gd name="connsiteX6" fmla="*/ 842963 w 842962"/>
                <a:gd name="connsiteY6" fmla="*/ 181411 h 181410"/>
                <a:gd name="connsiteX7" fmla="*/ 842963 w 842962"/>
                <a:gd name="connsiteY7" fmla="*/ 152836 h 181410"/>
                <a:gd name="connsiteX8" fmla="*/ 571595 w 842962"/>
                <a:gd name="connsiteY8" fmla="*/ 40917 h 18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2962" h="181410">
                  <a:moveTo>
                    <a:pt x="571595" y="40917"/>
                  </a:moveTo>
                  <a:cubicBezTo>
                    <a:pt x="509492" y="14818"/>
                    <a:pt x="431292" y="4817"/>
                    <a:pt x="397288" y="816"/>
                  </a:cubicBezTo>
                  <a:cubicBezTo>
                    <a:pt x="363284" y="-3184"/>
                    <a:pt x="303086" y="8817"/>
                    <a:pt x="303086" y="8817"/>
                  </a:cubicBezTo>
                  <a:cubicBezTo>
                    <a:pt x="303086" y="8817"/>
                    <a:pt x="90678" y="123117"/>
                    <a:pt x="20574" y="143120"/>
                  </a:cubicBezTo>
                  <a:cubicBezTo>
                    <a:pt x="13049" y="145215"/>
                    <a:pt x="6287" y="147216"/>
                    <a:pt x="0" y="149121"/>
                  </a:cubicBezTo>
                  <a:lnTo>
                    <a:pt x="0" y="181411"/>
                  </a:lnTo>
                  <a:lnTo>
                    <a:pt x="842963" y="181411"/>
                  </a:lnTo>
                  <a:lnTo>
                    <a:pt x="842963" y="152836"/>
                  </a:lnTo>
                  <a:cubicBezTo>
                    <a:pt x="770477" y="123117"/>
                    <a:pt x="618363" y="60443"/>
                    <a:pt x="571595" y="40917"/>
                  </a:cubicBezTo>
                  <a:close/>
                </a:path>
              </a:pathLst>
            </a:custGeom>
            <a:solidFill>
              <a:srgbClr val="ADADAD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" name="任意多边形: 形状 159">
              <a:extLst>
                <a:ext uri="{FF2B5EF4-FFF2-40B4-BE49-F238E27FC236}">
                  <a16:creationId xmlns:a16="http://schemas.microsoft.com/office/drawing/2014/main" id="{C8FA9519-723C-47C6-AE40-5684527AA107}"/>
                </a:ext>
              </a:extLst>
            </p:cNvPr>
            <p:cNvSpPr/>
            <p:nvPr/>
          </p:nvSpPr>
          <p:spPr>
            <a:xfrm>
              <a:off x="2934448" y="6940273"/>
              <a:ext cx="580422" cy="296835"/>
            </a:xfrm>
            <a:custGeom>
              <a:avLst/>
              <a:gdLst>
                <a:gd name="connsiteX0" fmla="*/ 54769 w 354711"/>
                <a:gd name="connsiteY0" fmla="*/ 181411 h 181410"/>
                <a:gd name="connsiteX1" fmla="*/ 300038 w 354711"/>
                <a:gd name="connsiteY1" fmla="*/ 181411 h 181410"/>
                <a:gd name="connsiteX2" fmla="*/ 354711 w 354711"/>
                <a:gd name="connsiteY2" fmla="*/ 62920 h 181410"/>
                <a:gd name="connsiteX3" fmla="*/ 353568 w 354711"/>
                <a:gd name="connsiteY3" fmla="*/ 44631 h 181410"/>
                <a:gd name="connsiteX4" fmla="*/ 344710 w 354711"/>
                <a:gd name="connsiteY4" fmla="*/ 40917 h 181410"/>
                <a:gd name="connsiteX5" fmla="*/ 170402 w 354711"/>
                <a:gd name="connsiteY5" fmla="*/ 816 h 181410"/>
                <a:gd name="connsiteX6" fmla="*/ 76200 w 354711"/>
                <a:gd name="connsiteY6" fmla="*/ 8817 h 181410"/>
                <a:gd name="connsiteX7" fmla="*/ 762 w 354711"/>
                <a:gd name="connsiteY7" fmla="*/ 48346 h 181410"/>
                <a:gd name="connsiteX8" fmla="*/ 0 w 354711"/>
                <a:gd name="connsiteY8" fmla="*/ 62920 h 181410"/>
                <a:gd name="connsiteX9" fmla="*/ 54769 w 354711"/>
                <a:gd name="connsiteY9" fmla="*/ 181411 h 18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4711" h="181410">
                  <a:moveTo>
                    <a:pt x="54769" y="181411"/>
                  </a:moveTo>
                  <a:lnTo>
                    <a:pt x="300038" y="181411"/>
                  </a:lnTo>
                  <a:cubicBezTo>
                    <a:pt x="334451" y="151612"/>
                    <a:pt x="354371" y="108440"/>
                    <a:pt x="354711" y="62920"/>
                  </a:cubicBezTo>
                  <a:cubicBezTo>
                    <a:pt x="354716" y="56806"/>
                    <a:pt x="354334" y="50697"/>
                    <a:pt x="353568" y="44631"/>
                  </a:cubicBezTo>
                  <a:lnTo>
                    <a:pt x="344710" y="40917"/>
                  </a:lnTo>
                  <a:cubicBezTo>
                    <a:pt x="282607" y="14818"/>
                    <a:pt x="204407" y="4817"/>
                    <a:pt x="170402" y="816"/>
                  </a:cubicBezTo>
                  <a:cubicBezTo>
                    <a:pt x="136398" y="-3184"/>
                    <a:pt x="76200" y="8817"/>
                    <a:pt x="76200" y="8817"/>
                  </a:cubicBezTo>
                  <a:cubicBezTo>
                    <a:pt x="76200" y="8817"/>
                    <a:pt x="44101" y="26058"/>
                    <a:pt x="762" y="48346"/>
                  </a:cubicBezTo>
                  <a:cubicBezTo>
                    <a:pt x="762" y="53109"/>
                    <a:pt x="0" y="57871"/>
                    <a:pt x="0" y="62920"/>
                  </a:cubicBezTo>
                  <a:cubicBezTo>
                    <a:pt x="340" y="108461"/>
                    <a:pt x="20300" y="151644"/>
                    <a:pt x="54769" y="181411"/>
                  </a:cubicBezTo>
                  <a:close/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" name="任意多边形: 形状 160">
              <a:extLst>
                <a:ext uri="{FF2B5EF4-FFF2-40B4-BE49-F238E27FC236}">
                  <a16:creationId xmlns:a16="http://schemas.microsoft.com/office/drawing/2014/main" id="{076B3FE5-B062-4D6B-930B-447B6DBC555E}"/>
                </a:ext>
              </a:extLst>
            </p:cNvPr>
            <p:cNvSpPr/>
            <p:nvPr/>
          </p:nvSpPr>
          <p:spPr>
            <a:xfrm>
              <a:off x="2967335" y="7108842"/>
              <a:ext cx="68889" cy="49093"/>
            </a:xfrm>
            <a:custGeom>
              <a:avLst/>
              <a:gdLst>
                <a:gd name="connsiteX0" fmla="*/ 0 w 42100"/>
                <a:gd name="connsiteY0" fmla="*/ 30004 h 30003"/>
                <a:gd name="connsiteX1" fmla="*/ 42100 w 42100"/>
                <a:gd name="connsiteY1" fmla="*/ 0 h 30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100" h="30003">
                  <a:moveTo>
                    <a:pt x="0" y="30004"/>
                  </a:moveTo>
                  <a:lnTo>
                    <a:pt x="42100" y="0"/>
                  </a:lnTo>
                </a:path>
              </a:pathLst>
            </a:custGeom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" name="任意多边形: 形状 161">
              <a:extLst>
                <a:ext uri="{FF2B5EF4-FFF2-40B4-BE49-F238E27FC236}">
                  <a16:creationId xmlns:a16="http://schemas.microsoft.com/office/drawing/2014/main" id="{415127C9-F6CA-4E38-B60C-0880AF6A4403}"/>
                </a:ext>
              </a:extLst>
            </p:cNvPr>
            <p:cNvSpPr/>
            <p:nvPr/>
          </p:nvSpPr>
          <p:spPr>
            <a:xfrm>
              <a:off x="3029677" y="6882541"/>
              <a:ext cx="399935" cy="305754"/>
            </a:xfrm>
            <a:custGeom>
              <a:avLst/>
              <a:gdLst>
                <a:gd name="connsiteX0" fmla="*/ 0 w 244411"/>
                <a:gd name="connsiteY0" fmla="*/ 0 h 186861"/>
                <a:gd name="connsiteX1" fmla="*/ 6001 w 244411"/>
                <a:gd name="connsiteY1" fmla="*/ 92202 h 186861"/>
                <a:gd name="connsiteX2" fmla="*/ 108204 w 244411"/>
                <a:gd name="connsiteY2" fmla="*/ 184404 h 186861"/>
                <a:gd name="connsiteX3" fmla="*/ 218408 w 244411"/>
                <a:gd name="connsiteY3" fmla="*/ 126301 h 186861"/>
                <a:gd name="connsiteX4" fmla="*/ 244412 w 244411"/>
                <a:gd name="connsiteY4" fmla="*/ 0 h 186861"/>
                <a:gd name="connsiteX5" fmla="*/ 118205 w 244411"/>
                <a:gd name="connsiteY5" fmla="*/ 44101 h 186861"/>
                <a:gd name="connsiteX6" fmla="*/ 0 w 244411"/>
                <a:gd name="connsiteY6" fmla="*/ 0 h 18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411" h="186861">
                  <a:moveTo>
                    <a:pt x="0" y="0"/>
                  </a:moveTo>
                  <a:cubicBezTo>
                    <a:pt x="0" y="0"/>
                    <a:pt x="4000" y="76200"/>
                    <a:pt x="6001" y="92202"/>
                  </a:cubicBezTo>
                  <a:cubicBezTo>
                    <a:pt x="8001" y="108204"/>
                    <a:pt x="72104" y="170307"/>
                    <a:pt x="108204" y="184404"/>
                  </a:cubicBezTo>
                  <a:cubicBezTo>
                    <a:pt x="144304" y="198501"/>
                    <a:pt x="198311" y="148304"/>
                    <a:pt x="218408" y="126301"/>
                  </a:cubicBezTo>
                  <a:cubicBezTo>
                    <a:pt x="238506" y="104299"/>
                    <a:pt x="244412" y="0"/>
                    <a:pt x="244412" y="0"/>
                  </a:cubicBezTo>
                  <a:cubicBezTo>
                    <a:pt x="244412" y="0"/>
                    <a:pt x="162306" y="54102"/>
                    <a:pt x="118205" y="44101"/>
                  </a:cubicBezTo>
                  <a:cubicBezTo>
                    <a:pt x="74104" y="3409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" name="任意多边形: 形状 162">
              <a:extLst>
                <a:ext uri="{FF2B5EF4-FFF2-40B4-BE49-F238E27FC236}">
                  <a16:creationId xmlns:a16="http://schemas.microsoft.com/office/drawing/2014/main" id="{A1B768DA-47DE-4BF0-A69D-9CA270D96B22}"/>
                </a:ext>
              </a:extLst>
            </p:cNvPr>
            <p:cNvSpPr/>
            <p:nvPr/>
          </p:nvSpPr>
          <p:spPr>
            <a:xfrm>
              <a:off x="3029677" y="6883164"/>
              <a:ext cx="274935" cy="217104"/>
            </a:xfrm>
            <a:custGeom>
              <a:avLst/>
              <a:gdLst>
                <a:gd name="connsiteX0" fmla="*/ 112204 w 168020"/>
                <a:gd name="connsiteY0" fmla="*/ 42672 h 132683"/>
                <a:gd name="connsiteX1" fmla="*/ 0 w 168020"/>
                <a:gd name="connsiteY1" fmla="*/ 0 h 132683"/>
                <a:gd name="connsiteX2" fmla="*/ 6001 w 168020"/>
                <a:gd name="connsiteY2" fmla="*/ 92202 h 132683"/>
                <a:gd name="connsiteX3" fmla="*/ 37624 w 168020"/>
                <a:gd name="connsiteY3" fmla="*/ 132683 h 132683"/>
                <a:gd name="connsiteX4" fmla="*/ 51816 w 168020"/>
                <a:gd name="connsiteY4" fmla="*/ 129826 h 132683"/>
                <a:gd name="connsiteX5" fmla="*/ 168021 w 168020"/>
                <a:gd name="connsiteY5" fmla="*/ 89154 h 13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8020" h="132683">
                  <a:moveTo>
                    <a:pt x="112204" y="42672"/>
                  </a:moveTo>
                  <a:cubicBezTo>
                    <a:pt x="73872" y="31030"/>
                    <a:pt x="36382" y="16772"/>
                    <a:pt x="0" y="0"/>
                  </a:cubicBezTo>
                  <a:cubicBezTo>
                    <a:pt x="0" y="0"/>
                    <a:pt x="4000" y="76200"/>
                    <a:pt x="6001" y="92202"/>
                  </a:cubicBezTo>
                  <a:cubicBezTo>
                    <a:pt x="6858" y="99346"/>
                    <a:pt x="20098" y="115634"/>
                    <a:pt x="37624" y="132683"/>
                  </a:cubicBezTo>
                  <a:cubicBezTo>
                    <a:pt x="42411" y="132034"/>
                    <a:pt x="47151" y="131080"/>
                    <a:pt x="51816" y="129826"/>
                  </a:cubicBezTo>
                  <a:cubicBezTo>
                    <a:pt x="91373" y="118742"/>
                    <a:pt x="130186" y="105157"/>
                    <a:pt x="168021" y="89154"/>
                  </a:cubicBezTo>
                  <a:close/>
                </a:path>
              </a:pathLst>
            </a:custGeom>
            <a:solidFill>
              <a:srgbClr val="263238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" name="任意多边形: 形状 163">
              <a:extLst>
                <a:ext uri="{FF2B5EF4-FFF2-40B4-BE49-F238E27FC236}">
                  <a16:creationId xmlns:a16="http://schemas.microsoft.com/office/drawing/2014/main" id="{8AF6CDAD-BE5F-4668-B6DF-4FECE6902706}"/>
                </a:ext>
              </a:extLst>
            </p:cNvPr>
            <p:cNvSpPr/>
            <p:nvPr/>
          </p:nvSpPr>
          <p:spPr>
            <a:xfrm>
              <a:off x="2865662" y="6562428"/>
              <a:ext cx="95126" cy="189041"/>
            </a:xfrm>
            <a:custGeom>
              <a:avLst/>
              <a:gdLst>
                <a:gd name="connsiteX0" fmla="*/ 40037 w 58134"/>
                <a:gd name="connsiteY0" fmla="*/ 11329 h 115532"/>
                <a:gd name="connsiteX1" fmla="*/ 6032 w 58134"/>
                <a:gd name="connsiteY1" fmla="*/ 9328 h 115532"/>
                <a:gd name="connsiteX2" fmla="*/ 18034 w 58134"/>
                <a:gd name="connsiteY2" fmla="*/ 93434 h 115532"/>
                <a:gd name="connsiteX3" fmla="*/ 58134 w 58134"/>
                <a:gd name="connsiteY3" fmla="*/ 115532 h 115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134" h="115532">
                  <a:moveTo>
                    <a:pt x="40037" y="11329"/>
                  </a:moveTo>
                  <a:cubicBezTo>
                    <a:pt x="40037" y="11329"/>
                    <a:pt x="22034" y="-12770"/>
                    <a:pt x="6032" y="9328"/>
                  </a:cubicBezTo>
                  <a:cubicBezTo>
                    <a:pt x="-9970" y="31426"/>
                    <a:pt x="10033" y="71431"/>
                    <a:pt x="18034" y="93434"/>
                  </a:cubicBezTo>
                  <a:cubicBezTo>
                    <a:pt x="26035" y="115437"/>
                    <a:pt x="58134" y="115532"/>
                    <a:pt x="58134" y="115532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" name="任意多边形: 形状 164">
              <a:extLst>
                <a:ext uri="{FF2B5EF4-FFF2-40B4-BE49-F238E27FC236}">
                  <a16:creationId xmlns:a16="http://schemas.microsoft.com/office/drawing/2014/main" id="{88C85432-51DF-4F31-9653-0B302FA4BC66}"/>
                </a:ext>
              </a:extLst>
            </p:cNvPr>
            <p:cNvSpPr/>
            <p:nvPr/>
          </p:nvSpPr>
          <p:spPr>
            <a:xfrm>
              <a:off x="3469515" y="6561742"/>
              <a:ext cx="85175" cy="192687"/>
            </a:xfrm>
            <a:custGeom>
              <a:avLst/>
              <a:gdLst>
                <a:gd name="connsiteX0" fmla="*/ 10573 w 52053"/>
                <a:gd name="connsiteY0" fmla="*/ 12605 h 117761"/>
                <a:gd name="connsiteX1" fmla="*/ 44482 w 52053"/>
                <a:gd name="connsiteY1" fmla="*/ 8319 h 117761"/>
                <a:gd name="connsiteX2" fmla="*/ 38100 w 52053"/>
                <a:gd name="connsiteY2" fmla="*/ 93091 h 117761"/>
                <a:gd name="connsiteX3" fmla="*/ 0 w 52053"/>
                <a:gd name="connsiteY3" fmla="*/ 117761 h 117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053" h="117761">
                  <a:moveTo>
                    <a:pt x="10573" y="12605"/>
                  </a:moveTo>
                  <a:cubicBezTo>
                    <a:pt x="10573" y="12605"/>
                    <a:pt x="26956" y="-12636"/>
                    <a:pt x="44482" y="8319"/>
                  </a:cubicBezTo>
                  <a:cubicBezTo>
                    <a:pt x="62008" y="29274"/>
                    <a:pt x="44482" y="70517"/>
                    <a:pt x="38100" y="93091"/>
                  </a:cubicBezTo>
                  <a:cubicBezTo>
                    <a:pt x="31718" y="115666"/>
                    <a:pt x="0" y="117761"/>
                    <a:pt x="0" y="117761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" name="任意多边形: 形状 165">
              <a:extLst>
                <a:ext uri="{FF2B5EF4-FFF2-40B4-BE49-F238E27FC236}">
                  <a16:creationId xmlns:a16="http://schemas.microsoft.com/office/drawing/2014/main" id="{8BDED794-8566-41E5-8A45-45743BC970DE}"/>
                </a:ext>
              </a:extLst>
            </p:cNvPr>
            <p:cNvSpPr/>
            <p:nvPr/>
          </p:nvSpPr>
          <p:spPr>
            <a:xfrm>
              <a:off x="2928404" y="6251417"/>
              <a:ext cx="560280" cy="815474"/>
            </a:xfrm>
            <a:custGeom>
              <a:avLst/>
              <a:gdLst>
                <a:gd name="connsiteX0" fmla="*/ 1693 w 342402"/>
                <a:gd name="connsiteY0" fmla="*/ 201400 h 498376"/>
                <a:gd name="connsiteX1" fmla="*/ 31792 w 342402"/>
                <a:gd name="connsiteY1" fmla="*/ 363325 h 498376"/>
                <a:gd name="connsiteX2" fmla="*/ 137996 w 342402"/>
                <a:gd name="connsiteY2" fmla="*/ 477625 h 498376"/>
                <a:gd name="connsiteX3" fmla="*/ 218197 w 342402"/>
                <a:gd name="connsiteY3" fmla="*/ 495628 h 498376"/>
                <a:gd name="connsiteX4" fmla="*/ 262202 w 342402"/>
                <a:gd name="connsiteY4" fmla="*/ 455623 h 498376"/>
                <a:gd name="connsiteX5" fmla="*/ 334402 w 342402"/>
                <a:gd name="connsiteY5" fmla="*/ 351419 h 498376"/>
                <a:gd name="connsiteX6" fmla="*/ 342403 w 342402"/>
                <a:gd name="connsiteY6" fmla="*/ 155014 h 498376"/>
                <a:gd name="connsiteX7" fmla="*/ 318304 w 342402"/>
                <a:gd name="connsiteY7" fmla="*/ 30712 h 498376"/>
                <a:gd name="connsiteX8" fmla="*/ 118279 w 342402"/>
                <a:gd name="connsiteY8" fmla="*/ 709 h 498376"/>
                <a:gd name="connsiteX9" fmla="*/ 1693 w 342402"/>
                <a:gd name="connsiteY9" fmla="*/ 28712 h 498376"/>
                <a:gd name="connsiteX10" fmla="*/ 1693 w 342402"/>
                <a:gd name="connsiteY10" fmla="*/ 201400 h 498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2402" h="498376">
                  <a:moveTo>
                    <a:pt x="1693" y="201400"/>
                  </a:moveTo>
                  <a:cubicBezTo>
                    <a:pt x="1693" y="201400"/>
                    <a:pt x="19791" y="333608"/>
                    <a:pt x="31792" y="363325"/>
                  </a:cubicBezTo>
                  <a:cubicBezTo>
                    <a:pt x="43794" y="393043"/>
                    <a:pt x="129995" y="469529"/>
                    <a:pt x="137996" y="477625"/>
                  </a:cubicBezTo>
                  <a:cubicBezTo>
                    <a:pt x="145997" y="485722"/>
                    <a:pt x="194098" y="505629"/>
                    <a:pt x="218197" y="495628"/>
                  </a:cubicBezTo>
                  <a:cubicBezTo>
                    <a:pt x="242295" y="485626"/>
                    <a:pt x="262202" y="455623"/>
                    <a:pt x="262202" y="455623"/>
                  </a:cubicBezTo>
                  <a:cubicBezTo>
                    <a:pt x="262202" y="455623"/>
                    <a:pt x="326401" y="381423"/>
                    <a:pt x="334402" y="351419"/>
                  </a:cubicBezTo>
                  <a:cubicBezTo>
                    <a:pt x="342403" y="321416"/>
                    <a:pt x="342403" y="155014"/>
                    <a:pt x="342403" y="155014"/>
                  </a:cubicBezTo>
                  <a:cubicBezTo>
                    <a:pt x="342403" y="155014"/>
                    <a:pt x="332401" y="48810"/>
                    <a:pt x="318304" y="30712"/>
                  </a:cubicBezTo>
                  <a:cubicBezTo>
                    <a:pt x="304207" y="12615"/>
                    <a:pt x="186097" y="2709"/>
                    <a:pt x="118279" y="709"/>
                  </a:cubicBezTo>
                  <a:cubicBezTo>
                    <a:pt x="50461" y="-1292"/>
                    <a:pt x="5503" y="-1006"/>
                    <a:pt x="1693" y="28712"/>
                  </a:cubicBezTo>
                  <a:cubicBezTo>
                    <a:pt x="-2117" y="58430"/>
                    <a:pt x="1693" y="201400"/>
                    <a:pt x="1693" y="20140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" name="任意多边形: 形状 166">
              <a:extLst>
                <a:ext uri="{FF2B5EF4-FFF2-40B4-BE49-F238E27FC236}">
                  <a16:creationId xmlns:a16="http://schemas.microsoft.com/office/drawing/2014/main" id="{4BEC1F15-13F4-41B7-A26F-3EEEF57A8E2A}"/>
                </a:ext>
              </a:extLst>
            </p:cNvPr>
            <p:cNvSpPr/>
            <p:nvPr/>
          </p:nvSpPr>
          <p:spPr>
            <a:xfrm>
              <a:off x="3416210" y="6249773"/>
              <a:ext cx="119076" cy="343919"/>
            </a:xfrm>
            <a:custGeom>
              <a:avLst/>
              <a:gdLst>
                <a:gd name="connsiteX0" fmla="*/ 2667 w 72771"/>
                <a:gd name="connsiteY0" fmla="*/ 46101 h 210186"/>
                <a:gd name="connsiteX1" fmla="*/ 2667 w 72771"/>
                <a:gd name="connsiteY1" fmla="*/ 90202 h 210186"/>
                <a:gd name="connsiteX2" fmla="*/ 24765 w 72771"/>
                <a:gd name="connsiteY2" fmla="*/ 122206 h 210186"/>
                <a:gd name="connsiteX3" fmla="*/ 24765 w 72771"/>
                <a:gd name="connsiteY3" fmla="*/ 202406 h 210186"/>
                <a:gd name="connsiteX4" fmla="*/ 40767 w 72771"/>
                <a:gd name="connsiteY4" fmla="*/ 202406 h 210186"/>
                <a:gd name="connsiteX5" fmla="*/ 54769 w 72771"/>
                <a:gd name="connsiteY5" fmla="*/ 124206 h 210186"/>
                <a:gd name="connsiteX6" fmla="*/ 72771 w 72771"/>
                <a:gd name="connsiteY6" fmla="*/ 52102 h 210186"/>
                <a:gd name="connsiteX7" fmla="*/ 46768 w 72771"/>
                <a:gd name="connsiteY7" fmla="*/ 0 h 21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771" h="210186">
                  <a:moveTo>
                    <a:pt x="2667" y="46101"/>
                  </a:moveTo>
                  <a:cubicBezTo>
                    <a:pt x="2667" y="46101"/>
                    <a:pt x="-3334" y="78105"/>
                    <a:pt x="2667" y="90202"/>
                  </a:cubicBezTo>
                  <a:cubicBezTo>
                    <a:pt x="9194" y="101426"/>
                    <a:pt x="16582" y="112126"/>
                    <a:pt x="24765" y="122206"/>
                  </a:cubicBezTo>
                  <a:cubicBezTo>
                    <a:pt x="24765" y="122206"/>
                    <a:pt x="22765" y="196405"/>
                    <a:pt x="24765" y="202406"/>
                  </a:cubicBezTo>
                  <a:cubicBezTo>
                    <a:pt x="26765" y="208407"/>
                    <a:pt x="38767" y="216408"/>
                    <a:pt x="40767" y="202406"/>
                  </a:cubicBezTo>
                  <a:cubicBezTo>
                    <a:pt x="42767" y="188404"/>
                    <a:pt x="50768" y="136207"/>
                    <a:pt x="54769" y="124206"/>
                  </a:cubicBezTo>
                  <a:cubicBezTo>
                    <a:pt x="58769" y="112204"/>
                    <a:pt x="72771" y="86106"/>
                    <a:pt x="72771" y="52102"/>
                  </a:cubicBezTo>
                  <a:cubicBezTo>
                    <a:pt x="72546" y="31667"/>
                    <a:pt x="62962" y="12465"/>
                    <a:pt x="46768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" name="任意多边形: 形状 167">
              <a:extLst>
                <a:ext uri="{FF2B5EF4-FFF2-40B4-BE49-F238E27FC236}">
                  <a16:creationId xmlns:a16="http://schemas.microsoft.com/office/drawing/2014/main" id="{D7D88BC7-AEF1-495C-B8DF-510FE8742E69}"/>
                </a:ext>
              </a:extLst>
            </p:cNvPr>
            <p:cNvSpPr/>
            <p:nvPr/>
          </p:nvSpPr>
          <p:spPr>
            <a:xfrm>
              <a:off x="2846529" y="5930907"/>
              <a:ext cx="771402" cy="674551"/>
            </a:xfrm>
            <a:custGeom>
              <a:avLst/>
              <a:gdLst>
                <a:gd name="connsiteX0" fmla="*/ 46013 w 471424"/>
                <a:gd name="connsiteY0" fmla="*/ 375181 h 412251"/>
                <a:gd name="connsiteX1" fmla="*/ 4008 w 471424"/>
                <a:gd name="connsiteY1" fmla="*/ 218876 h 412251"/>
                <a:gd name="connsiteX2" fmla="*/ 38012 w 471424"/>
                <a:gd name="connsiteY2" fmla="*/ 80668 h 412251"/>
                <a:gd name="connsiteX3" fmla="*/ 108211 w 471424"/>
                <a:gd name="connsiteY3" fmla="*/ 56570 h 412251"/>
                <a:gd name="connsiteX4" fmla="*/ 206319 w 471424"/>
                <a:gd name="connsiteY4" fmla="*/ 2468 h 412251"/>
                <a:gd name="connsiteX5" fmla="*/ 342622 w 471424"/>
                <a:gd name="connsiteY5" fmla="*/ 30566 h 412251"/>
                <a:gd name="connsiteX6" fmla="*/ 448825 w 471424"/>
                <a:gd name="connsiteY6" fmla="*/ 48569 h 412251"/>
                <a:gd name="connsiteX7" fmla="*/ 448825 w 471424"/>
                <a:gd name="connsiteY7" fmla="*/ 164774 h 412251"/>
                <a:gd name="connsiteX8" fmla="*/ 298521 w 471424"/>
                <a:gd name="connsiteY8" fmla="*/ 266977 h 412251"/>
                <a:gd name="connsiteX9" fmla="*/ 140215 w 471424"/>
                <a:gd name="connsiteY9" fmla="*/ 242974 h 412251"/>
                <a:gd name="connsiteX10" fmla="*/ 96115 w 471424"/>
                <a:gd name="connsiteY10" fmla="*/ 218876 h 412251"/>
                <a:gd name="connsiteX11" fmla="*/ 110212 w 471424"/>
                <a:gd name="connsiteY11" fmla="*/ 280979 h 412251"/>
                <a:gd name="connsiteX12" fmla="*/ 70111 w 471424"/>
                <a:gd name="connsiteY12" fmla="*/ 325080 h 412251"/>
                <a:gd name="connsiteX13" fmla="*/ 70111 w 471424"/>
                <a:gd name="connsiteY13" fmla="*/ 411281 h 412251"/>
                <a:gd name="connsiteX14" fmla="*/ 46013 w 471424"/>
                <a:gd name="connsiteY14" fmla="*/ 375181 h 41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71424" h="412251">
                  <a:moveTo>
                    <a:pt x="46013" y="375181"/>
                  </a:moveTo>
                  <a:cubicBezTo>
                    <a:pt x="46013" y="375181"/>
                    <a:pt x="16009" y="274978"/>
                    <a:pt x="4008" y="218876"/>
                  </a:cubicBezTo>
                  <a:cubicBezTo>
                    <a:pt x="-7994" y="162774"/>
                    <a:pt x="8008" y="100670"/>
                    <a:pt x="38012" y="80668"/>
                  </a:cubicBezTo>
                  <a:cubicBezTo>
                    <a:pt x="59436" y="67742"/>
                    <a:pt x="83366" y="59527"/>
                    <a:pt x="108211" y="56570"/>
                  </a:cubicBezTo>
                  <a:cubicBezTo>
                    <a:pt x="108211" y="56570"/>
                    <a:pt x="148216" y="10469"/>
                    <a:pt x="206319" y="2468"/>
                  </a:cubicBezTo>
                  <a:cubicBezTo>
                    <a:pt x="264421" y="-5533"/>
                    <a:pt x="306522" y="6468"/>
                    <a:pt x="342622" y="30566"/>
                  </a:cubicBezTo>
                  <a:cubicBezTo>
                    <a:pt x="378721" y="54665"/>
                    <a:pt x="420727" y="48569"/>
                    <a:pt x="448825" y="48569"/>
                  </a:cubicBezTo>
                  <a:cubicBezTo>
                    <a:pt x="476924" y="48569"/>
                    <a:pt x="480925" y="124769"/>
                    <a:pt x="448825" y="164774"/>
                  </a:cubicBezTo>
                  <a:cubicBezTo>
                    <a:pt x="416726" y="204779"/>
                    <a:pt x="352623" y="254975"/>
                    <a:pt x="298521" y="266977"/>
                  </a:cubicBezTo>
                  <a:cubicBezTo>
                    <a:pt x="244419" y="278978"/>
                    <a:pt x="170314" y="256976"/>
                    <a:pt x="140215" y="242974"/>
                  </a:cubicBezTo>
                  <a:cubicBezTo>
                    <a:pt x="124899" y="236124"/>
                    <a:pt x="110152" y="228065"/>
                    <a:pt x="96115" y="218876"/>
                  </a:cubicBezTo>
                  <a:cubicBezTo>
                    <a:pt x="96115" y="218876"/>
                    <a:pt x="122213" y="264977"/>
                    <a:pt x="110212" y="280979"/>
                  </a:cubicBezTo>
                  <a:cubicBezTo>
                    <a:pt x="97596" y="296345"/>
                    <a:pt x="84212" y="311064"/>
                    <a:pt x="70111" y="325080"/>
                  </a:cubicBezTo>
                  <a:cubicBezTo>
                    <a:pt x="70111" y="325079"/>
                    <a:pt x="79636" y="403280"/>
                    <a:pt x="70111" y="411281"/>
                  </a:cubicBezTo>
                  <a:cubicBezTo>
                    <a:pt x="60586" y="419282"/>
                    <a:pt x="46013" y="375181"/>
                    <a:pt x="46013" y="375181"/>
                  </a:cubicBezTo>
                  <a:close/>
                </a:path>
              </a:pathLst>
            </a:custGeom>
            <a:solidFill>
              <a:schemeClr val="accent2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" name="任意多边形: 形状 168">
              <a:extLst>
                <a:ext uri="{FF2B5EF4-FFF2-40B4-BE49-F238E27FC236}">
                  <a16:creationId xmlns:a16="http://schemas.microsoft.com/office/drawing/2014/main" id="{7A537F25-FE31-4267-9B29-5DFDDA4EE6EC}"/>
                </a:ext>
              </a:extLst>
            </p:cNvPr>
            <p:cNvSpPr/>
            <p:nvPr/>
          </p:nvSpPr>
          <p:spPr>
            <a:xfrm>
              <a:off x="3051966" y="6105917"/>
              <a:ext cx="525559" cy="193767"/>
            </a:xfrm>
            <a:custGeom>
              <a:avLst/>
              <a:gdLst>
                <a:gd name="connsiteX0" fmla="*/ 0 w 321183"/>
                <a:gd name="connsiteY0" fmla="*/ 63055 h 118420"/>
                <a:gd name="connsiteX1" fmla="*/ 164020 w 321183"/>
                <a:gd name="connsiteY1" fmla="*/ 118396 h 118420"/>
                <a:gd name="connsiteX2" fmla="*/ 321183 w 321183"/>
                <a:gd name="connsiteY2" fmla="*/ 0 h 118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1183" h="118420">
                  <a:moveTo>
                    <a:pt x="0" y="63055"/>
                  </a:moveTo>
                  <a:cubicBezTo>
                    <a:pt x="46752" y="99686"/>
                    <a:pt x="104632" y="119215"/>
                    <a:pt x="164020" y="118396"/>
                  </a:cubicBezTo>
                  <a:cubicBezTo>
                    <a:pt x="286512" y="114300"/>
                    <a:pt x="321183" y="0"/>
                    <a:pt x="321183" y="0"/>
                  </a:cubicBezTo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" name="任意多边形: 形状 169">
              <a:extLst>
                <a:ext uri="{FF2B5EF4-FFF2-40B4-BE49-F238E27FC236}">
                  <a16:creationId xmlns:a16="http://schemas.microsoft.com/office/drawing/2014/main" id="{56072D8E-0049-417E-8CE3-DA9CC225200A}"/>
                </a:ext>
              </a:extLst>
            </p:cNvPr>
            <p:cNvSpPr/>
            <p:nvPr/>
          </p:nvSpPr>
          <p:spPr>
            <a:xfrm>
              <a:off x="2989779" y="6152674"/>
              <a:ext cx="23534" cy="24000"/>
            </a:xfrm>
            <a:custGeom>
              <a:avLst/>
              <a:gdLst>
                <a:gd name="connsiteX0" fmla="*/ 0 w 14382"/>
                <a:gd name="connsiteY0" fmla="*/ 0 h 14668"/>
                <a:gd name="connsiteX1" fmla="*/ 14383 w 14382"/>
                <a:gd name="connsiteY1" fmla="*/ 14669 h 14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82" h="14668">
                  <a:moveTo>
                    <a:pt x="0" y="0"/>
                  </a:moveTo>
                  <a:cubicBezTo>
                    <a:pt x="4517" y="5154"/>
                    <a:pt x="9318" y="10051"/>
                    <a:pt x="14383" y="14669"/>
                  </a:cubicBezTo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" name="任意多边形: 形状 170">
              <a:extLst>
                <a:ext uri="{FF2B5EF4-FFF2-40B4-BE49-F238E27FC236}">
                  <a16:creationId xmlns:a16="http://schemas.microsoft.com/office/drawing/2014/main" id="{43EC33F4-E426-43B0-AB72-3291E8BADCEC}"/>
                </a:ext>
              </a:extLst>
            </p:cNvPr>
            <p:cNvSpPr/>
            <p:nvPr/>
          </p:nvSpPr>
          <p:spPr>
            <a:xfrm>
              <a:off x="3475589" y="6156102"/>
              <a:ext cx="58446" cy="43481"/>
            </a:xfrm>
            <a:custGeom>
              <a:avLst/>
              <a:gdLst>
                <a:gd name="connsiteX0" fmla="*/ 0 w 35718"/>
                <a:gd name="connsiteY0" fmla="*/ 26575 h 26574"/>
                <a:gd name="connsiteX1" fmla="*/ 35719 w 35718"/>
                <a:gd name="connsiteY1" fmla="*/ 0 h 26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18" h="26574">
                  <a:moveTo>
                    <a:pt x="0" y="26575"/>
                  </a:moveTo>
                  <a:cubicBezTo>
                    <a:pt x="13661" y="20357"/>
                    <a:pt x="25838" y="11297"/>
                    <a:pt x="35719" y="0"/>
                  </a:cubicBezTo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" name="任意多边形: 形状 171">
              <a:extLst>
                <a:ext uri="{FF2B5EF4-FFF2-40B4-BE49-F238E27FC236}">
                  <a16:creationId xmlns:a16="http://schemas.microsoft.com/office/drawing/2014/main" id="{F19FFC74-C93C-44E2-8A4F-2ADC261CCB08}"/>
                </a:ext>
              </a:extLst>
            </p:cNvPr>
            <p:cNvSpPr/>
            <p:nvPr/>
          </p:nvSpPr>
          <p:spPr>
            <a:xfrm>
              <a:off x="3066614" y="6095791"/>
              <a:ext cx="360971" cy="121636"/>
            </a:xfrm>
            <a:custGeom>
              <a:avLst/>
              <a:gdLst>
                <a:gd name="connsiteX0" fmla="*/ 0 w 220599"/>
                <a:gd name="connsiteY0" fmla="*/ 0 h 74338"/>
                <a:gd name="connsiteX1" fmla="*/ 157163 w 220599"/>
                <a:gd name="connsiteY1" fmla="*/ 67342 h 74338"/>
                <a:gd name="connsiteX2" fmla="*/ 220599 w 220599"/>
                <a:gd name="connsiteY2" fmla="*/ 72676 h 7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0599" h="74338">
                  <a:moveTo>
                    <a:pt x="0" y="0"/>
                  </a:moveTo>
                  <a:cubicBezTo>
                    <a:pt x="50291" y="27054"/>
                    <a:pt x="102885" y="49590"/>
                    <a:pt x="157163" y="67342"/>
                  </a:cubicBezTo>
                  <a:cubicBezTo>
                    <a:pt x="177561" y="74245"/>
                    <a:pt x="199334" y="76076"/>
                    <a:pt x="220599" y="72676"/>
                  </a:cubicBezTo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" name="任意多边形: 形状 172">
              <a:extLst>
                <a:ext uri="{FF2B5EF4-FFF2-40B4-BE49-F238E27FC236}">
                  <a16:creationId xmlns:a16="http://schemas.microsoft.com/office/drawing/2014/main" id="{0AB6848B-FB63-491F-9852-A533F49DDB8C}"/>
                </a:ext>
              </a:extLst>
            </p:cNvPr>
            <p:cNvSpPr/>
            <p:nvPr/>
          </p:nvSpPr>
          <p:spPr>
            <a:xfrm>
              <a:off x="3173252" y="6518622"/>
              <a:ext cx="100175" cy="259878"/>
            </a:xfrm>
            <a:custGeom>
              <a:avLst/>
              <a:gdLst>
                <a:gd name="connsiteX0" fmla="*/ 60465 w 61220"/>
                <a:gd name="connsiteY0" fmla="*/ 0 h 158824"/>
                <a:gd name="connsiteX1" fmla="*/ 54464 w 61220"/>
                <a:gd name="connsiteY1" fmla="*/ 98203 h 158824"/>
                <a:gd name="connsiteX2" fmla="*/ 48463 w 61220"/>
                <a:gd name="connsiteY2" fmla="*/ 158305 h 158824"/>
                <a:gd name="connsiteX3" fmla="*/ 362 w 61220"/>
                <a:gd name="connsiteY3" fmla="*/ 128206 h 15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20" h="158824">
                  <a:moveTo>
                    <a:pt x="60465" y="0"/>
                  </a:moveTo>
                  <a:cubicBezTo>
                    <a:pt x="60465" y="0"/>
                    <a:pt x="50940" y="72104"/>
                    <a:pt x="54464" y="98203"/>
                  </a:cubicBezTo>
                  <a:cubicBezTo>
                    <a:pt x="57988" y="124301"/>
                    <a:pt x="70561" y="154305"/>
                    <a:pt x="48463" y="158305"/>
                  </a:cubicBezTo>
                  <a:cubicBezTo>
                    <a:pt x="26365" y="162306"/>
                    <a:pt x="-3638" y="142304"/>
                    <a:pt x="362" y="128206"/>
                  </a:cubicBezTo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" name="任意多边形: 形状 173">
              <a:extLst>
                <a:ext uri="{FF2B5EF4-FFF2-40B4-BE49-F238E27FC236}">
                  <a16:creationId xmlns:a16="http://schemas.microsoft.com/office/drawing/2014/main" id="{9B6B179A-1084-4757-BDBB-377E0686F1CA}"/>
                </a:ext>
              </a:extLst>
            </p:cNvPr>
            <p:cNvSpPr/>
            <p:nvPr/>
          </p:nvSpPr>
          <p:spPr>
            <a:xfrm>
              <a:off x="3111656" y="6777649"/>
              <a:ext cx="245791" cy="62875"/>
            </a:xfrm>
            <a:custGeom>
              <a:avLst/>
              <a:gdLst>
                <a:gd name="connsiteX0" fmla="*/ 0 w 150209"/>
                <a:gd name="connsiteY0" fmla="*/ 8001 h 38426"/>
                <a:gd name="connsiteX1" fmla="*/ 82106 w 150209"/>
                <a:gd name="connsiteY1" fmla="*/ 38100 h 38426"/>
                <a:gd name="connsiteX2" fmla="*/ 150209 w 150209"/>
                <a:gd name="connsiteY2" fmla="*/ 0 h 38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0209" h="38426">
                  <a:moveTo>
                    <a:pt x="0" y="8001"/>
                  </a:moveTo>
                  <a:cubicBezTo>
                    <a:pt x="0" y="8001"/>
                    <a:pt x="36005" y="42101"/>
                    <a:pt x="82106" y="38100"/>
                  </a:cubicBezTo>
                  <a:cubicBezTo>
                    <a:pt x="109251" y="35854"/>
                    <a:pt x="134092" y="21957"/>
                    <a:pt x="150209" y="0"/>
                  </a:cubicBezTo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" name="任意多边形: 形状 174">
              <a:extLst>
                <a:ext uri="{FF2B5EF4-FFF2-40B4-BE49-F238E27FC236}">
                  <a16:creationId xmlns:a16="http://schemas.microsoft.com/office/drawing/2014/main" id="{E3BC173C-9784-4C8C-B605-3EB43D837719}"/>
                </a:ext>
              </a:extLst>
            </p:cNvPr>
            <p:cNvSpPr/>
            <p:nvPr/>
          </p:nvSpPr>
          <p:spPr>
            <a:xfrm>
              <a:off x="3101836" y="6558051"/>
              <a:ext cx="32730" cy="58912"/>
            </a:xfrm>
            <a:custGeom>
              <a:avLst/>
              <a:gdLst>
                <a:gd name="connsiteX0" fmla="*/ 20002 w 20002"/>
                <a:gd name="connsiteY0" fmla="*/ 18002 h 36004"/>
                <a:gd name="connsiteX1" fmla="*/ 10001 w 20002"/>
                <a:gd name="connsiteY1" fmla="*/ 36005 h 36004"/>
                <a:gd name="connsiteX2" fmla="*/ 0 w 20002"/>
                <a:gd name="connsiteY2" fmla="*/ 18002 h 36004"/>
                <a:gd name="connsiteX3" fmla="*/ 10001 w 20002"/>
                <a:gd name="connsiteY3" fmla="*/ 0 h 36004"/>
                <a:gd name="connsiteX4" fmla="*/ 20002 w 20002"/>
                <a:gd name="connsiteY4" fmla="*/ 18002 h 3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" h="36004">
                  <a:moveTo>
                    <a:pt x="20002" y="18002"/>
                  </a:moveTo>
                  <a:cubicBezTo>
                    <a:pt x="20002" y="27945"/>
                    <a:pt x="15525" y="36005"/>
                    <a:pt x="10001" y="36005"/>
                  </a:cubicBezTo>
                  <a:cubicBezTo>
                    <a:pt x="4478" y="36005"/>
                    <a:pt x="0" y="27945"/>
                    <a:pt x="0" y="18002"/>
                  </a:cubicBezTo>
                  <a:cubicBezTo>
                    <a:pt x="0" y="8060"/>
                    <a:pt x="4478" y="0"/>
                    <a:pt x="10001" y="0"/>
                  </a:cubicBezTo>
                  <a:cubicBezTo>
                    <a:pt x="15525" y="0"/>
                    <a:pt x="20002" y="8060"/>
                    <a:pt x="20002" y="18002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6" name="任意多边形: 形状 175">
              <a:extLst>
                <a:ext uri="{FF2B5EF4-FFF2-40B4-BE49-F238E27FC236}">
                  <a16:creationId xmlns:a16="http://schemas.microsoft.com/office/drawing/2014/main" id="{AD15128A-E031-4D3A-8469-95EBEE4DE5CF}"/>
                </a:ext>
              </a:extLst>
            </p:cNvPr>
            <p:cNvSpPr/>
            <p:nvPr/>
          </p:nvSpPr>
          <p:spPr>
            <a:xfrm>
              <a:off x="3318949" y="6557895"/>
              <a:ext cx="31951" cy="59067"/>
            </a:xfrm>
            <a:custGeom>
              <a:avLst/>
              <a:gdLst>
                <a:gd name="connsiteX0" fmla="*/ 19526 w 19526"/>
                <a:gd name="connsiteY0" fmla="*/ 18097 h 36099"/>
                <a:gd name="connsiteX1" fmla="*/ 9525 w 19526"/>
                <a:gd name="connsiteY1" fmla="*/ 36100 h 36099"/>
                <a:gd name="connsiteX2" fmla="*/ 0 w 19526"/>
                <a:gd name="connsiteY2" fmla="*/ 18097 h 36099"/>
                <a:gd name="connsiteX3" fmla="*/ 9525 w 19526"/>
                <a:gd name="connsiteY3" fmla="*/ 0 h 36099"/>
                <a:gd name="connsiteX4" fmla="*/ 19526 w 19526"/>
                <a:gd name="connsiteY4" fmla="*/ 18097 h 36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26" h="36099">
                  <a:moveTo>
                    <a:pt x="19526" y="18097"/>
                  </a:moveTo>
                  <a:cubicBezTo>
                    <a:pt x="19526" y="27622"/>
                    <a:pt x="15050" y="36100"/>
                    <a:pt x="9525" y="36100"/>
                  </a:cubicBezTo>
                  <a:cubicBezTo>
                    <a:pt x="4000" y="36100"/>
                    <a:pt x="0" y="28004"/>
                    <a:pt x="0" y="18097"/>
                  </a:cubicBezTo>
                  <a:cubicBezTo>
                    <a:pt x="0" y="8192"/>
                    <a:pt x="4477" y="0"/>
                    <a:pt x="9525" y="0"/>
                  </a:cubicBezTo>
                  <a:cubicBezTo>
                    <a:pt x="14573" y="0"/>
                    <a:pt x="19526" y="8096"/>
                    <a:pt x="19526" y="18097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7" name="任意多边形: 形状 176">
              <a:extLst>
                <a:ext uri="{FF2B5EF4-FFF2-40B4-BE49-F238E27FC236}">
                  <a16:creationId xmlns:a16="http://schemas.microsoft.com/office/drawing/2014/main" id="{EF059566-6863-4971-A47C-E3A5C0F2F4BB}"/>
                </a:ext>
              </a:extLst>
            </p:cNvPr>
            <p:cNvSpPr/>
            <p:nvPr/>
          </p:nvSpPr>
          <p:spPr>
            <a:xfrm>
              <a:off x="3039104" y="6471083"/>
              <a:ext cx="152820" cy="68887"/>
            </a:xfrm>
            <a:custGeom>
              <a:avLst/>
              <a:gdLst>
                <a:gd name="connsiteX0" fmla="*/ 3190 w 93392"/>
                <a:gd name="connsiteY0" fmla="*/ 42101 h 42100"/>
                <a:gd name="connsiteX1" fmla="*/ 41290 w 93392"/>
                <a:gd name="connsiteY1" fmla="*/ 26003 h 42100"/>
                <a:gd name="connsiteX2" fmla="*/ 93392 w 93392"/>
                <a:gd name="connsiteY2" fmla="*/ 28004 h 42100"/>
                <a:gd name="connsiteX3" fmla="*/ 37290 w 93392"/>
                <a:gd name="connsiteY3" fmla="*/ 0 h 42100"/>
                <a:gd name="connsiteX4" fmla="*/ 3190 w 93392"/>
                <a:gd name="connsiteY4" fmla="*/ 42101 h 42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392" h="42100">
                  <a:moveTo>
                    <a:pt x="3190" y="42101"/>
                  </a:moveTo>
                  <a:cubicBezTo>
                    <a:pt x="14028" y="33100"/>
                    <a:pt x="27282" y="27500"/>
                    <a:pt x="41290" y="26003"/>
                  </a:cubicBezTo>
                  <a:cubicBezTo>
                    <a:pt x="67294" y="22003"/>
                    <a:pt x="93392" y="36100"/>
                    <a:pt x="93392" y="28004"/>
                  </a:cubicBezTo>
                  <a:cubicBezTo>
                    <a:pt x="93392" y="19908"/>
                    <a:pt x="67294" y="0"/>
                    <a:pt x="37290" y="0"/>
                  </a:cubicBezTo>
                  <a:cubicBezTo>
                    <a:pt x="7286" y="0"/>
                    <a:pt x="-6811" y="34100"/>
                    <a:pt x="3190" y="42101"/>
                  </a:cubicBezTo>
                  <a:close/>
                </a:path>
              </a:pathLst>
            </a:custGeom>
            <a:solidFill>
              <a:schemeClr val="accent2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8" name="任意多边形: 形状 177">
              <a:extLst>
                <a:ext uri="{FF2B5EF4-FFF2-40B4-BE49-F238E27FC236}">
                  <a16:creationId xmlns:a16="http://schemas.microsoft.com/office/drawing/2014/main" id="{825ECBE7-89F9-4744-B045-755F0FDFD99D}"/>
                </a:ext>
              </a:extLst>
            </p:cNvPr>
            <p:cNvSpPr/>
            <p:nvPr/>
          </p:nvSpPr>
          <p:spPr>
            <a:xfrm>
              <a:off x="3255515" y="6444905"/>
              <a:ext cx="152820" cy="68731"/>
            </a:xfrm>
            <a:custGeom>
              <a:avLst/>
              <a:gdLst>
                <a:gd name="connsiteX0" fmla="*/ 90202 w 93392"/>
                <a:gd name="connsiteY0" fmla="*/ 42005 h 42005"/>
                <a:gd name="connsiteX1" fmla="*/ 52102 w 93392"/>
                <a:gd name="connsiteY1" fmla="*/ 26003 h 42005"/>
                <a:gd name="connsiteX2" fmla="*/ 0 w 93392"/>
                <a:gd name="connsiteY2" fmla="*/ 28004 h 42005"/>
                <a:gd name="connsiteX3" fmla="*/ 56102 w 93392"/>
                <a:gd name="connsiteY3" fmla="*/ 0 h 42005"/>
                <a:gd name="connsiteX4" fmla="*/ 90202 w 93392"/>
                <a:gd name="connsiteY4" fmla="*/ 42005 h 4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392" h="42005">
                  <a:moveTo>
                    <a:pt x="90202" y="42005"/>
                  </a:moveTo>
                  <a:cubicBezTo>
                    <a:pt x="79359" y="33029"/>
                    <a:pt x="66102" y="27462"/>
                    <a:pt x="52102" y="26003"/>
                  </a:cubicBezTo>
                  <a:cubicBezTo>
                    <a:pt x="26098" y="22003"/>
                    <a:pt x="0" y="36004"/>
                    <a:pt x="0" y="28004"/>
                  </a:cubicBezTo>
                  <a:cubicBezTo>
                    <a:pt x="0" y="20003"/>
                    <a:pt x="26098" y="0"/>
                    <a:pt x="56102" y="0"/>
                  </a:cubicBezTo>
                  <a:cubicBezTo>
                    <a:pt x="86106" y="0"/>
                    <a:pt x="100203" y="34290"/>
                    <a:pt x="90202" y="42005"/>
                  </a:cubicBezTo>
                  <a:close/>
                </a:path>
              </a:pathLst>
            </a:custGeom>
            <a:solidFill>
              <a:schemeClr val="accent2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9" name="任意多边形: 形状 178">
              <a:extLst>
                <a:ext uri="{FF2B5EF4-FFF2-40B4-BE49-F238E27FC236}">
                  <a16:creationId xmlns:a16="http://schemas.microsoft.com/office/drawing/2014/main" id="{73B7932F-E182-47B6-AC3B-84713B2EE59B}"/>
                </a:ext>
              </a:extLst>
            </p:cNvPr>
            <p:cNvSpPr/>
            <p:nvPr/>
          </p:nvSpPr>
          <p:spPr>
            <a:xfrm>
              <a:off x="3069884" y="6637057"/>
              <a:ext cx="56731" cy="13403"/>
            </a:xfrm>
            <a:custGeom>
              <a:avLst/>
              <a:gdLst>
                <a:gd name="connsiteX0" fmla="*/ 0 w 34670"/>
                <a:gd name="connsiteY0" fmla="*/ 0 h 8191"/>
                <a:gd name="connsiteX1" fmla="*/ 34671 w 34670"/>
                <a:gd name="connsiteY1" fmla="*/ 8191 h 8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670" h="8191">
                  <a:moveTo>
                    <a:pt x="0" y="0"/>
                  </a:moveTo>
                  <a:lnTo>
                    <a:pt x="34671" y="8191"/>
                  </a:lnTo>
                </a:path>
              </a:pathLst>
            </a:custGeom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0" name="任意多边形: 形状 179">
              <a:extLst>
                <a:ext uri="{FF2B5EF4-FFF2-40B4-BE49-F238E27FC236}">
                  <a16:creationId xmlns:a16="http://schemas.microsoft.com/office/drawing/2014/main" id="{5B713397-E451-4F08-BD10-D7BC57D1917E}"/>
                </a:ext>
              </a:extLst>
            </p:cNvPr>
            <p:cNvSpPr/>
            <p:nvPr/>
          </p:nvSpPr>
          <p:spPr>
            <a:xfrm>
              <a:off x="3317070" y="6633857"/>
              <a:ext cx="66706" cy="13248"/>
            </a:xfrm>
            <a:custGeom>
              <a:avLst/>
              <a:gdLst>
                <a:gd name="connsiteX0" fmla="*/ 0 w 40766"/>
                <a:gd name="connsiteY0" fmla="*/ 8096 h 8096"/>
                <a:gd name="connsiteX1" fmla="*/ 40767 w 40766"/>
                <a:gd name="connsiteY1" fmla="*/ 0 h 8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766" h="8096">
                  <a:moveTo>
                    <a:pt x="0" y="8096"/>
                  </a:moveTo>
                  <a:lnTo>
                    <a:pt x="40767" y="0"/>
                  </a:lnTo>
                </a:path>
              </a:pathLst>
            </a:custGeom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373" name="组合 372">
            <a:extLst>
              <a:ext uri="{FF2B5EF4-FFF2-40B4-BE49-F238E27FC236}">
                <a16:creationId xmlns:a16="http://schemas.microsoft.com/office/drawing/2014/main" id="{71F4286D-7EA4-48F8-B4C5-7D4A22B18D4B}"/>
              </a:ext>
            </a:extLst>
          </p:cNvPr>
          <p:cNvGrpSpPr/>
          <p:nvPr/>
        </p:nvGrpSpPr>
        <p:grpSpPr>
          <a:xfrm>
            <a:off x="375920" y="5025094"/>
            <a:ext cx="1410310" cy="1445705"/>
            <a:chOff x="9779137" y="1011942"/>
            <a:chExt cx="1375575" cy="1349577"/>
          </a:xfrm>
        </p:grpSpPr>
        <p:sp>
          <p:nvSpPr>
            <p:cNvPr id="185" name="任意多边形: 形状 184">
              <a:extLst>
                <a:ext uri="{FF2B5EF4-FFF2-40B4-BE49-F238E27FC236}">
                  <a16:creationId xmlns:a16="http://schemas.microsoft.com/office/drawing/2014/main" id="{69C3DB8F-8BC2-4968-BFBD-41E0D954CD16}"/>
                </a:ext>
              </a:extLst>
            </p:cNvPr>
            <p:cNvSpPr/>
            <p:nvPr/>
          </p:nvSpPr>
          <p:spPr>
            <a:xfrm>
              <a:off x="9779137" y="1882432"/>
              <a:ext cx="1375575" cy="479087"/>
            </a:xfrm>
            <a:custGeom>
              <a:avLst/>
              <a:gdLst>
                <a:gd name="connsiteX0" fmla="*/ 845344 w 845343"/>
                <a:gd name="connsiteY0" fmla="*/ 294417 h 294417"/>
                <a:gd name="connsiteX1" fmla="*/ 845344 w 845343"/>
                <a:gd name="connsiteY1" fmla="*/ 153543 h 294417"/>
                <a:gd name="connsiteX2" fmla="*/ 619887 w 845343"/>
                <a:gd name="connsiteY2" fmla="*/ 58293 h 294417"/>
                <a:gd name="connsiteX3" fmla="*/ 294989 w 845343"/>
                <a:gd name="connsiteY3" fmla="*/ 10668 h 294417"/>
                <a:gd name="connsiteX4" fmla="*/ 36671 w 845343"/>
                <a:gd name="connsiteY4" fmla="*/ 144018 h 294417"/>
                <a:gd name="connsiteX5" fmla="*/ 0 w 845343"/>
                <a:gd name="connsiteY5" fmla="*/ 158972 h 294417"/>
                <a:gd name="connsiteX6" fmla="*/ 0 w 845343"/>
                <a:gd name="connsiteY6" fmla="*/ 294417 h 294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45343" h="294417">
                  <a:moveTo>
                    <a:pt x="845344" y="294417"/>
                  </a:moveTo>
                  <a:lnTo>
                    <a:pt x="845344" y="153543"/>
                  </a:lnTo>
                  <a:cubicBezTo>
                    <a:pt x="801529" y="134493"/>
                    <a:pt x="679133" y="80581"/>
                    <a:pt x="619887" y="58293"/>
                  </a:cubicBezTo>
                  <a:cubicBezTo>
                    <a:pt x="547021" y="31241"/>
                    <a:pt x="457391" y="-22956"/>
                    <a:pt x="294989" y="10668"/>
                  </a:cubicBezTo>
                  <a:cubicBezTo>
                    <a:pt x="294989" y="10668"/>
                    <a:pt x="80391" y="127349"/>
                    <a:pt x="36671" y="144018"/>
                  </a:cubicBezTo>
                  <a:cubicBezTo>
                    <a:pt x="19526" y="150495"/>
                    <a:pt x="8096" y="155447"/>
                    <a:pt x="0" y="158972"/>
                  </a:cubicBezTo>
                  <a:lnTo>
                    <a:pt x="0" y="294417"/>
                  </a:lnTo>
                  <a:close/>
                </a:path>
              </a:pathLst>
            </a:custGeom>
            <a:solidFill>
              <a:srgbClr val="ADADAD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7" name="任意多边形: 形状 186">
              <a:extLst>
                <a:ext uri="{FF2B5EF4-FFF2-40B4-BE49-F238E27FC236}">
                  <a16:creationId xmlns:a16="http://schemas.microsoft.com/office/drawing/2014/main" id="{525A757B-2509-43B5-8795-B962AAB75FE1}"/>
                </a:ext>
              </a:extLst>
            </p:cNvPr>
            <p:cNvSpPr/>
            <p:nvPr/>
          </p:nvSpPr>
          <p:spPr>
            <a:xfrm>
              <a:off x="10070372" y="1882896"/>
              <a:ext cx="849213" cy="440803"/>
            </a:xfrm>
            <a:custGeom>
              <a:avLst/>
              <a:gdLst>
                <a:gd name="connsiteX0" fmla="*/ 500634 w 521874"/>
                <a:gd name="connsiteY0" fmla="*/ 270890 h 270890"/>
                <a:gd name="connsiteX1" fmla="*/ 513493 w 521874"/>
                <a:gd name="connsiteY1" fmla="*/ 247840 h 270890"/>
                <a:gd name="connsiteX2" fmla="*/ 438531 w 521874"/>
                <a:gd name="connsiteY2" fmla="*/ 210312 h 270890"/>
                <a:gd name="connsiteX3" fmla="*/ 521875 w 521874"/>
                <a:gd name="connsiteY3" fmla="*/ 166592 h 270890"/>
                <a:gd name="connsiteX4" fmla="*/ 485299 w 521874"/>
                <a:gd name="connsiteY4" fmla="*/ 75914 h 270890"/>
                <a:gd name="connsiteX5" fmla="*/ 440626 w 521874"/>
                <a:gd name="connsiteY5" fmla="*/ 58293 h 270890"/>
                <a:gd name="connsiteX6" fmla="*/ 115729 w 521874"/>
                <a:gd name="connsiteY6" fmla="*/ 10668 h 270890"/>
                <a:gd name="connsiteX7" fmla="*/ 14478 w 521874"/>
                <a:gd name="connsiteY7" fmla="*/ 64960 h 270890"/>
                <a:gd name="connsiteX8" fmla="*/ 0 w 521874"/>
                <a:gd name="connsiteY8" fmla="*/ 104870 h 270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1874" h="270890">
                  <a:moveTo>
                    <a:pt x="500634" y="270890"/>
                  </a:moveTo>
                  <a:lnTo>
                    <a:pt x="513493" y="247840"/>
                  </a:lnTo>
                  <a:lnTo>
                    <a:pt x="438531" y="210312"/>
                  </a:lnTo>
                  <a:lnTo>
                    <a:pt x="521875" y="166592"/>
                  </a:lnTo>
                  <a:lnTo>
                    <a:pt x="485299" y="75914"/>
                  </a:lnTo>
                  <a:cubicBezTo>
                    <a:pt x="468535" y="69056"/>
                    <a:pt x="453104" y="62960"/>
                    <a:pt x="440626" y="58293"/>
                  </a:cubicBezTo>
                  <a:cubicBezTo>
                    <a:pt x="367760" y="31241"/>
                    <a:pt x="278130" y="-22956"/>
                    <a:pt x="115729" y="10668"/>
                  </a:cubicBezTo>
                  <a:cubicBezTo>
                    <a:pt x="115729" y="10668"/>
                    <a:pt x="68866" y="36099"/>
                    <a:pt x="14478" y="64960"/>
                  </a:cubicBezTo>
                  <a:lnTo>
                    <a:pt x="0" y="104870"/>
                  </a:lnTo>
                </a:path>
              </a:pathLst>
            </a:custGeom>
            <a:solidFill>
              <a:srgbClr val="ADADAD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8" name="任意多边形: 形状 187">
              <a:extLst>
                <a:ext uri="{FF2B5EF4-FFF2-40B4-BE49-F238E27FC236}">
                  <a16:creationId xmlns:a16="http://schemas.microsoft.com/office/drawing/2014/main" id="{E1F387FD-2716-47BD-AE36-E7C5CCD22FEE}"/>
                </a:ext>
              </a:extLst>
            </p:cNvPr>
            <p:cNvSpPr/>
            <p:nvPr/>
          </p:nvSpPr>
          <p:spPr>
            <a:xfrm>
              <a:off x="10232030" y="1924280"/>
              <a:ext cx="448595" cy="437239"/>
            </a:xfrm>
            <a:custGeom>
              <a:avLst/>
              <a:gdLst>
                <a:gd name="connsiteX0" fmla="*/ 70104 w 275679"/>
                <a:gd name="connsiteY0" fmla="*/ 268700 h 268700"/>
                <a:gd name="connsiteX1" fmla="*/ 229838 w 275679"/>
                <a:gd name="connsiteY1" fmla="*/ 268700 h 268700"/>
                <a:gd name="connsiteX2" fmla="*/ 260128 w 275679"/>
                <a:gd name="connsiteY2" fmla="*/ 176594 h 268700"/>
                <a:gd name="connsiteX3" fmla="*/ 268510 w 275679"/>
                <a:gd name="connsiteY3" fmla="*/ 5810 h 268700"/>
                <a:gd name="connsiteX4" fmla="*/ 0 w 275679"/>
                <a:gd name="connsiteY4" fmla="*/ 0 h 268700"/>
                <a:gd name="connsiteX5" fmla="*/ 43720 w 275679"/>
                <a:gd name="connsiteY5" fmla="*/ 209550 h 268700"/>
                <a:gd name="connsiteX6" fmla="*/ 70104 w 275679"/>
                <a:gd name="connsiteY6" fmla="*/ 268700 h 26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679" h="268700">
                  <a:moveTo>
                    <a:pt x="70104" y="268700"/>
                  </a:moveTo>
                  <a:lnTo>
                    <a:pt x="229838" y="268700"/>
                  </a:lnTo>
                  <a:cubicBezTo>
                    <a:pt x="240030" y="242126"/>
                    <a:pt x="250698" y="210884"/>
                    <a:pt x="260128" y="176594"/>
                  </a:cubicBezTo>
                  <a:cubicBezTo>
                    <a:pt x="289274" y="70390"/>
                    <a:pt x="268510" y="5810"/>
                    <a:pt x="268510" y="5810"/>
                  </a:cubicBezTo>
                  <a:lnTo>
                    <a:pt x="0" y="0"/>
                  </a:lnTo>
                  <a:cubicBezTo>
                    <a:pt x="2795" y="71798"/>
                    <a:pt x="17572" y="142624"/>
                    <a:pt x="43720" y="209550"/>
                  </a:cubicBezTo>
                  <a:cubicBezTo>
                    <a:pt x="51446" y="229726"/>
                    <a:pt x="60253" y="249472"/>
                    <a:pt x="70104" y="26870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" name="任意多边形: 形状 188">
              <a:extLst>
                <a:ext uri="{FF2B5EF4-FFF2-40B4-BE49-F238E27FC236}">
                  <a16:creationId xmlns:a16="http://schemas.microsoft.com/office/drawing/2014/main" id="{4B0B9BB6-9E95-4D10-BE3C-10DC7D07A21B}"/>
                </a:ext>
              </a:extLst>
            </p:cNvPr>
            <p:cNvSpPr/>
            <p:nvPr/>
          </p:nvSpPr>
          <p:spPr>
            <a:xfrm>
              <a:off x="10360830" y="2018360"/>
              <a:ext cx="243961" cy="343157"/>
            </a:xfrm>
            <a:custGeom>
              <a:avLst/>
              <a:gdLst>
                <a:gd name="connsiteX0" fmla="*/ 48387 w 149923"/>
                <a:gd name="connsiteY0" fmla="*/ 210883 h 210883"/>
                <a:gd name="connsiteX1" fmla="*/ 135065 w 149923"/>
                <a:gd name="connsiteY1" fmla="*/ 210883 h 210883"/>
                <a:gd name="connsiteX2" fmla="*/ 108299 w 149923"/>
                <a:gd name="connsiteY2" fmla="*/ 162496 h 210883"/>
                <a:gd name="connsiteX3" fmla="*/ 149924 w 149923"/>
                <a:gd name="connsiteY3" fmla="*/ 85439 h 210883"/>
                <a:gd name="connsiteX4" fmla="*/ 89535 w 149923"/>
                <a:gd name="connsiteY4" fmla="*/ 0 h 210883"/>
                <a:gd name="connsiteX5" fmla="*/ 0 w 149923"/>
                <a:gd name="connsiteY5" fmla="*/ 79153 h 210883"/>
                <a:gd name="connsiteX6" fmla="*/ 62484 w 149923"/>
                <a:gd name="connsiteY6" fmla="*/ 170783 h 210883"/>
                <a:gd name="connsiteX7" fmla="*/ 48387 w 149923"/>
                <a:gd name="connsiteY7" fmla="*/ 210883 h 21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923" h="210883">
                  <a:moveTo>
                    <a:pt x="48387" y="210883"/>
                  </a:moveTo>
                  <a:lnTo>
                    <a:pt x="135065" y="210883"/>
                  </a:lnTo>
                  <a:lnTo>
                    <a:pt x="108299" y="162496"/>
                  </a:lnTo>
                  <a:lnTo>
                    <a:pt x="149924" y="85439"/>
                  </a:lnTo>
                  <a:lnTo>
                    <a:pt x="89535" y="0"/>
                  </a:lnTo>
                  <a:lnTo>
                    <a:pt x="0" y="79153"/>
                  </a:lnTo>
                  <a:lnTo>
                    <a:pt x="62484" y="170783"/>
                  </a:lnTo>
                  <a:lnTo>
                    <a:pt x="48387" y="210883"/>
                  </a:lnTo>
                  <a:close/>
                </a:path>
              </a:pathLst>
            </a:custGeom>
            <a:solidFill>
              <a:schemeClr val="accent2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" name="任意多边形: 形状 189">
              <a:extLst>
                <a:ext uri="{FF2B5EF4-FFF2-40B4-BE49-F238E27FC236}">
                  <a16:creationId xmlns:a16="http://schemas.microsoft.com/office/drawing/2014/main" id="{9005E0CB-0C54-4895-AAF7-C5FDEA93E4F9}"/>
                </a:ext>
              </a:extLst>
            </p:cNvPr>
            <p:cNvSpPr/>
            <p:nvPr/>
          </p:nvSpPr>
          <p:spPr>
            <a:xfrm>
              <a:off x="10232030" y="1924280"/>
              <a:ext cx="448904" cy="361911"/>
            </a:xfrm>
            <a:custGeom>
              <a:avLst/>
              <a:gdLst>
                <a:gd name="connsiteX0" fmla="*/ 0 w 275869"/>
                <a:gd name="connsiteY0" fmla="*/ 0 h 222408"/>
                <a:gd name="connsiteX1" fmla="*/ 43720 w 275869"/>
                <a:gd name="connsiteY1" fmla="*/ 209550 h 222408"/>
                <a:gd name="connsiteX2" fmla="*/ 48863 w 275869"/>
                <a:gd name="connsiteY2" fmla="*/ 222409 h 222408"/>
                <a:gd name="connsiteX3" fmla="*/ 156210 w 275869"/>
                <a:gd name="connsiteY3" fmla="*/ 111633 h 222408"/>
                <a:gd name="connsiteX4" fmla="*/ 247079 w 275869"/>
                <a:gd name="connsiteY4" fmla="*/ 220218 h 222408"/>
                <a:gd name="connsiteX5" fmla="*/ 260318 w 275869"/>
                <a:gd name="connsiteY5" fmla="*/ 176213 h 222408"/>
                <a:gd name="connsiteX6" fmla="*/ 268700 w 275869"/>
                <a:gd name="connsiteY6" fmla="*/ 5429 h 22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869" h="222408">
                  <a:moveTo>
                    <a:pt x="0" y="0"/>
                  </a:moveTo>
                  <a:cubicBezTo>
                    <a:pt x="2795" y="71798"/>
                    <a:pt x="17572" y="142624"/>
                    <a:pt x="43720" y="209550"/>
                  </a:cubicBezTo>
                  <a:cubicBezTo>
                    <a:pt x="45434" y="213931"/>
                    <a:pt x="47149" y="218218"/>
                    <a:pt x="48863" y="222409"/>
                  </a:cubicBezTo>
                  <a:lnTo>
                    <a:pt x="156210" y="111633"/>
                  </a:lnTo>
                  <a:lnTo>
                    <a:pt x="247079" y="220218"/>
                  </a:lnTo>
                  <a:cubicBezTo>
                    <a:pt x="251650" y="206216"/>
                    <a:pt x="256127" y="191643"/>
                    <a:pt x="260318" y="176213"/>
                  </a:cubicBezTo>
                  <a:cubicBezTo>
                    <a:pt x="289465" y="70009"/>
                    <a:pt x="268700" y="5429"/>
                    <a:pt x="268700" y="5429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" name="任意多边形: 形状 190">
              <a:extLst>
                <a:ext uri="{FF2B5EF4-FFF2-40B4-BE49-F238E27FC236}">
                  <a16:creationId xmlns:a16="http://schemas.microsoft.com/office/drawing/2014/main" id="{40EB9C7D-A1D8-4DDA-83BF-63094B7BDAF9}"/>
                </a:ext>
              </a:extLst>
            </p:cNvPr>
            <p:cNvSpPr/>
            <p:nvPr/>
          </p:nvSpPr>
          <p:spPr>
            <a:xfrm>
              <a:off x="10249546" y="1943808"/>
              <a:ext cx="420738" cy="202398"/>
            </a:xfrm>
            <a:custGeom>
              <a:avLst/>
              <a:gdLst>
                <a:gd name="connsiteX0" fmla="*/ 0 w 258559"/>
                <a:gd name="connsiteY0" fmla="*/ 0 h 124381"/>
                <a:gd name="connsiteX1" fmla="*/ 60388 w 258559"/>
                <a:gd name="connsiteY1" fmla="*/ 104204 h 124381"/>
                <a:gd name="connsiteX2" fmla="*/ 189547 w 258559"/>
                <a:gd name="connsiteY2" fmla="*/ 110395 h 124381"/>
                <a:gd name="connsiteX3" fmla="*/ 256222 w 258559"/>
                <a:gd name="connsiteY3" fmla="*/ 14573 h 124381"/>
                <a:gd name="connsiteX4" fmla="*/ 0 w 258559"/>
                <a:gd name="connsiteY4" fmla="*/ 0 h 124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559" h="124381">
                  <a:moveTo>
                    <a:pt x="0" y="0"/>
                  </a:moveTo>
                  <a:cubicBezTo>
                    <a:pt x="0" y="0"/>
                    <a:pt x="22955" y="72962"/>
                    <a:pt x="60388" y="104204"/>
                  </a:cubicBezTo>
                  <a:cubicBezTo>
                    <a:pt x="97822" y="135446"/>
                    <a:pt x="163259" y="124587"/>
                    <a:pt x="189547" y="110395"/>
                  </a:cubicBezTo>
                  <a:cubicBezTo>
                    <a:pt x="223647" y="92012"/>
                    <a:pt x="269462" y="15145"/>
                    <a:pt x="256222" y="14573"/>
                  </a:cubicBezTo>
                  <a:cubicBezTo>
                    <a:pt x="238125" y="1438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" name="任意多边形: 形状 191">
              <a:extLst>
                <a:ext uri="{FF2B5EF4-FFF2-40B4-BE49-F238E27FC236}">
                  <a16:creationId xmlns:a16="http://schemas.microsoft.com/office/drawing/2014/main" id="{445CCA9F-4BB5-4707-B8B4-89C7FC74E821}"/>
                </a:ext>
              </a:extLst>
            </p:cNvPr>
            <p:cNvSpPr/>
            <p:nvPr/>
          </p:nvSpPr>
          <p:spPr>
            <a:xfrm>
              <a:off x="10045690" y="1503467"/>
              <a:ext cx="125273" cy="234041"/>
            </a:xfrm>
            <a:custGeom>
              <a:avLst/>
              <a:gdLst>
                <a:gd name="connsiteX0" fmla="*/ 60317 w 76985"/>
                <a:gd name="connsiteY0" fmla="*/ 26956 h 143827"/>
                <a:gd name="connsiteX1" fmla="*/ 18693 w 76985"/>
                <a:gd name="connsiteY1" fmla="*/ 1905 h 143827"/>
                <a:gd name="connsiteX2" fmla="*/ 4120 w 76985"/>
                <a:gd name="connsiteY2" fmla="*/ 87630 h 143827"/>
                <a:gd name="connsiteX3" fmla="*/ 76986 w 76985"/>
                <a:gd name="connsiteY3" fmla="*/ 143828 h 143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85" h="143827">
                  <a:moveTo>
                    <a:pt x="60317" y="26956"/>
                  </a:moveTo>
                  <a:cubicBezTo>
                    <a:pt x="60317" y="26956"/>
                    <a:pt x="37457" y="-8477"/>
                    <a:pt x="18693" y="1905"/>
                  </a:cubicBezTo>
                  <a:cubicBezTo>
                    <a:pt x="-71" y="12288"/>
                    <a:pt x="-4262" y="47816"/>
                    <a:pt x="4120" y="87630"/>
                  </a:cubicBezTo>
                  <a:cubicBezTo>
                    <a:pt x="12502" y="127445"/>
                    <a:pt x="76986" y="143828"/>
                    <a:pt x="76986" y="143828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" name="任意多边形: 形状 192">
              <a:extLst>
                <a:ext uri="{FF2B5EF4-FFF2-40B4-BE49-F238E27FC236}">
                  <a16:creationId xmlns:a16="http://schemas.microsoft.com/office/drawing/2014/main" id="{3145D3C6-08DD-4C5F-A0AE-EFD38FC7F721}"/>
                </a:ext>
              </a:extLst>
            </p:cNvPr>
            <p:cNvSpPr/>
            <p:nvPr/>
          </p:nvSpPr>
          <p:spPr>
            <a:xfrm>
              <a:off x="10730344" y="1503467"/>
              <a:ext cx="125241" cy="234041"/>
            </a:xfrm>
            <a:custGeom>
              <a:avLst/>
              <a:gdLst>
                <a:gd name="connsiteX0" fmla="*/ 16669 w 76965"/>
                <a:gd name="connsiteY0" fmla="*/ 26956 h 143827"/>
                <a:gd name="connsiteX1" fmla="*/ 58293 w 76965"/>
                <a:gd name="connsiteY1" fmla="*/ 1905 h 143827"/>
                <a:gd name="connsiteX2" fmla="*/ 72866 w 76965"/>
                <a:gd name="connsiteY2" fmla="*/ 87630 h 143827"/>
                <a:gd name="connsiteX3" fmla="*/ 0 w 76965"/>
                <a:gd name="connsiteY3" fmla="*/ 143828 h 143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65" h="143827">
                  <a:moveTo>
                    <a:pt x="16669" y="26956"/>
                  </a:moveTo>
                  <a:cubicBezTo>
                    <a:pt x="16669" y="26956"/>
                    <a:pt x="39624" y="-8477"/>
                    <a:pt x="58293" y="1905"/>
                  </a:cubicBezTo>
                  <a:cubicBezTo>
                    <a:pt x="76962" y="12288"/>
                    <a:pt x="81248" y="47816"/>
                    <a:pt x="72866" y="87630"/>
                  </a:cubicBezTo>
                  <a:cubicBezTo>
                    <a:pt x="64484" y="127445"/>
                    <a:pt x="0" y="143828"/>
                    <a:pt x="0" y="143828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" name="任意多边形: 形状 193">
              <a:extLst>
                <a:ext uri="{FF2B5EF4-FFF2-40B4-BE49-F238E27FC236}">
                  <a16:creationId xmlns:a16="http://schemas.microsoft.com/office/drawing/2014/main" id="{5C4BA282-1D0E-4145-85D7-F0DDCC07CFAE}"/>
                </a:ext>
              </a:extLst>
            </p:cNvPr>
            <p:cNvSpPr/>
            <p:nvPr/>
          </p:nvSpPr>
          <p:spPr>
            <a:xfrm>
              <a:off x="10140297" y="1135249"/>
              <a:ext cx="637317" cy="926795"/>
            </a:xfrm>
            <a:custGeom>
              <a:avLst/>
              <a:gdLst>
                <a:gd name="connsiteX0" fmla="*/ 62567 w 391655"/>
                <a:gd name="connsiteY0" fmla="*/ 42834 h 569550"/>
                <a:gd name="connsiteX1" fmla="*/ 6369 w 391655"/>
                <a:gd name="connsiteY1" fmla="*/ 90459 h 569550"/>
                <a:gd name="connsiteX2" fmla="*/ 10560 w 391655"/>
                <a:gd name="connsiteY2" fmla="*/ 330012 h 569550"/>
                <a:gd name="connsiteX3" fmla="*/ 47994 w 391655"/>
                <a:gd name="connsiteY3" fmla="*/ 492509 h 569550"/>
                <a:gd name="connsiteX4" fmla="*/ 237541 w 391655"/>
                <a:gd name="connsiteY4" fmla="*/ 565375 h 569550"/>
                <a:gd name="connsiteX5" fmla="*/ 360414 w 391655"/>
                <a:gd name="connsiteY5" fmla="*/ 444598 h 569550"/>
                <a:gd name="connsiteX6" fmla="*/ 391656 w 391655"/>
                <a:gd name="connsiteY6" fmla="*/ 113414 h 569550"/>
                <a:gd name="connsiteX7" fmla="*/ 198013 w 391655"/>
                <a:gd name="connsiteY7" fmla="*/ 924 h 569550"/>
                <a:gd name="connsiteX8" fmla="*/ 62567 w 391655"/>
                <a:gd name="connsiteY8" fmla="*/ 42834 h 56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1655" h="569550">
                  <a:moveTo>
                    <a:pt x="62567" y="42834"/>
                  </a:moveTo>
                  <a:cubicBezTo>
                    <a:pt x="62567" y="42834"/>
                    <a:pt x="18847" y="59502"/>
                    <a:pt x="6369" y="90459"/>
                  </a:cubicBezTo>
                  <a:cubicBezTo>
                    <a:pt x="-6108" y="121415"/>
                    <a:pt x="2178" y="277911"/>
                    <a:pt x="10560" y="330012"/>
                  </a:cubicBezTo>
                  <a:cubicBezTo>
                    <a:pt x="18943" y="382114"/>
                    <a:pt x="33421" y="461267"/>
                    <a:pt x="47994" y="492509"/>
                  </a:cubicBezTo>
                  <a:cubicBezTo>
                    <a:pt x="62567" y="523751"/>
                    <a:pt x="164675" y="586235"/>
                    <a:pt x="237541" y="565375"/>
                  </a:cubicBezTo>
                  <a:cubicBezTo>
                    <a:pt x="310407" y="544516"/>
                    <a:pt x="358414" y="498700"/>
                    <a:pt x="360414" y="444598"/>
                  </a:cubicBezTo>
                  <a:cubicBezTo>
                    <a:pt x="362414" y="390496"/>
                    <a:pt x="391656" y="144656"/>
                    <a:pt x="391656" y="113414"/>
                  </a:cubicBezTo>
                  <a:cubicBezTo>
                    <a:pt x="391656" y="82172"/>
                    <a:pt x="262592" y="9210"/>
                    <a:pt x="198013" y="924"/>
                  </a:cubicBezTo>
                  <a:cubicBezTo>
                    <a:pt x="133433" y="-7363"/>
                    <a:pt x="62567" y="42834"/>
                    <a:pt x="62567" y="42834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" name="任意多边形: 形状 194">
              <a:extLst>
                <a:ext uri="{FF2B5EF4-FFF2-40B4-BE49-F238E27FC236}">
                  <a16:creationId xmlns:a16="http://schemas.microsoft.com/office/drawing/2014/main" id="{C94F79BE-26AA-460F-BED4-86BBD8A70234}"/>
                </a:ext>
              </a:extLst>
            </p:cNvPr>
            <p:cNvSpPr/>
            <p:nvPr/>
          </p:nvSpPr>
          <p:spPr>
            <a:xfrm>
              <a:off x="10250946" y="1437499"/>
              <a:ext cx="112991" cy="18852"/>
            </a:xfrm>
            <a:custGeom>
              <a:avLst/>
              <a:gdLst>
                <a:gd name="connsiteX0" fmla="*/ 0 w 69437"/>
                <a:gd name="connsiteY0" fmla="*/ 11585 h 11585"/>
                <a:gd name="connsiteX1" fmla="*/ 69437 w 69437"/>
                <a:gd name="connsiteY1" fmla="*/ 2060 h 1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437" h="11585">
                  <a:moveTo>
                    <a:pt x="0" y="11585"/>
                  </a:moveTo>
                  <a:cubicBezTo>
                    <a:pt x="21428" y="731"/>
                    <a:pt x="45878" y="-2623"/>
                    <a:pt x="69437" y="2060"/>
                  </a:cubicBezTo>
                </a:path>
              </a:pathLst>
            </a:custGeom>
            <a:solidFill>
              <a:srgbClr val="FFFFFF"/>
            </a:solidFill>
            <a:ln w="2857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" name="任意多边形: 形状 195">
              <a:extLst>
                <a:ext uri="{FF2B5EF4-FFF2-40B4-BE49-F238E27FC236}">
                  <a16:creationId xmlns:a16="http://schemas.microsoft.com/office/drawing/2014/main" id="{CB6CBC4E-A663-4380-A9C0-6BAA52E5193E}"/>
                </a:ext>
              </a:extLst>
            </p:cNvPr>
            <p:cNvSpPr/>
            <p:nvPr/>
          </p:nvSpPr>
          <p:spPr>
            <a:xfrm>
              <a:off x="10525440" y="1447187"/>
              <a:ext cx="142593" cy="17221"/>
            </a:xfrm>
            <a:custGeom>
              <a:avLst/>
              <a:gdLst>
                <a:gd name="connsiteX0" fmla="*/ 0 w 87629"/>
                <a:gd name="connsiteY0" fmla="*/ 3916 h 10583"/>
                <a:gd name="connsiteX1" fmla="*/ 87630 w 87629"/>
                <a:gd name="connsiteY1" fmla="*/ 10584 h 10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629" h="10583">
                  <a:moveTo>
                    <a:pt x="0" y="3916"/>
                  </a:moveTo>
                  <a:cubicBezTo>
                    <a:pt x="0" y="3916"/>
                    <a:pt x="52292" y="-8371"/>
                    <a:pt x="87630" y="10584"/>
                  </a:cubicBezTo>
                </a:path>
              </a:pathLst>
            </a:custGeom>
            <a:solidFill>
              <a:srgbClr val="FFFFFF"/>
            </a:solidFill>
            <a:ln w="2857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" name="任意多边形: 形状 196">
              <a:extLst>
                <a:ext uri="{FF2B5EF4-FFF2-40B4-BE49-F238E27FC236}">
                  <a16:creationId xmlns:a16="http://schemas.microsoft.com/office/drawing/2014/main" id="{467086AE-53FC-4FA3-81E2-5D3889885E1D}"/>
                </a:ext>
              </a:extLst>
            </p:cNvPr>
            <p:cNvSpPr/>
            <p:nvPr/>
          </p:nvSpPr>
          <p:spPr>
            <a:xfrm>
              <a:off x="10191272" y="1486264"/>
              <a:ext cx="227066" cy="145693"/>
            </a:xfrm>
            <a:custGeom>
              <a:avLst/>
              <a:gdLst>
                <a:gd name="connsiteX0" fmla="*/ 110014 w 139541"/>
                <a:gd name="connsiteY0" fmla="*/ 0 h 89534"/>
                <a:gd name="connsiteX1" fmla="*/ 139541 w 139541"/>
                <a:gd name="connsiteY1" fmla="*/ 0 h 89534"/>
                <a:gd name="connsiteX2" fmla="*/ 139541 w 139541"/>
                <a:gd name="connsiteY2" fmla="*/ 89535 h 89534"/>
                <a:gd name="connsiteX3" fmla="*/ 110014 w 139541"/>
                <a:gd name="connsiteY3" fmla="*/ 89535 h 89534"/>
                <a:gd name="connsiteX4" fmla="*/ 29527 w 139541"/>
                <a:gd name="connsiteY4" fmla="*/ 89535 h 89534"/>
                <a:gd name="connsiteX5" fmla="*/ 0 w 139541"/>
                <a:gd name="connsiteY5" fmla="*/ 89535 h 89534"/>
                <a:gd name="connsiteX6" fmla="*/ 0 w 139541"/>
                <a:gd name="connsiteY6" fmla="*/ 0 h 89534"/>
                <a:gd name="connsiteX7" fmla="*/ 29527 w 139541"/>
                <a:gd name="connsiteY7" fmla="*/ 0 h 8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9541" h="89534">
                  <a:moveTo>
                    <a:pt x="110014" y="0"/>
                  </a:moveTo>
                  <a:cubicBezTo>
                    <a:pt x="126321" y="0"/>
                    <a:pt x="139541" y="0"/>
                    <a:pt x="139541" y="0"/>
                  </a:cubicBezTo>
                  <a:lnTo>
                    <a:pt x="139541" y="89535"/>
                  </a:lnTo>
                  <a:cubicBezTo>
                    <a:pt x="139541" y="89535"/>
                    <a:pt x="126321" y="89535"/>
                    <a:pt x="110014" y="89535"/>
                  </a:cubicBezTo>
                  <a:lnTo>
                    <a:pt x="29527" y="89535"/>
                  </a:lnTo>
                  <a:cubicBezTo>
                    <a:pt x="13220" y="89535"/>
                    <a:pt x="0" y="89535"/>
                    <a:pt x="0" y="89535"/>
                  </a:cubicBezTo>
                  <a:lnTo>
                    <a:pt x="0" y="0"/>
                  </a:lnTo>
                  <a:cubicBezTo>
                    <a:pt x="0" y="0"/>
                    <a:pt x="13220" y="0"/>
                    <a:pt x="29527" y="0"/>
                  </a:cubicBezTo>
                  <a:close/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" name="任意多边形: 形状 197">
              <a:extLst>
                <a:ext uri="{FF2B5EF4-FFF2-40B4-BE49-F238E27FC236}">
                  <a16:creationId xmlns:a16="http://schemas.microsoft.com/office/drawing/2014/main" id="{9CAEF0CC-F71B-477E-8995-E426E840D346}"/>
                </a:ext>
              </a:extLst>
            </p:cNvPr>
            <p:cNvSpPr/>
            <p:nvPr/>
          </p:nvSpPr>
          <p:spPr>
            <a:xfrm>
              <a:off x="10496301" y="1486264"/>
              <a:ext cx="227066" cy="145693"/>
            </a:xfrm>
            <a:custGeom>
              <a:avLst/>
              <a:gdLst>
                <a:gd name="connsiteX0" fmla="*/ 110014 w 139541"/>
                <a:gd name="connsiteY0" fmla="*/ 0 h 89534"/>
                <a:gd name="connsiteX1" fmla="*/ 139541 w 139541"/>
                <a:gd name="connsiteY1" fmla="*/ 0 h 89534"/>
                <a:gd name="connsiteX2" fmla="*/ 139541 w 139541"/>
                <a:gd name="connsiteY2" fmla="*/ 89535 h 89534"/>
                <a:gd name="connsiteX3" fmla="*/ 110014 w 139541"/>
                <a:gd name="connsiteY3" fmla="*/ 89535 h 89534"/>
                <a:gd name="connsiteX4" fmla="*/ 29528 w 139541"/>
                <a:gd name="connsiteY4" fmla="*/ 89535 h 89534"/>
                <a:gd name="connsiteX5" fmla="*/ 0 w 139541"/>
                <a:gd name="connsiteY5" fmla="*/ 89535 h 89534"/>
                <a:gd name="connsiteX6" fmla="*/ 0 w 139541"/>
                <a:gd name="connsiteY6" fmla="*/ 0 h 89534"/>
                <a:gd name="connsiteX7" fmla="*/ 29528 w 139541"/>
                <a:gd name="connsiteY7" fmla="*/ 0 h 8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9541" h="89534">
                  <a:moveTo>
                    <a:pt x="110014" y="0"/>
                  </a:moveTo>
                  <a:cubicBezTo>
                    <a:pt x="126321" y="0"/>
                    <a:pt x="139541" y="0"/>
                    <a:pt x="139541" y="0"/>
                  </a:cubicBezTo>
                  <a:lnTo>
                    <a:pt x="139541" y="89535"/>
                  </a:lnTo>
                  <a:cubicBezTo>
                    <a:pt x="139541" y="89535"/>
                    <a:pt x="126321" y="89535"/>
                    <a:pt x="110014" y="89535"/>
                  </a:cubicBezTo>
                  <a:lnTo>
                    <a:pt x="29528" y="89535"/>
                  </a:lnTo>
                  <a:cubicBezTo>
                    <a:pt x="13220" y="89535"/>
                    <a:pt x="0" y="89535"/>
                    <a:pt x="0" y="89535"/>
                  </a:cubicBezTo>
                  <a:lnTo>
                    <a:pt x="0" y="0"/>
                  </a:lnTo>
                  <a:cubicBezTo>
                    <a:pt x="0" y="0"/>
                    <a:pt x="13220" y="0"/>
                    <a:pt x="29528" y="0"/>
                  </a:cubicBezTo>
                  <a:close/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" name="任意多边形: 形状 198">
              <a:extLst>
                <a:ext uri="{FF2B5EF4-FFF2-40B4-BE49-F238E27FC236}">
                  <a16:creationId xmlns:a16="http://schemas.microsoft.com/office/drawing/2014/main" id="{A8BA2E3A-9748-48C4-83FF-4F1C5B083F2D}"/>
                </a:ext>
              </a:extLst>
            </p:cNvPr>
            <p:cNvSpPr/>
            <p:nvPr/>
          </p:nvSpPr>
          <p:spPr>
            <a:xfrm>
              <a:off x="10387960" y="1486264"/>
              <a:ext cx="138874" cy="15499"/>
            </a:xfrm>
            <a:custGeom>
              <a:avLst/>
              <a:gdLst>
                <a:gd name="connsiteX0" fmla="*/ 0 w 85343"/>
                <a:gd name="connsiteY0" fmla="*/ 0 h 9525"/>
                <a:gd name="connsiteX1" fmla="*/ 85344 w 85343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5343" h="9525">
                  <a:moveTo>
                    <a:pt x="0" y="0"/>
                  </a:moveTo>
                  <a:lnTo>
                    <a:pt x="85344" y="0"/>
                  </a:lnTo>
                </a:path>
              </a:pathLst>
            </a:custGeom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" name="任意多边形: 形状 199">
              <a:extLst>
                <a:ext uri="{FF2B5EF4-FFF2-40B4-BE49-F238E27FC236}">
                  <a16:creationId xmlns:a16="http://schemas.microsoft.com/office/drawing/2014/main" id="{4CF1CB8D-1FA9-4F8C-AEA6-C64D0D15F5C8}"/>
                </a:ext>
              </a:extLst>
            </p:cNvPr>
            <p:cNvSpPr/>
            <p:nvPr/>
          </p:nvSpPr>
          <p:spPr>
            <a:xfrm>
              <a:off x="10418340" y="1516797"/>
              <a:ext cx="77961" cy="15499"/>
            </a:xfrm>
            <a:custGeom>
              <a:avLst/>
              <a:gdLst>
                <a:gd name="connsiteX0" fmla="*/ 0 w 47910"/>
                <a:gd name="connsiteY0" fmla="*/ 0 h 9525"/>
                <a:gd name="connsiteX1" fmla="*/ 47911 w 4791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910" h="9525">
                  <a:moveTo>
                    <a:pt x="0" y="0"/>
                  </a:moveTo>
                  <a:lnTo>
                    <a:pt x="47911" y="0"/>
                  </a:lnTo>
                </a:path>
              </a:pathLst>
            </a:custGeom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" name="任意多边形: 形状 200">
              <a:extLst>
                <a:ext uri="{FF2B5EF4-FFF2-40B4-BE49-F238E27FC236}">
                  <a16:creationId xmlns:a16="http://schemas.microsoft.com/office/drawing/2014/main" id="{4D6D00CA-E47F-4C54-9EDB-AC4EA8E0E065}"/>
                </a:ext>
              </a:extLst>
            </p:cNvPr>
            <p:cNvSpPr/>
            <p:nvPr/>
          </p:nvSpPr>
          <p:spPr>
            <a:xfrm>
              <a:off x="10143843" y="1516797"/>
              <a:ext cx="47428" cy="15499"/>
            </a:xfrm>
            <a:custGeom>
              <a:avLst/>
              <a:gdLst>
                <a:gd name="connsiteX0" fmla="*/ 29147 w 29146"/>
                <a:gd name="connsiteY0" fmla="*/ 0 h 9525"/>
                <a:gd name="connsiteX1" fmla="*/ 0 w 2914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146" h="9525">
                  <a:moveTo>
                    <a:pt x="29147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" name="任意多边形: 形状 201">
              <a:extLst>
                <a:ext uri="{FF2B5EF4-FFF2-40B4-BE49-F238E27FC236}">
                  <a16:creationId xmlns:a16="http://schemas.microsoft.com/office/drawing/2014/main" id="{46EAAD4E-6C71-4CF3-8F50-A012871B0C7A}"/>
                </a:ext>
              </a:extLst>
            </p:cNvPr>
            <p:cNvSpPr/>
            <p:nvPr/>
          </p:nvSpPr>
          <p:spPr>
            <a:xfrm>
              <a:off x="10723523" y="1516797"/>
              <a:ext cx="30377" cy="15499"/>
            </a:xfrm>
            <a:custGeom>
              <a:avLst/>
              <a:gdLst>
                <a:gd name="connsiteX0" fmla="*/ 0 w 18668"/>
                <a:gd name="connsiteY0" fmla="*/ 0 h 9525"/>
                <a:gd name="connsiteX1" fmla="*/ 18669 w 18668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668" h="9525">
                  <a:moveTo>
                    <a:pt x="0" y="0"/>
                  </a:moveTo>
                  <a:lnTo>
                    <a:pt x="18669" y="0"/>
                  </a:lnTo>
                </a:path>
              </a:pathLst>
            </a:custGeom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" name="任意多边形: 形状 202">
              <a:extLst>
                <a:ext uri="{FF2B5EF4-FFF2-40B4-BE49-F238E27FC236}">
                  <a16:creationId xmlns:a16="http://schemas.microsoft.com/office/drawing/2014/main" id="{BF3FAB72-E3E2-41CE-9751-BE8E8C654FCB}"/>
                </a:ext>
              </a:extLst>
            </p:cNvPr>
            <p:cNvSpPr/>
            <p:nvPr/>
          </p:nvSpPr>
          <p:spPr>
            <a:xfrm>
              <a:off x="10306124" y="1533692"/>
              <a:ext cx="30999" cy="54247"/>
            </a:xfrm>
            <a:custGeom>
              <a:avLst/>
              <a:gdLst>
                <a:gd name="connsiteX0" fmla="*/ 19050 w 19050"/>
                <a:gd name="connsiteY0" fmla="*/ 16669 h 33337"/>
                <a:gd name="connsiteX1" fmla="*/ 9525 w 19050"/>
                <a:gd name="connsiteY1" fmla="*/ 33338 h 33337"/>
                <a:gd name="connsiteX2" fmla="*/ 0 w 19050"/>
                <a:gd name="connsiteY2" fmla="*/ 16669 h 33337"/>
                <a:gd name="connsiteX3" fmla="*/ 9525 w 19050"/>
                <a:gd name="connsiteY3" fmla="*/ 0 h 33337"/>
                <a:gd name="connsiteX4" fmla="*/ 19050 w 19050"/>
                <a:gd name="connsiteY4" fmla="*/ 16669 h 33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33337">
                  <a:moveTo>
                    <a:pt x="19050" y="16669"/>
                  </a:moveTo>
                  <a:cubicBezTo>
                    <a:pt x="19050" y="26194"/>
                    <a:pt x="14859" y="33338"/>
                    <a:pt x="9525" y="33338"/>
                  </a:cubicBezTo>
                  <a:cubicBezTo>
                    <a:pt x="4191" y="33338"/>
                    <a:pt x="0" y="25908"/>
                    <a:pt x="0" y="16669"/>
                  </a:cubicBezTo>
                  <a:cubicBezTo>
                    <a:pt x="0" y="7429"/>
                    <a:pt x="4191" y="0"/>
                    <a:pt x="9525" y="0"/>
                  </a:cubicBezTo>
                  <a:cubicBezTo>
                    <a:pt x="14859" y="0"/>
                    <a:pt x="19050" y="7525"/>
                    <a:pt x="19050" y="16669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" name="任意多边形: 形状 203">
              <a:extLst>
                <a:ext uri="{FF2B5EF4-FFF2-40B4-BE49-F238E27FC236}">
                  <a16:creationId xmlns:a16="http://schemas.microsoft.com/office/drawing/2014/main" id="{42F29A3A-6931-488D-AB6D-B7A6FC4610C9}"/>
                </a:ext>
              </a:extLst>
            </p:cNvPr>
            <p:cNvSpPr/>
            <p:nvPr/>
          </p:nvSpPr>
          <p:spPr>
            <a:xfrm>
              <a:off x="10599838" y="1533694"/>
              <a:ext cx="30377" cy="54247"/>
            </a:xfrm>
            <a:custGeom>
              <a:avLst/>
              <a:gdLst>
                <a:gd name="connsiteX0" fmla="*/ 18669 w 18668"/>
                <a:gd name="connsiteY0" fmla="*/ 16669 h 33337"/>
                <a:gd name="connsiteX1" fmla="*/ 9335 w 18668"/>
                <a:gd name="connsiteY1" fmla="*/ 33337 h 33337"/>
                <a:gd name="connsiteX2" fmla="*/ 0 w 18668"/>
                <a:gd name="connsiteY2" fmla="*/ 16669 h 33337"/>
                <a:gd name="connsiteX3" fmla="*/ 9335 w 18668"/>
                <a:gd name="connsiteY3" fmla="*/ 0 h 33337"/>
                <a:gd name="connsiteX4" fmla="*/ 18669 w 18668"/>
                <a:gd name="connsiteY4" fmla="*/ 16669 h 33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68" h="33337">
                  <a:moveTo>
                    <a:pt x="18669" y="16669"/>
                  </a:moveTo>
                  <a:cubicBezTo>
                    <a:pt x="18669" y="25874"/>
                    <a:pt x="14490" y="33337"/>
                    <a:pt x="9335" y="33337"/>
                  </a:cubicBezTo>
                  <a:cubicBezTo>
                    <a:pt x="4179" y="33337"/>
                    <a:pt x="0" y="25874"/>
                    <a:pt x="0" y="16669"/>
                  </a:cubicBezTo>
                  <a:cubicBezTo>
                    <a:pt x="0" y="7463"/>
                    <a:pt x="4179" y="0"/>
                    <a:pt x="9335" y="0"/>
                  </a:cubicBezTo>
                  <a:cubicBezTo>
                    <a:pt x="14490" y="0"/>
                    <a:pt x="18669" y="7463"/>
                    <a:pt x="18669" y="16669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" name="任意多边形: 形状 204">
              <a:extLst>
                <a:ext uri="{FF2B5EF4-FFF2-40B4-BE49-F238E27FC236}">
                  <a16:creationId xmlns:a16="http://schemas.microsoft.com/office/drawing/2014/main" id="{993685A4-B9ED-48B0-8844-A62D6CB82082}"/>
                </a:ext>
              </a:extLst>
            </p:cNvPr>
            <p:cNvSpPr/>
            <p:nvPr/>
          </p:nvSpPr>
          <p:spPr>
            <a:xfrm>
              <a:off x="10272645" y="1604989"/>
              <a:ext cx="101674" cy="81217"/>
            </a:xfrm>
            <a:custGeom>
              <a:avLst/>
              <a:gdLst>
                <a:gd name="connsiteX0" fmla="*/ 62484 w 62483"/>
                <a:gd name="connsiteY0" fmla="*/ 0 h 49911"/>
                <a:gd name="connsiteX1" fmla="*/ 0 w 62483"/>
                <a:gd name="connsiteY1" fmla="*/ 49911 h 4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483" h="49911">
                  <a:moveTo>
                    <a:pt x="62484" y="0"/>
                  </a:moveTo>
                  <a:cubicBezTo>
                    <a:pt x="62484" y="0"/>
                    <a:pt x="27051" y="45815"/>
                    <a:pt x="0" y="49911"/>
                  </a:cubicBezTo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" name="任意多边形: 形状 205">
              <a:extLst>
                <a:ext uri="{FF2B5EF4-FFF2-40B4-BE49-F238E27FC236}">
                  <a16:creationId xmlns:a16="http://schemas.microsoft.com/office/drawing/2014/main" id="{4631A582-8266-4050-BC16-BE34D552B73D}"/>
                </a:ext>
              </a:extLst>
            </p:cNvPr>
            <p:cNvSpPr/>
            <p:nvPr/>
          </p:nvSpPr>
          <p:spPr>
            <a:xfrm>
              <a:off x="10567600" y="1601580"/>
              <a:ext cx="101674" cy="74552"/>
            </a:xfrm>
            <a:custGeom>
              <a:avLst/>
              <a:gdLst>
                <a:gd name="connsiteX0" fmla="*/ 0 w 62483"/>
                <a:gd name="connsiteY0" fmla="*/ 0 h 45815"/>
                <a:gd name="connsiteX1" fmla="*/ 62484 w 62483"/>
                <a:gd name="connsiteY1" fmla="*/ 45815 h 4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483" h="45815">
                  <a:moveTo>
                    <a:pt x="0" y="0"/>
                  </a:moveTo>
                  <a:cubicBezTo>
                    <a:pt x="0" y="0"/>
                    <a:pt x="27051" y="35433"/>
                    <a:pt x="62484" y="45815"/>
                  </a:cubicBezTo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" name="任意多边形: 形状 206">
              <a:extLst>
                <a:ext uri="{FF2B5EF4-FFF2-40B4-BE49-F238E27FC236}">
                  <a16:creationId xmlns:a16="http://schemas.microsoft.com/office/drawing/2014/main" id="{1074BDC7-628A-47A6-81E2-A6AD43D56244}"/>
                </a:ext>
              </a:extLst>
            </p:cNvPr>
            <p:cNvSpPr/>
            <p:nvPr/>
          </p:nvSpPr>
          <p:spPr>
            <a:xfrm>
              <a:off x="10282882" y="1741505"/>
              <a:ext cx="375769" cy="321411"/>
            </a:xfrm>
            <a:custGeom>
              <a:avLst/>
              <a:gdLst>
                <a:gd name="connsiteX0" fmla="*/ 81242 w 230924"/>
                <a:gd name="connsiteY0" fmla="*/ 1451 h 197519"/>
                <a:gd name="connsiteX1" fmla="*/ 6186 w 230924"/>
                <a:gd name="connsiteY1" fmla="*/ 41075 h 197519"/>
                <a:gd name="connsiteX2" fmla="*/ 11424 w 230924"/>
                <a:gd name="connsiteY2" fmla="*/ 164900 h 197519"/>
                <a:gd name="connsiteX3" fmla="*/ 149918 w 230924"/>
                <a:gd name="connsiteY3" fmla="*/ 193475 h 197519"/>
                <a:gd name="connsiteX4" fmla="*/ 221832 w 230924"/>
                <a:gd name="connsiteY4" fmla="*/ 159185 h 197519"/>
                <a:gd name="connsiteX5" fmla="*/ 214497 w 230924"/>
                <a:gd name="connsiteY5" fmla="*/ 39360 h 197519"/>
                <a:gd name="connsiteX6" fmla="*/ 81242 w 230924"/>
                <a:gd name="connsiteY6" fmla="*/ 1451 h 19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924" h="197519">
                  <a:moveTo>
                    <a:pt x="81242" y="1451"/>
                  </a:moveTo>
                  <a:cubicBezTo>
                    <a:pt x="81242" y="1451"/>
                    <a:pt x="20759" y="9833"/>
                    <a:pt x="6186" y="41075"/>
                  </a:cubicBezTo>
                  <a:cubicBezTo>
                    <a:pt x="-6673" y="68602"/>
                    <a:pt x="3233" y="135277"/>
                    <a:pt x="11424" y="164900"/>
                  </a:cubicBezTo>
                  <a:cubicBezTo>
                    <a:pt x="51048" y="187950"/>
                    <a:pt x="105817" y="205857"/>
                    <a:pt x="149918" y="193475"/>
                  </a:cubicBezTo>
                  <a:cubicBezTo>
                    <a:pt x="175752" y="186451"/>
                    <a:pt x="200111" y="174836"/>
                    <a:pt x="221832" y="159185"/>
                  </a:cubicBezTo>
                  <a:cubicBezTo>
                    <a:pt x="233452" y="125466"/>
                    <a:pt x="236786" y="69650"/>
                    <a:pt x="214497" y="39360"/>
                  </a:cubicBezTo>
                  <a:cubicBezTo>
                    <a:pt x="192209" y="9071"/>
                    <a:pt x="120771" y="-4741"/>
                    <a:pt x="81242" y="1451"/>
                  </a:cubicBezTo>
                  <a:close/>
                </a:path>
              </a:pathLst>
            </a:custGeom>
            <a:solidFill>
              <a:srgbClr val="263238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" name="任意多边形: 形状 207">
              <a:extLst>
                <a:ext uri="{FF2B5EF4-FFF2-40B4-BE49-F238E27FC236}">
                  <a16:creationId xmlns:a16="http://schemas.microsoft.com/office/drawing/2014/main" id="{5CA3DFEC-32C9-4223-A7DA-311D459F99CA}"/>
                </a:ext>
              </a:extLst>
            </p:cNvPr>
            <p:cNvSpPr/>
            <p:nvPr/>
          </p:nvSpPr>
          <p:spPr>
            <a:xfrm>
              <a:off x="10339773" y="1774181"/>
              <a:ext cx="265113" cy="162187"/>
            </a:xfrm>
            <a:custGeom>
              <a:avLst/>
              <a:gdLst>
                <a:gd name="connsiteX0" fmla="*/ 75428 w 162922"/>
                <a:gd name="connsiteY0" fmla="*/ 134 h 99670"/>
                <a:gd name="connsiteX1" fmla="*/ 2466 w 162922"/>
                <a:gd name="connsiteY1" fmla="*/ 27185 h 99670"/>
                <a:gd name="connsiteX2" fmla="*/ 15039 w 162922"/>
                <a:gd name="connsiteY2" fmla="*/ 83478 h 99670"/>
                <a:gd name="connsiteX3" fmla="*/ 50377 w 162922"/>
                <a:gd name="connsiteY3" fmla="*/ 95956 h 99670"/>
                <a:gd name="connsiteX4" fmla="*/ 71237 w 162922"/>
                <a:gd name="connsiteY4" fmla="*/ 73000 h 99670"/>
                <a:gd name="connsiteX5" fmla="*/ 102479 w 162922"/>
                <a:gd name="connsiteY5" fmla="*/ 77191 h 99670"/>
                <a:gd name="connsiteX6" fmla="*/ 127434 w 162922"/>
                <a:gd name="connsiteY6" fmla="*/ 93860 h 99670"/>
                <a:gd name="connsiteX7" fmla="*/ 162867 w 162922"/>
                <a:gd name="connsiteY7" fmla="*/ 43854 h 99670"/>
                <a:gd name="connsiteX8" fmla="*/ 75428 w 162922"/>
                <a:gd name="connsiteY8" fmla="*/ 134 h 9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2922" h="99670">
                  <a:moveTo>
                    <a:pt x="75428" y="134"/>
                  </a:moveTo>
                  <a:cubicBezTo>
                    <a:pt x="75428" y="134"/>
                    <a:pt x="8753" y="12612"/>
                    <a:pt x="2466" y="27185"/>
                  </a:cubicBezTo>
                  <a:cubicBezTo>
                    <a:pt x="-3820" y="41758"/>
                    <a:pt x="2466" y="68904"/>
                    <a:pt x="15039" y="83478"/>
                  </a:cubicBezTo>
                  <a:cubicBezTo>
                    <a:pt x="27612" y="98051"/>
                    <a:pt x="39995" y="104242"/>
                    <a:pt x="50377" y="95956"/>
                  </a:cubicBezTo>
                  <a:cubicBezTo>
                    <a:pt x="60759" y="87669"/>
                    <a:pt x="52472" y="73000"/>
                    <a:pt x="71237" y="73000"/>
                  </a:cubicBezTo>
                  <a:cubicBezTo>
                    <a:pt x="90001" y="73000"/>
                    <a:pt x="96192" y="70905"/>
                    <a:pt x="102479" y="77191"/>
                  </a:cubicBezTo>
                  <a:cubicBezTo>
                    <a:pt x="108765" y="83478"/>
                    <a:pt x="104574" y="98051"/>
                    <a:pt x="127434" y="93860"/>
                  </a:cubicBezTo>
                  <a:cubicBezTo>
                    <a:pt x="150294" y="89669"/>
                    <a:pt x="160772" y="66809"/>
                    <a:pt x="162867" y="43854"/>
                  </a:cubicBezTo>
                  <a:cubicBezTo>
                    <a:pt x="164963" y="20899"/>
                    <a:pt x="106479" y="-1962"/>
                    <a:pt x="75428" y="134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" name="任意多边形: 形状 208">
              <a:extLst>
                <a:ext uri="{FF2B5EF4-FFF2-40B4-BE49-F238E27FC236}">
                  <a16:creationId xmlns:a16="http://schemas.microsoft.com/office/drawing/2014/main" id="{56DBB675-E0D2-47C5-B10A-0377C5C2725C}"/>
                </a:ext>
              </a:extLst>
            </p:cNvPr>
            <p:cNvSpPr/>
            <p:nvPr/>
          </p:nvSpPr>
          <p:spPr>
            <a:xfrm>
              <a:off x="10370910" y="1828647"/>
              <a:ext cx="189868" cy="14326"/>
            </a:xfrm>
            <a:custGeom>
              <a:avLst/>
              <a:gdLst>
                <a:gd name="connsiteX0" fmla="*/ 0 w 116681"/>
                <a:gd name="connsiteY0" fmla="*/ 2096 h 8804"/>
                <a:gd name="connsiteX1" fmla="*/ 116681 w 116681"/>
                <a:gd name="connsiteY1" fmla="*/ 0 h 8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6681" h="8804">
                  <a:moveTo>
                    <a:pt x="0" y="2096"/>
                  </a:moveTo>
                  <a:cubicBezTo>
                    <a:pt x="38397" y="11704"/>
                    <a:pt x="78654" y="10981"/>
                    <a:pt x="116681" y="0"/>
                  </a:cubicBezTo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" name="任意多边形: 形状 209">
              <a:extLst>
                <a:ext uri="{FF2B5EF4-FFF2-40B4-BE49-F238E27FC236}">
                  <a16:creationId xmlns:a16="http://schemas.microsoft.com/office/drawing/2014/main" id="{E6C784F6-FAF9-4AF8-92F1-29A5E0316009}"/>
                </a:ext>
              </a:extLst>
            </p:cNvPr>
            <p:cNvSpPr/>
            <p:nvPr/>
          </p:nvSpPr>
          <p:spPr>
            <a:xfrm>
              <a:off x="10381140" y="1682954"/>
              <a:ext cx="162744" cy="74633"/>
            </a:xfrm>
            <a:custGeom>
              <a:avLst/>
              <a:gdLst>
                <a:gd name="connsiteX0" fmla="*/ 0 w 100012"/>
                <a:gd name="connsiteY0" fmla="*/ 0 h 45865"/>
                <a:gd name="connsiteX1" fmla="*/ 50006 w 100012"/>
                <a:gd name="connsiteY1" fmla="*/ 45815 h 45865"/>
                <a:gd name="connsiteX2" fmla="*/ 100013 w 100012"/>
                <a:gd name="connsiteY2" fmla="*/ 6191 h 45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12" h="45865">
                  <a:moveTo>
                    <a:pt x="0" y="0"/>
                  </a:moveTo>
                  <a:cubicBezTo>
                    <a:pt x="0" y="0"/>
                    <a:pt x="8287" y="47625"/>
                    <a:pt x="50006" y="45815"/>
                  </a:cubicBezTo>
                  <a:cubicBezTo>
                    <a:pt x="73619" y="45162"/>
                    <a:pt x="93979" y="29030"/>
                    <a:pt x="100013" y="6191"/>
                  </a:cubicBezTo>
                </a:path>
              </a:pathLst>
            </a:custGeom>
            <a:solidFill>
              <a:srgbClr val="FFFFFF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" name="任意多边形: 形状 210">
              <a:extLst>
                <a:ext uri="{FF2B5EF4-FFF2-40B4-BE49-F238E27FC236}">
                  <a16:creationId xmlns:a16="http://schemas.microsoft.com/office/drawing/2014/main" id="{716F2518-AE67-47C7-A18D-AE29709DC009}"/>
                </a:ext>
              </a:extLst>
            </p:cNvPr>
            <p:cNvSpPr/>
            <p:nvPr/>
          </p:nvSpPr>
          <p:spPr>
            <a:xfrm>
              <a:off x="10702949" y="1377570"/>
              <a:ext cx="98381" cy="193583"/>
            </a:xfrm>
            <a:custGeom>
              <a:avLst/>
              <a:gdLst>
                <a:gd name="connsiteX0" fmla="*/ 71 w 60459"/>
                <a:gd name="connsiteY0" fmla="*/ 29364 h 118964"/>
                <a:gd name="connsiteX1" fmla="*/ 6358 w 60459"/>
                <a:gd name="connsiteY1" fmla="*/ 60606 h 118964"/>
                <a:gd name="connsiteX2" fmla="*/ 13883 w 60459"/>
                <a:gd name="connsiteY2" fmla="*/ 72322 h 118964"/>
                <a:gd name="connsiteX3" fmla="*/ 27218 w 60459"/>
                <a:gd name="connsiteY3" fmla="*/ 118899 h 118964"/>
                <a:gd name="connsiteX4" fmla="*/ 60460 w 60459"/>
                <a:gd name="connsiteY4" fmla="*/ 6409 h 118964"/>
                <a:gd name="connsiteX5" fmla="*/ 71 w 60459"/>
                <a:gd name="connsiteY5" fmla="*/ 29364 h 118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459" h="118964">
                  <a:moveTo>
                    <a:pt x="71" y="29364"/>
                  </a:moveTo>
                  <a:lnTo>
                    <a:pt x="6358" y="60606"/>
                  </a:lnTo>
                  <a:lnTo>
                    <a:pt x="13883" y="72322"/>
                  </a:lnTo>
                  <a:cubicBezTo>
                    <a:pt x="13883" y="72322"/>
                    <a:pt x="14645" y="120994"/>
                    <a:pt x="27218" y="118899"/>
                  </a:cubicBezTo>
                  <a:cubicBezTo>
                    <a:pt x="39791" y="116803"/>
                    <a:pt x="60460" y="23077"/>
                    <a:pt x="60460" y="6409"/>
                  </a:cubicBezTo>
                  <a:cubicBezTo>
                    <a:pt x="60460" y="-10260"/>
                    <a:pt x="-2405" y="8504"/>
                    <a:pt x="71" y="29364"/>
                  </a:cubicBezTo>
                  <a:close/>
                </a:path>
              </a:pathLst>
            </a:custGeom>
            <a:solidFill>
              <a:srgbClr val="263238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" name="任意多边形: 形状 211">
              <a:extLst>
                <a:ext uri="{FF2B5EF4-FFF2-40B4-BE49-F238E27FC236}">
                  <a16:creationId xmlns:a16="http://schemas.microsoft.com/office/drawing/2014/main" id="{41590A3B-B115-46FD-B910-D5501743690F}"/>
                </a:ext>
              </a:extLst>
            </p:cNvPr>
            <p:cNvSpPr/>
            <p:nvPr/>
          </p:nvSpPr>
          <p:spPr>
            <a:xfrm>
              <a:off x="10075567" y="1011942"/>
              <a:ext cx="774050" cy="544149"/>
            </a:xfrm>
            <a:custGeom>
              <a:avLst/>
              <a:gdLst>
                <a:gd name="connsiteX0" fmla="*/ 94060 w 475683"/>
                <a:gd name="connsiteY0" fmla="*/ 158234 h 334400"/>
                <a:gd name="connsiteX1" fmla="*/ 262748 w 475683"/>
                <a:gd name="connsiteY1" fmla="*/ 255865 h 334400"/>
                <a:gd name="connsiteX2" fmla="*/ 475250 w 475683"/>
                <a:gd name="connsiteY2" fmla="*/ 212050 h 334400"/>
                <a:gd name="connsiteX3" fmla="*/ 256175 w 475683"/>
                <a:gd name="connsiteY3" fmla="*/ 5834 h 334400"/>
                <a:gd name="connsiteX4" fmla="*/ 60341 w 475683"/>
                <a:gd name="connsiteY4" fmla="*/ 107942 h 334400"/>
                <a:gd name="connsiteX5" fmla="*/ 6144 w 475683"/>
                <a:gd name="connsiteY5" fmla="*/ 145471 h 334400"/>
                <a:gd name="connsiteX6" fmla="*/ 16622 w 475683"/>
                <a:gd name="connsiteY6" fmla="*/ 257866 h 334400"/>
                <a:gd name="connsiteX7" fmla="*/ 31195 w 475683"/>
                <a:gd name="connsiteY7" fmla="*/ 324541 h 334400"/>
                <a:gd name="connsiteX8" fmla="*/ 41577 w 475683"/>
                <a:gd name="connsiteY8" fmla="*/ 328732 h 334400"/>
                <a:gd name="connsiteX9" fmla="*/ 54055 w 475683"/>
                <a:gd name="connsiteY9" fmla="*/ 281107 h 334400"/>
                <a:gd name="connsiteX10" fmla="*/ 112443 w 475683"/>
                <a:gd name="connsiteY10" fmla="*/ 220718 h 334400"/>
                <a:gd name="connsiteX11" fmla="*/ 94060 w 475683"/>
                <a:gd name="connsiteY11" fmla="*/ 158234 h 33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5683" h="334400">
                  <a:moveTo>
                    <a:pt x="94060" y="158234"/>
                  </a:moveTo>
                  <a:cubicBezTo>
                    <a:pt x="143827" y="200846"/>
                    <a:pt x="201008" y="233940"/>
                    <a:pt x="262748" y="255865"/>
                  </a:cubicBezTo>
                  <a:cubicBezTo>
                    <a:pt x="360665" y="289108"/>
                    <a:pt x="466868" y="253770"/>
                    <a:pt x="475250" y="212050"/>
                  </a:cubicBezTo>
                  <a:cubicBezTo>
                    <a:pt x="483632" y="170331"/>
                    <a:pt x="368951" y="41267"/>
                    <a:pt x="256175" y="5834"/>
                  </a:cubicBezTo>
                  <a:cubicBezTo>
                    <a:pt x="143399" y="-29599"/>
                    <a:pt x="60341" y="107942"/>
                    <a:pt x="60341" y="107942"/>
                  </a:cubicBezTo>
                  <a:cubicBezTo>
                    <a:pt x="36101" y="107548"/>
                    <a:pt x="14304" y="122642"/>
                    <a:pt x="6144" y="145471"/>
                  </a:cubicBezTo>
                  <a:cubicBezTo>
                    <a:pt x="-8429" y="184999"/>
                    <a:pt x="6144" y="232910"/>
                    <a:pt x="16622" y="257866"/>
                  </a:cubicBezTo>
                  <a:cubicBezTo>
                    <a:pt x="24025" y="279457"/>
                    <a:pt x="28915" y="301830"/>
                    <a:pt x="31195" y="324541"/>
                  </a:cubicBezTo>
                  <a:cubicBezTo>
                    <a:pt x="31195" y="324541"/>
                    <a:pt x="35386" y="343591"/>
                    <a:pt x="41577" y="328732"/>
                  </a:cubicBezTo>
                  <a:cubicBezTo>
                    <a:pt x="46952" y="313200"/>
                    <a:pt x="51124" y="297278"/>
                    <a:pt x="54055" y="281107"/>
                  </a:cubicBezTo>
                  <a:cubicBezTo>
                    <a:pt x="54055" y="281107"/>
                    <a:pt x="112443" y="249865"/>
                    <a:pt x="112443" y="220718"/>
                  </a:cubicBezTo>
                  <a:cubicBezTo>
                    <a:pt x="110849" y="198816"/>
                    <a:pt x="104580" y="177510"/>
                    <a:pt x="94060" y="158234"/>
                  </a:cubicBezTo>
                  <a:close/>
                </a:path>
              </a:pathLst>
            </a:custGeom>
            <a:solidFill>
              <a:srgbClr val="263238"/>
            </a:solidFill>
            <a:ln w="9525" cap="rnd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377" name="组合 376">
            <a:extLst>
              <a:ext uri="{FF2B5EF4-FFF2-40B4-BE49-F238E27FC236}">
                <a16:creationId xmlns:a16="http://schemas.microsoft.com/office/drawing/2014/main" id="{2D23D564-36B8-4445-AF6D-4A58F10AF688}"/>
              </a:ext>
            </a:extLst>
          </p:cNvPr>
          <p:cNvGrpSpPr/>
          <p:nvPr/>
        </p:nvGrpSpPr>
        <p:grpSpPr>
          <a:xfrm>
            <a:off x="7538065" y="5118544"/>
            <a:ext cx="1436316" cy="1354373"/>
            <a:chOff x="7371795" y="4961582"/>
            <a:chExt cx="1399627" cy="1319774"/>
          </a:xfrm>
        </p:grpSpPr>
        <p:sp>
          <p:nvSpPr>
            <p:cNvPr id="285" name="任意多边形: 形状 284">
              <a:extLst>
                <a:ext uri="{FF2B5EF4-FFF2-40B4-BE49-F238E27FC236}">
                  <a16:creationId xmlns:a16="http://schemas.microsoft.com/office/drawing/2014/main" id="{9B16D9E3-AB41-429B-85A6-E6CBA2036A28}"/>
                </a:ext>
              </a:extLst>
            </p:cNvPr>
            <p:cNvSpPr/>
            <p:nvPr/>
          </p:nvSpPr>
          <p:spPr>
            <a:xfrm>
              <a:off x="7371795" y="5915506"/>
              <a:ext cx="1399627" cy="365850"/>
            </a:xfrm>
            <a:custGeom>
              <a:avLst/>
              <a:gdLst>
                <a:gd name="connsiteX0" fmla="*/ 671639 w 1399624"/>
                <a:gd name="connsiteY0" fmla="*/ 207 h 365850"/>
                <a:gd name="connsiteX1" fmla="*/ 986297 w 1399624"/>
                <a:gd name="connsiteY1" fmla="*/ 47665 h 365850"/>
                <a:gd name="connsiteX2" fmla="*/ 1368006 w 1399624"/>
                <a:gd name="connsiteY2" fmla="*/ 335975 h 365850"/>
                <a:gd name="connsiteX3" fmla="*/ 1399624 w 1399624"/>
                <a:gd name="connsiteY3" fmla="*/ 365850 h 365850"/>
                <a:gd name="connsiteX4" fmla="*/ 0 w 1399624"/>
                <a:gd name="connsiteY4" fmla="*/ 365850 h 365850"/>
                <a:gd name="connsiteX5" fmla="*/ 374423 w 1399624"/>
                <a:gd name="connsiteY5" fmla="*/ 164844 h 365850"/>
                <a:gd name="connsiteX6" fmla="*/ 466622 w 1399624"/>
                <a:gd name="connsiteY6" fmla="*/ 62921 h 365850"/>
                <a:gd name="connsiteX7" fmla="*/ 578437 w 1399624"/>
                <a:gd name="connsiteY7" fmla="*/ 4750 h 365850"/>
                <a:gd name="connsiteX8" fmla="*/ 671639 w 1399624"/>
                <a:gd name="connsiteY8" fmla="*/ 207 h 36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9624" h="365850">
                  <a:moveTo>
                    <a:pt x="671639" y="207"/>
                  </a:moveTo>
                  <a:cubicBezTo>
                    <a:pt x="763249" y="-1316"/>
                    <a:pt x="901326" y="4709"/>
                    <a:pt x="986297" y="47665"/>
                  </a:cubicBezTo>
                  <a:cubicBezTo>
                    <a:pt x="1088262" y="99214"/>
                    <a:pt x="1283108" y="259203"/>
                    <a:pt x="1368006" y="335975"/>
                  </a:cubicBezTo>
                  <a:lnTo>
                    <a:pt x="1399624" y="365850"/>
                  </a:lnTo>
                  <a:lnTo>
                    <a:pt x="0" y="365850"/>
                  </a:lnTo>
                  <a:lnTo>
                    <a:pt x="374423" y="164844"/>
                  </a:lnTo>
                  <a:cubicBezTo>
                    <a:pt x="408051" y="133604"/>
                    <a:pt x="438899" y="99502"/>
                    <a:pt x="466622" y="62921"/>
                  </a:cubicBezTo>
                  <a:cubicBezTo>
                    <a:pt x="492341" y="26644"/>
                    <a:pt x="533969" y="4988"/>
                    <a:pt x="578437" y="4750"/>
                  </a:cubicBezTo>
                  <a:cubicBezTo>
                    <a:pt x="578437" y="4750"/>
                    <a:pt x="616674" y="1120"/>
                    <a:pt x="671639" y="207"/>
                  </a:cubicBezTo>
                  <a:close/>
                </a:path>
              </a:pathLst>
            </a:custGeom>
            <a:solidFill>
              <a:schemeClr val="accent2"/>
            </a:solidFill>
            <a:ln w="9525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6" name="任意多边形: 形状 285">
              <a:extLst>
                <a:ext uri="{FF2B5EF4-FFF2-40B4-BE49-F238E27FC236}">
                  <a16:creationId xmlns:a16="http://schemas.microsoft.com/office/drawing/2014/main" id="{29CE7AC6-E8E8-4ED1-B51E-D31C774BAFAD}"/>
                </a:ext>
              </a:extLst>
            </p:cNvPr>
            <p:cNvSpPr/>
            <p:nvPr/>
          </p:nvSpPr>
          <p:spPr>
            <a:xfrm>
              <a:off x="7919924" y="5731359"/>
              <a:ext cx="466535" cy="549631"/>
            </a:xfrm>
            <a:custGeom>
              <a:avLst/>
              <a:gdLst>
                <a:gd name="connsiteX0" fmla="*/ 0 w 466534"/>
                <a:gd name="connsiteY0" fmla="*/ 0 h 549631"/>
                <a:gd name="connsiteX1" fmla="*/ 286827 w 466534"/>
                <a:gd name="connsiteY1" fmla="*/ 121369 h 549631"/>
                <a:gd name="connsiteX2" fmla="*/ 466534 w 466534"/>
                <a:gd name="connsiteY2" fmla="*/ 68060 h 549631"/>
                <a:gd name="connsiteX3" fmla="*/ 466534 w 466534"/>
                <a:gd name="connsiteY3" fmla="*/ 276769 h 549631"/>
                <a:gd name="connsiteX4" fmla="*/ 403670 w 466534"/>
                <a:gd name="connsiteY4" fmla="*/ 546245 h 549631"/>
                <a:gd name="connsiteX5" fmla="*/ 402853 w 466534"/>
                <a:gd name="connsiteY5" fmla="*/ 549631 h 549631"/>
                <a:gd name="connsiteX6" fmla="*/ 132284 w 466534"/>
                <a:gd name="connsiteY6" fmla="*/ 549631 h 549631"/>
                <a:gd name="connsiteX7" fmla="*/ 122689 w 466534"/>
                <a:gd name="connsiteY7" fmla="*/ 532222 h 549631"/>
                <a:gd name="connsiteX8" fmla="*/ 23973 w 466534"/>
                <a:gd name="connsiteY8" fmla="*/ 335106 h 549631"/>
                <a:gd name="connsiteX9" fmla="*/ 0 w 466534"/>
                <a:gd name="connsiteY9" fmla="*/ 19446 h 549631"/>
                <a:gd name="connsiteX10" fmla="*/ 0 w 466534"/>
                <a:gd name="connsiteY10" fmla="*/ 0 h 549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66534" h="549631">
                  <a:moveTo>
                    <a:pt x="0" y="0"/>
                  </a:moveTo>
                  <a:cubicBezTo>
                    <a:pt x="0" y="0"/>
                    <a:pt x="170319" y="121369"/>
                    <a:pt x="286827" y="121369"/>
                  </a:cubicBezTo>
                  <a:cubicBezTo>
                    <a:pt x="403333" y="121369"/>
                    <a:pt x="466534" y="68060"/>
                    <a:pt x="466534" y="68060"/>
                  </a:cubicBezTo>
                  <a:lnTo>
                    <a:pt x="466534" y="276769"/>
                  </a:lnTo>
                  <a:cubicBezTo>
                    <a:pt x="466534" y="276769"/>
                    <a:pt x="436359" y="409076"/>
                    <a:pt x="403670" y="546245"/>
                  </a:cubicBezTo>
                  <a:lnTo>
                    <a:pt x="402853" y="549631"/>
                  </a:lnTo>
                  <a:lnTo>
                    <a:pt x="132284" y="549631"/>
                  </a:lnTo>
                  <a:lnTo>
                    <a:pt x="122689" y="532222"/>
                  </a:lnTo>
                  <a:cubicBezTo>
                    <a:pt x="72692" y="439530"/>
                    <a:pt x="31265" y="356920"/>
                    <a:pt x="23973" y="335106"/>
                  </a:cubicBezTo>
                  <a:cubicBezTo>
                    <a:pt x="7711" y="286156"/>
                    <a:pt x="1508" y="83315"/>
                    <a:pt x="0" y="19446"/>
                  </a:cubicBezTo>
                  <a:cubicBezTo>
                    <a:pt x="0" y="720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9999"/>
            </a:solidFill>
            <a:ln w="9525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87" name="组合 286">
              <a:extLst>
                <a:ext uri="{FF2B5EF4-FFF2-40B4-BE49-F238E27FC236}">
                  <a16:creationId xmlns:a16="http://schemas.microsoft.com/office/drawing/2014/main" id="{3963E391-936B-4581-AC3B-E7EBF0946A1E}"/>
                </a:ext>
              </a:extLst>
            </p:cNvPr>
            <p:cNvGrpSpPr/>
            <p:nvPr/>
          </p:nvGrpSpPr>
          <p:grpSpPr>
            <a:xfrm>
              <a:off x="7701826" y="4961582"/>
              <a:ext cx="878920" cy="1066913"/>
              <a:chOff x="2503307" y="1833634"/>
              <a:chExt cx="499395" cy="606212"/>
            </a:xfrm>
          </p:grpSpPr>
          <p:sp>
            <p:nvSpPr>
              <p:cNvPr id="290" name="任意多边形: 形状 289">
                <a:extLst>
                  <a:ext uri="{FF2B5EF4-FFF2-40B4-BE49-F238E27FC236}">
                    <a16:creationId xmlns:a16="http://schemas.microsoft.com/office/drawing/2014/main" id="{CDDFE801-1FC3-4EB7-978E-F1398BB27B90}"/>
                  </a:ext>
                </a:extLst>
              </p:cNvPr>
              <p:cNvSpPr/>
              <p:nvPr/>
            </p:nvSpPr>
            <p:spPr>
              <a:xfrm>
                <a:off x="2627228" y="2267767"/>
                <a:ext cx="265175" cy="172079"/>
              </a:xfrm>
              <a:custGeom>
                <a:avLst/>
                <a:gdLst>
                  <a:gd name="connsiteX0" fmla="*/ 220980 w 265175"/>
                  <a:gd name="connsiteY0" fmla="*/ 163449 h 172079"/>
                  <a:gd name="connsiteX1" fmla="*/ 265176 w 265175"/>
                  <a:gd name="connsiteY1" fmla="*/ 132017 h 172079"/>
                  <a:gd name="connsiteX2" fmla="*/ 265176 w 265175"/>
                  <a:gd name="connsiteY2" fmla="*/ 38671 h 172079"/>
                  <a:gd name="connsiteX3" fmla="*/ 163068 w 265175"/>
                  <a:gd name="connsiteY3" fmla="*/ 68961 h 172079"/>
                  <a:gd name="connsiteX4" fmla="*/ 0 w 265175"/>
                  <a:gd name="connsiteY4" fmla="*/ 0 h 172079"/>
                  <a:gd name="connsiteX5" fmla="*/ 0 w 265175"/>
                  <a:gd name="connsiteY5" fmla="*/ 11049 h 172079"/>
                  <a:gd name="connsiteX6" fmla="*/ 2096 w 265175"/>
                  <a:gd name="connsiteY6" fmla="*/ 71533 h 172079"/>
                  <a:gd name="connsiteX7" fmla="*/ 10858 w 265175"/>
                  <a:gd name="connsiteY7" fmla="*/ 83439 h 172079"/>
                  <a:gd name="connsiteX8" fmla="*/ 143256 w 265175"/>
                  <a:gd name="connsiteY8" fmla="*/ 166211 h 172079"/>
                  <a:gd name="connsiteX9" fmla="*/ 220980 w 265175"/>
                  <a:gd name="connsiteY9" fmla="*/ 163449 h 172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5175" h="172079">
                    <a:moveTo>
                      <a:pt x="220980" y="163449"/>
                    </a:moveTo>
                    <a:cubicBezTo>
                      <a:pt x="236427" y="154016"/>
                      <a:pt x="251195" y="143512"/>
                      <a:pt x="265176" y="132017"/>
                    </a:cubicBezTo>
                    <a:lnTo>
                      <a:pt x="265176" y="38671"/>
                    </a:lnTo>
                    <a:cubicBezTo>
                      <a:pt x="265176" y="38671"/>
                      <a:pt x="229267" y="68961"/>
                      <a:pt x="163068" y="68961"/>
                    </a:cubicBezTo>
                    <a:cubicBezTo>
                      <a:pt x="96869" y="68961"/>
                      <a:pt x="0" y="0"/>
                      <a:pt x="0" y="0"/>
                    </a:cubicBezTo>
                    <a:cubicBezTo>
                      <a:pt x="0" y="0"/>
                      <a:pt x="0" y="4096"/>
                      <a:pt x="0" y="11049"/>
                    </a:cubicBezTo>
                    <a:cubicBezTo>
                      <a:pt x="0" y="23813"/>
                      <a:pt x="952" y="46387"/>
                      <a:pt x="2096" y="71533"/>
                    </a:cubicBezTo>
                    <a:cubicBezTo>
                      <a:pt x="4708" y="75720"/>
                      <a:pt x="7638" y="79700"/>
                      <a:pt x="10858" y="83439"/>
                    </a:cubicBezTo>
                    <a:cubicBezTo>
                      <a:pt x="29908" y="105442"/>
                      <a:pt x="121158" y="160687"/>
                      <a:pt x="143256" y="166211"/>
                    </a:cubicBezTo>
                    <a:cubicBezTo>
                      <a:pt x="165354" y="171736"/>
                      <a:pt x="196120" y="177165"/>
                      <a:pt x="220980" y="163449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1" name="任意多边形: 形状 290">
                <a:extLst>
                  <a:ext uri="{FF2B5EF4-FFF2-40B4-BE49-F238E27FC236}">
                    <a16:creationId xmlns:a16="http://schemas.microsoft.com/office/drawing/2014/main" id="{9AC1280C-68B6-4C67-92FD-122A963A0A89}"/>
                  </a:ext>
                </a:extLst>
              </p:cNvPr>
              <p:cNvSpPr/>
              <p:nvPr/>
            </p:nvSpPr>
            <p:spPr>
              <a:xfrm>
                <a:off x="2958602" y="2101171"/>
                <a:ext cx="44100" cy="130781"/>
              </a:xfrm>
              <a:custGeom>
                <a:avLst/>
                <a:gdLst>
                  <a:gd name="connsiteX0" fmla="*/ 0 w 44100"/>
                  <a:gd name="connsiteY0" fmla="*/ 6575 h 130781"/>
                  <a:gd name="connsiteX1" fmla="*/ 44101 w 44100"/>
                  <a:gd name="connsiteY1" fmla="*/ 28673 h 130781"/>
                  <a:gd name="connsiteX2" fmla="*/ 2762 w 44100"/>
                  <a:gd name="connsiteY2" fmla="*/ 130781 h 130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100" h="130781">
                    <a:moveTo>
                      <a:pt x="0" y="6575"/>
                    </a:moveTo>
                    <a:cubicBezTo>
                      <a:pt x="0" y="6575"/>
                      <a:pt x="44101" y="-18285"/>
                      <a:pt x="44101" y="28673"/>
                    </a:cubicBezTo>
                    <a:cubicBezTo>
                      <a:pt x="44101" y="75632"/>
                      <a:pt x="2762" y="130781"/>
                      <a:pt x="2762" y="130781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2" name="任意多边形: 形状 291">
                <a:extLst>
                  <a:ext uri="{FF2B5EF4-FFF2-40B4-BE49-F238E27FC236}">
                    <a16:creationId xmlns:a16="http://schemas.microsoft.com/office/drawing/2014/main" id="{69AE2D72-E341-4BE8-B350-BA16F9B757F2}"/>
                  </a:ext>
                </a:extLst>
              </p:cNvPr>
              <p:cNvSpPr/>
              <p:nvPr/>
            </p:nvSpPr>
            <p:spPr>
              <a:xfrm>
                <a:off x="2503307" y="1833634"/>
                <a:ext cx="461914" cy="572436"/>
              </a:xfrm>
              <a:custGeom>
                <a:avLst/>
                <a:gdLst>
                  <a:gd name="connsiteX0" fmla="*/ 60770 w 461914"/>
                  <a:gd name="connsiteY0" fmla="*/ 276875 h 572436"/>
                  <a:gd name="connsiteX1" fmla="*/ 0 w 461914"/>
                  <a:gd name="connsiteY1" fmla="*/ 315546 h 572436"/>
                  <a:gd name="connsiteX2" fmla="*/ 55245 w 461914"/>
                  <a:gd name="connsiteY2" fmla="*/ 406510 h 572436"/>
                  <a:gd name="connsiteX3" fmla="*/ 93345 w 461914"/>
                  <a:gd name="connsiteY3" fmla="*/ 406510 h 572436"/>
                  <a:gd name="connsiteX4" fmla="*/ 134779 w 461914"/>
                  <a:gd name="connsiteY4" fmla="*/ 483758 h 572436"/>
                  <a:gd name="connsiteX5" fmla="*/ 267176 w 461914"/>
                  <a:gd name="connsiteY5" fmla="*/ 566530 h 572436"/>
                  <a:gd name="connsiteX6" fmla="*/ 344424 w 461914"/>
                  <a:gd name="connsiteY6" fmla="*/ 563768 h 572436"/>
                  <a:gd name="connsiteX7" fmla="*/ 430149 w 461914"/>
                  <a:gd name="connsiteY7" fmla="*/ 494807 h 572436"/>
                  <a:gd name="connsiteX8" fmla="*/ 460534 w 461914"/>
                  <a:gd name="connsiteY8" fmla="*/ 387270 h 572436"/>
                  <a:gd name="connsiteX9" fmla="*/ 455009 w 461914"/>
                  <a:gd name="connsiteY9" fmla="*/ 161051 h 572436"/>
                  <a:gd name="connsiteX10" fmla="*/ 272891 w 461914"/>
                  <a:gd name="connsiteY10" fmla="*/ 1031 h 572436"/>
                  <a:gd name="connsiteX11" fmla="*/ 66008 w 461914"/>
                  <a:gd name="connsiteY11" fmla="*/ 133428 h 572436"/>
                  <a:gd name="connsiteX12" fmla="*/ 60770 w 461914"/>
                  <a:gd name="connsiteY12" fmla="*/ 276875 h 572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61914" h="572436">
                    <a:moveTo>
                      <a:pt x="60770" y="276875"/>
                    </a:moveTo>
                    <a:cubicBezTo>
                      <a:pt x="60770" y="276875"/>
                      <a:pt x="0" y="260301"/>
                      <a:pt x="0" y="315546"/>
                    </a:cubicBezTo>
                    <a:cubicBezTo>
                      <a:pt x="0" y="370791"/>
                      <a:pt x="55245" y="406510"/>
                      <a:pt x="55245" y="406510"/>
                    </a:cubicBezTo>
                    <a:lnTo>
                      <a:pt x="93345" y="406510"/>
                    </a:lnTo>
                    <a:cubicBezTo>
                      <a:pt x="93345" y="406510"/>
                      <a:pt x="115443" y="461755"/>
                      <a:pt x="134779" y="483758"/>
                    </a:cubicBezTo>
                    <a:cubicBezTo>
                      <a:pt x="154115" y="505761"/>
                      <a:pt x="245078" y="561006"/>
                      <a:pt x="267176" y="566530"/>
                    </a:cubicBezTo>
                    <a:cubicBezTo>
                      <a:pt x="289274" y="572055"/>
                      <a:pt x="319564" y="577579"/>
                      <a:pt x="344424" y="563768"/>
                    </a:cubicBezTo>
                    <a:cubicBezTo>
                      <a:pt x="375658" y="544297"/>
                      <a:pt x="404439" y="521144"/>
                      <a:pt x="430149" y="494807"/>
                    </a:cubicBezTo>
                    <a:cubicBezTo>
                      <a:pt x="441198" y="481091"/>
                      <a:pt x="460534" y="387270"/>
                      <a:pt x="460534" y="387270"/>
                    </a:cubicBezTo>
                    <a:cubicBezTo>
                      <a:pt x="460534" y="387270"/>
                      <a:pt x="466058" y="218963"/>
                      <a:pt x="455009" y="161051"/>
                    </a:cubicBezTo>
                    <a:cubicBezTo>
                      <a:pt x="443960" y="103139"/>
                      <a:pt x="372237" y="12080"/>
                      <a:pt x="272891" y="1031"/>
                    </a:cubicBezTo>
                    <a:cubicBezTo>
                      <a:pt x="173546" y="-10018"/>
                      <a:pt x="79724" y="69992"/>
                      <a:pt x="66008" y="133428"/>
                    </a:cubicBezTo>
                    <a:cubicBezTo>
                      <a:pt x="52292" y="196865"/>
                      <a:pt x="60770" y="276875"/>
                      <a:pt x="60770" y="276875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3" name="任意多边形: 形状 292">
                <a:extLst>
                  <a:ext uri="{FF2B5EF4-FFF2-40B4-BE49-F238E27FC236}">
                    <a16:creationId xmlns:a16="http://schemas.microsoft.com/office/drawing/2014/main" id="{E85CDF93-DC23-4D6E-B95F-19F1B8B0E701}"/>
                  </a:ext>
                </a:extLst>
              </p:cNvPr>
              <p:cNvSpPr/>
              <p:nvPr/>
            </p:nvSpPr>
            <p:spPr>
              <a:xfrm>
                <a:off x="2737846" y="2154705"/>
                <a:ext cx="104722" cy="56254"/>
              </a:xfrm>
              <a:custGeom>
                <a:avLst/>
                <a:gdLst>
                  <a:gd name="connsiteX0" fmla="*/ 5492 w 104722"/>
                  <a:gd name="connsiteY0" fmla="*/ 0 h 56254"/>
                  <a:gd name="connsiteX1" fmla="*/ 19303 w 104722"/>
                  <a:gd name="connsiteY1" fmla="*/ 49625 h 56254"/>
                  <a:gd name="connsiteX2" fmla="*/ 102075 w 104722"/>
                  <a:gd name="connsiteY2" fmla="*/ 41339 h 56254"/>
                  <a:gd name="connsiteX3" fmla="*/ 96551 w 104722"/>
                  <a:gd name="connsiteY3" fmla="*/ 5525 h 56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22" h="56254">
                    <a:moveTo>
                      <a:pt x="5492" y="0"/>
                    </a:moveTo>
                    <a:cubicBezTo>
                      <a:pt x="5492" y="0"/>
                      <a:pt x="-13558" y="38576"/>
                      <a:pt x="19303" y="49625"/>
                    </a:cubicBezTo>
                    <a:cubicBezTo>
                      <a:pt x="52164" y="60674"/>
                      <a:pt x="93788" y="57912"/>
                      <a:pt x="102075" y="41339"/>
                    </a:cubicBezTo>
                    <a:cubicBezTo>
                      <a:pt x="110362" y="24765"/>
                      <a:pt x="96551" y="5525"/>
                      <a:pt x="96551" y="5525"/>
                    </a:cubicBezTo>
                  </a:path>
                </a:pathLst>
              </a:custGeom>
              <a:noFill/>
              <a:ln w="9525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4" name="任意多边形: 形状 293">
                <a:extLst>
                  <a:ext uri="{FF2B5EF4-FFF2-40B4-BE49-F238E27FC236}">
                    <a16:creationId xmlns:a16="http://schemas.microsoft.com/office/drawing/2014/main" id="{DFD344FB-0B2B-4F82-85D2-F2DC4B385E8D}"/>
                  </a:ext>
                </a:extLst>
              </p:cNvPr>
              <p:cNvSpPr/>
              <p:nvPr/>
            </p:nvSpPr>
            <p:spPr>
              <a:xfrm>
                <a:off x="2710286" y="2223666"/>
                <a:ext cx="162782" cy="26577"/>
              </a:xfrm>
              <a:custGeom>
                <a:avLst/>
                <a:gdLst>
                  <a:gd name="connsiteX0" fmla="*/ 0 w 162782"/>
                  <a:gd name="connsiteY0" fmla="*/ 0 h 26577"/>
                  <a:gd name="connsiteX1" fmla="*/ 162782 w 162782"/>
                  <a:gd name="connsiteY1" fmla="*/ 2762 h 26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2782" h="26577">
                    <a:moveTo>
                      <a:pt x="0" y="0"/>
                    </a:moveTo>
                    <a:cubicBezTo>
                      <a:pt x="0" y="0"/>
                      <a:pt x="68961" y="57912"/>
                      <a:pt x="162782" y="2762"/>
                    </a:cubicBezTo>
                  </a:path>
                </a:pathLst>
              </a:custGeom>
              <a:noFill/>
              <a:ln w="9525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5" name="任意多边形: 形状 294">
                <a:extLst>
                  <a:ext uri="{FF2B5EF4-FFF2-40B4-BE49-F238E27FC236}">
                    <a16:creationId xmlns:a16="http://schemas.microsoft.com/office/drawing/2014/main" id="{0AB0EF76-9363-419E-980D-7BA38155D3F5}"/>
                  </a:ext>
                </a:extLst>
              </p:cNvPr>
              <p:cNvSpPr/>
              <p:nvPr/>
            </p:nvSpPr>
            <p:spPr>
              <a:xfrm>
                <a:off x="2748862" y="2270529"/>
                <a:ext cx="96583" cy="18746"/>
              </a:xfrm>
              <a:custGeom>
                <a:avLst/>
                <a:gdLst>
                  <a:gd name="connsiteX0" fmla="*/ 0 w 96583"/>
                  <a:gd name="connsiteY0" fmla="*/ 5525 h 18746"/>
                  <a:gd name="connsiteX1" fmla="*/ 96584 w 96583"/>
                  <a:gd name="connsiteY1" fmla="*/ 0 h 18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583" h="18746">
                    <a:moveTo>
                      <a:pt x="0" y="5525"/>
                    </a:moveTo>
                    <a:cubicBezTo>
                      <a:pt x="0" y="5525"/>
                      <a:pt x="58007" y="38671"/>
                      <a:pt x="96584" y="0"/>
                    </a:cubicBezTo>
                  </a:path>
                </a:pathLst>
              </a:custGeom>
              <a:noFill/>
              <a:ln w="9525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6" name="任意多边形: 形状 295">
                <a:extLst>
                  <a:ext uri="{FF2B5EF4-FFF2-40B4-BE49-F238E27FC236}">
                    <a16:creationId xmlns:a16="http://schemas.microsoft.com/office/drawing/2014/main" id="{F73B640D-2A99-44AA-8EA4-CD6389717D96}"/>
                  </a:ext>
                </a:extLst>
              </p:cNvPr>
              <p:cNvSpPr/>
              <p:nvPr/>
            </p:nvSpPr>
            <p:spPr>
              <a:xfrm>
                <a:off x="2701999" y="2077362"/>
                <a:ext cx="27622" cy="44195"/>
              </a:xfrm>
              <a:custGeom>
                <a:avLst/>
                <a:gdLst>
                  <a:gd name="connsiteX0" fmla="*/ 27623 w 27622"/>
                  <a:gd name="connsiteY0" fmla="*/ 22098 h 44195"/>
                  <a:gd name="connsiteX1" fmla="*/ 13811 w 27622"/>
                  <a:gd name="connsiteY1" fmla="*/ 44196 h 44195"/>
                  <a:gd name="connsiteX2" fmla="*/ 0 w 27622"/>
                  <a:gd name="connsiteY2" fmla="*/ 22098 h 44195"/>
                  <a:gd name="connsiteX3" fmla="*/ 13811 w 27622"/>
                  <a:gd name="connsiteY3" fmla="*/ 0 h 44195"/>
                  <a:gd name="connsiteX4" fmla="*/ 27623 w 27622"/>
                  <a:gd name="connsiteY4" fmla="*/ 22098 h 44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622" h="44195">
                    <a:moveTo>
                      <a:pt x="27623" y="22098"/>
                    </a:moveTo>
                    <a:cubicBezTo>
                      <a:pt x="27623" y="34302"/>
                      <a:pt x="21439" y="44196"/>
                      <a:pt x="13811" y="44196"/>
                    </a:cubicBezTo>
                    <a:cubicBezTo>
                      <a:pt x="6184" y="44196"/>
                      <a:pt x="0" y="34302"/>
                      <a:pt x="0" y="22098"/>
                    </a:cubicBezTo>
                    <a:cubicBezTo>
                      <a:pt x="0" y="9894"/>
                      <a:pt x="6184" y="0"/>
                      <a:pt x="13811" y="0"/>
                    </a:cubicBezTo>
                    <a:cubicBezTo>
                      <a:pt x="21439" y="0"/>
                      <a:pt x="27623" y="9894"/>
                      <a:pt x="27623" y="22098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7" name="任意多边形: 形状 296">
                <a:extLst>
                  <a:ext uri="{FF2B5EF4-FFF2-40B4-BE49-F238E27FC236}">
                    <a16:creationId xmlns:a16="http://schemas.microsoft.com/office/drawing/2014/main" id="{55B3DD27-6C7F-4B78-90C8-A2CD56D1C51F}"/>
                  </a:ext>
                </a:extLst>
              </p:cNvPr>
              <p:cNvSpPr/>
              <p:nvPr/>
            </p:nvSpPr>
            <p:spPr>
              <a:xfrm>
                <a:off x="2837158" y="2074695"/>
                <a:ext cx="27622" cy="44100"/>
              </a:xfrm>
              <a:custGeom>
                <a:avLst/>
                <a:gdLst>
                  <a:gd name="connsiteX0" fmla="*/ 27623 w 27622"/>
                  <a:gd name="connsiteY0" fmla="*/ 22003 h 44100"/>
                  <a:gd name="connsiteX1" fmla="*/ 13811 w 27622"/>
                  <a:gd name="connsiteY1" fmla="*/ 44101 h 44100"/>
                  <a:gd name="connsiteX2" fmla="*/ 0 w 27622"/>
                  <a:gd name="connsiteY2" fmla="*/ 22003 h 44100"/>
                  <a:gd name="connsiteX3" fmla="*/ 13811 w 27622"/>
                  <a:gd name="connsiteY3" fmla="*/ 0 h 44100"/>
                  <a:gd name="connsiteX4" fmla="*/ 27623 w 27622"/>
                  <a:gd name="connsiteY4" fmla="*/ 22003 h 44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622" h="44100">
                    <a:moveTo>
                      <a:pt x="27623" y="22003"/>
                    </a:moveTo>
                    <a:cubicBezTo>
                      <a:pt x="27623" y="34195"/>
                      <a:pt x="21431" y="44101"/>
                      <a:pt x="13811" y="44101"/>
                    </a:cubicBezTo>
                    <a:cubicBezTo>
                      <a:pt x="6191" y="44101"/>
                      <a:pt x="0" y="34576"/>
                      <a:pt x="0" y="22003"/>
                    </a:cubicBezTo>
                    <a:cubicBezTo>
                      <a:pt x="0" y="9430"/>
                      <a:pt x="6191" y="0"/>
                      <a:pt x="13811" y="0"/>
                    </a:cubicBezTo>
                    <a:cubicBezTo>
                      <a:pt x="21431" y="0"/>
                      <a:pt x="27623" y="9811"/>
                      <a:pt x="27623" y="22003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8" name="任意多边形: 形状 297">
                <a:extLst>
                  <a:ext uri="{FF2B5EF4-FFF2-40B4-BE49-F238E27FC236}">
                    <a16:creationId xmlns:a16="http://schemas.microsoft.com/office/drawing/2014/main" id="{66E4C026-D724-45E7-B449-7F4F0415BA57}"/>
                  </a:ext>
                </a:extLst>
              </p:cNvPr>
              <p:cNvSpPr/>
              <p:nvPr/>
            </p:nvSpPr>
            <p:spPr>
              <a:xfrm>
                <a:off x="2677138" y="2053500"/>
                <a:ext cx="66675" cy="15670"/>
              </a:xfrm>
              <a:custGeom>
                <a:avLst/>
                <a:gdLst>
                  <a:gd name="connsiteX0" fmla="*/ 0 w 66675"/>
                  <a:gd name="connsiteY0" fmla="*/ 15671 h 15670"/>
                  <a:gd name="connsiteX1" fmla="*/ 66675 w 66675"/>
                  <a:gd name="connsiteY1" fmla="*/ 1859 h 15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6675" h="15670">
                    <a:moveTo>
                      <a:pt x="0" y="15671"/>
                    </a:moveTo>
                    <a:cubicBezTo>
                      <a:pt x="0" y="15671"/>
                      <a:pt x="13811" y="-6427"/>
                      <a:pt x="66675" y="1859"/>
                    </a:cubicBezTo>
                  </a:path>
                </a:pathLst>
              </a:custGeom>
              <a:noFill/>
              <a:ln w="9525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9" name="任意多边形: 形状 298">
                <a:extLst>
                  <a:ext uri="{FF2B5EF4-FFF2-40B4-BE49-F238E27FC236}">
                    <a16:creationId xmlns:a16="http://schemas.microsoft.com/office/drawing/2014/main" id="{A7F15336-103F-445E-A5C0-98504EBBA3CB}"/>
                  </a:ext>
                </a:extLst>
              </p:cNvPr>
              <p:cNvSpPr/>
              <p:nvPr/>
            </p:nvSpPr>
            <p:spPr>
              <a:xfrm>
                <a:off x="2828872" y="2040934"/>
                <a:ext cx="63531" cy="17187"/>
              </a:xfrm>
              <a:custGeom>
                <a:avLst/>
                <a:gdLst>
                  <a:gd name="connsiteX0" fmla="*/ 0 w 63531"/>
                  <a:gd name="connsiteY0" fmla="*/ 17187 h 17187"/>
                  <a:gd name="connsiteX1" fmla="*/ 63532 w 63531"/>
                  <a:gd name="connsiteY1" fmla="*/ 17187 h 17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531" h="17187">
                    <a:moveTo>
                      <a:pt x="0" y="17187"/>
                    </a:moveTo>
                    <a:cubicBezTo>
                      <a:pt x="0" y="17187"/>
                      <a:pt x="24860" y="-21484"/>
                      <a:pt x="63532" y="17187"/>
                    </a:cubicBezTo>
                  </a:path>
                </a:pathLst>
              </a:custGeom>
              <a:noFill/>
              <a:ln w="9525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0" name="任意多边形: 形状 299">
                <a:extLst>
                  <a:ext uri="{FF2B5EF4-FFF2-40B4-BE49-F238E27FC236}">
                    <a16:creationId xmlns:a16="http://schemas.microsoft.com/office/drawing/2014/main" id="{2A7DB96E-ABF9-4E35-A749-C83A2985DD31}"/>
                  </a:ext>
                </a:extLst>
              </p:cNvPr>
              <p:cNvSpPr/>
              <p:nvPr/>
            </p:nvSpPr>
            <p:spPr>
              <a:xfrm>
                <a:off x="2936531" y="1948013"/>
                <a:ext cx="29031" cy="172317"/>
              </a:xfrm>
              <a:custGeom>
                <a:avLst/>
                <a:gdLst>
                  <a:gd name="connsiteX0" fmla="*/ 22072 w 29031"/>
                  <a:gd name="connsiteY0" fmla="*/ 46482 h 172317"/>
                  <a:gd name="connsiteX1" fmla="*/ 3688 w 29031"/>
                  <a:gd name="connsiteY1" fmla="*/ 0 h 172317"/>
                  <a:gd name="connsiteX2" fmla="*/ 355 w 29031"/>
                  <a:gd name="connsiteY2" fmla="*/ 46482 h 172317"/>
                  <a:gd name="connsiteX3" fmla="*/ 18547 w 29031"/>
                  <a:gd name="connsiteY3" fmla="*/ 108966 h 172317"/>
                  <a:gd name="connsiteX4" fmla="*/ 26548 w 29031"/>
                  <a:gd name="connsiteY4" fmla="*/ 171545 h 172317"/>
                  <a:gd name="connsiteX5" fmla="*/ 28930 w 29031"/>
                  <a:gd name="connsiteY5" fmla="*/ 167926 h 172317"/>
                  <a:gd name="connsiteX6" fmla="*/ 22072 w 29031"/>
                  <a:gd name="connsiteY6" fmla="*/ 46482 h 172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031" h="172317">
                    <a:moveTo>
                      <a:pt x="22072" y="46482"/>
                    </a:moveTo>
                    <a:cubicBezTo>
                      <a:pt x="18488" y="30099"/>
                      <a:pt x="12280" y="14402"/>
                      <a:pt x="3688" y="0"/>
                    </a:cubicBezTo>
                    <a:cubicBezTo>
                      <a:pt x="475" y="15271"/>
                      <a:pt x="-647" y="30909"/>
                      <a:pt x="355" y="46482"/>
                    </a:cubicBezTo>
                    <a:cubicBezTo>
                      <a:pt x="4355" y="66675"/>
                      <a:pt x="18547" y="94869"/>
                      <a:pt x="18547" y="108966"/>
                    </a:cubicBezTo>
                    <a:cubicBezTo>
                      <a:pt x="18547" y="123063"/>
                      <a:pt x="16452" y="179546"/>
                      <a:pt x="26548" y="171545"/>
                    </a:cubicBezTo>
                    <a:cubicBezTo>
                      <a:pt x="27548" y="170488"/>
                      <a:pt x="28355" y="169263"/>
                      <a:pt x="28930" y="167926"/>
                    </a:cubicBezTo>
                    <a:cubicBezTo>
                      <a:pt x="29560" y="127332"/>
                      <a:pt x="27268" y="86746"/>
                      <a:pt x="22072" y="46482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1" name="任意多边形: 形状 300">
                <a:extLst>
                  <a:ext uri="{FF2B5EF4-FFF2-40B4-BE49-F238E27FC236}">
                    <a16:creationId xmlns:a16="http://schemas.microsoft.com/office/drawing/2014/main" id="{B8635A5A-A463-42C8-8D15-D79B8AF1DA1A}"/>
                  </a:ext>
                </a:extLst>
              </p:cNvPr>
              <p:cNvSpPr/>
              <p:nvPr/>
            </p:nvSpPr>
            <p:spPr>
              <a:xfrm>
                <a:off x="2561650" y="1834110"/>
                <a:ext cx="311036" cy="283401"/>
              </a:xfrm>
              <a:custGeom>
                <a:avLst/>
                <a:gdLst>
                  <a:gd name="connsiteX0" fmla="*/ 258268 w 311036"/>
                  <a:gd name="connsiteY0" fmla="*/ 46084 h 283401"/>
                  <a:gd name="connsiteX1" fmla="*/ 311037 w 311036"/>
                  <a:gd name="connsiteY1" fmla="*/ 39702 h 283401"/>
                  <a:gd name="connsiteX2" fmla="*/ 214834 w 311036"/>
                  <a:gd name="connsiteY2" fmla="*/ 1031 h 283401"/>
                  <a:gd name="connsiteX3" fmla="*/ 7951 w 311036"/>
                  <a:gd name="connsiteY3" fmla="*/ 133428 h 283401"/>
                  <a:gd name="connsiteX4" fmla="*/ 2427 w 311036"/>
                  <a:gd name="connsiteY4" fmla="*/ 276875 h 283401"/>
                  <a:gd name="connsiteX5" fmla="*/ 32431 w 311036"/>
                  <a:gd name="connsiteY5" fmla="*/ 276018 h 283401"/>
                  <a:gd name="connsiteX6" fmla="*/ 40527 w 311036"/>
                  <a:gd name="connsiteY6" fmla="*/ 205437 h 283401"/>
                  <a:gd name="connsiteX7" fmla="*/ 62625 w 311036"/>
                  <a:gd name="connsiteY7" fmla="*/ 140858 h 283401"/>
                  <a:gd name="connsiteX8" fmla="*/ 58624 w 311036"/>
                  <a:gd name="connsiteY8" fmla="*/ 68277 h 283401"/>
                  <a:gd name="connsiteX9" fmla="*/ 149398 w 311036"/>
                  <a:gd name="connsiteY9" fmla="*/ 27987 h 283401"/>
                  <a:gd name="connsiteX10" fmla="*/ 258268 w 311036"/>
                  <a:gd name="connsiteY10" fmla="*/ 46084 h 283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11036" h="283401">
                    <a:moveTo>
                      <a:pt x="258268" y="46084"/>
                    </a:moveTo>
                    <a:cubicBezTo>
                      <a:pt x="275981" y="45146"/>
                      <a:pt x="293611" y="43014"/>
                      <a:pt x="311037" y="39702"/>
                    </a:cubicBezTo>
                    <a:cubicBezTo>
                      <a:pt x="282895" y="18635"/>
                      <a:pt x="249728" y="5303"/>
                      <a:pt x="214834" y="1031"/>
                    </a:cubicBezTo>
                    <a:cubicBezTo>
                      <a:pt x="115489" y="-10018"/>
                      <a:pt x="21667" y="69992"/>
                      <a:pt x="7951" y="133428"/>
                    </a:cubicBezTo>
                    <a:cubicBezTo>
                      <a:pt x="-5765" y="196865"/>
                      <a:pt x="2427" y="276875"/>
                      <a:pt x="2427" y="276875"/>
                    </a:cubicBezTo>
                    <a:cubicBezTo>
                      <a:pt x="2427" y="276875"/>
                      <a:pt x="24334" y="292115"/>
                      <a:pt x="32431" y="276018"/>
                    </a:cubicBezTo>
                    <a:cubicBezTo>
                      <a:pt x="40527" y="259920"/>
                      <a:pt x="32431" y="233631"/>
                      <a:pt x="40527" y="205437"/>
                    </a:cubicBezTo>
                    <a:cubicBezTo>
                      <a:pt x="48623" y="177243"/>
                      <a:pt x="60625" y="163051"/>
                      <a:pt x="62625" y="140858"/>
                    </a:cubicBezTo>
                    <a:cubicBezTo>
                      <a:pt x="64625" y="118665"/>
                      <a:pt x="50528" y="86470"/>
                      <a:pt x="58624" y="68277"/>
                    </a:cubicBezTo>
                    <a:cubicBezTo>
                      <a:pt x="66721" y="50085"/>
                      <a:pt x="117108" y="15890"/>
                      <a:pt x="149398" y="27987"/>
                    </a:cubicBezTo>
                    <a:cubicBezTo>
                      <a:pt x="184138" y="41145"/>
                      <a:pt x="221139" y="47295"/>
                      <a:pt x="258268" y="46084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cxnSp>
          <p:nvCxnSpPr>
            <p:cNvPr id="288" name="直接连接符 287">
              <a:extLst>
                <a:ext uri="{FF2B5EF4-FFF2-40B4-BE49-F238E27FC236}">
                  <a16:creationId xmlns:a16="http://schemas.microsoft.com/office/drawing/2014/main" id="{C80BAB13-A284-4EBE-B3E7-CB223C870C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94973" y="6063858"/>
              <a:ext cx="108001" cy="216872"/>
            </a:xfrm>
            <a:prstGeom prst="line">
              <a:avLst/>
            </a:prstGeom>
            <a:noFill/>
            <a:ln w="9525" cap="rnd">
              <a:solidFill>
                <a:srgbClr val="263238"/>
              </a:solidFill>
              <a:prstDash val="solid"/>
              <a:round/>
            </a:ln>
          </p:spPr>
        </p:cxnSp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55AC60FD-20BD-4085-9761-808799F92C9A}"/>
                </a:ext>
              </a:extLst>
            </p:cNvPr>
            <p:cNvCxnSpPr>
              <a:cxnSpLocks/>
              <a:stCxn id="285" idx="6"/>
            </p:cNvCxnSpPr>
            <p:nvPr/>
          </p:nvCxnSpPr>
          <p:spPr>
            <a:xfrm>
              <a:off x="7838403" y="5978423"/>
              <a:ext cx="148473" cy="302305"/>
            </a:xfrm>
            <a:prstGeom prst="line">
              <a:avLst/>
            </a:prstGeom>
            <a:noFill/>
            <a:ln w="9525" cap="rnd">
              <a:solidFill>
                <a:srgbClr val="263238"/>
              </a:solidFill>
              <a:prstDash val="solid"/>
              <a:round/>
            </a:ln>
          </p:spPr>
        </p:cxnSp>
      </p:grpSp>
      <p:grpSp>
        <p:nvGrpSpPr>
          <p:cNvPr id="376" name="组合 375">
            <a:extLst>
              <a:ext uri="{FF2B5EF4-FFF2-40B4-BE49-F238E27FC236}">
                <a16:creationId xmlns:a16="http://schemas.microsoft.com/office/drawing/2014/main" id="{5DEA3578-D945-49E8-B835-32685651CEE9}"/>
              </a:ext>
            </a:extLst>
          </p:cNvPr>
          <p:cNvGrpSpPr/>
          <p:nvPr/>
        </p:nvGrpSpPr>
        <p:grpSpPr>
          <a:xfrm>
            <a:off x="4718301" y="5033043"/>
            <a:ext cx="1350226" cy="1462655"/>
            <a:chOff x="4889164" y="4914284"/>
            <a:chExt cx="1249288" cy="1353312"/>
          </a:xfrm>
        </p:grpSpPr>
        <p:sp>
          <p:nvSpPr>
            <p:cNvPr id="306" name="任意多边形: 形状 305">
              <a:extLst>
                <a:ext uri="{FF2B5EF4-FFF2-40B4-BE49-F238E27FC236}">
                  <a16:creationId xmlns:a16="http://schemas.microsoft.com/office/drawing/2014/main" id="{76C9733C-4473-4C5C-ACC4-FEA94EF05BEC}"/>
                </a:ext>
              </a:extLst>
            </p:cNvPr>
            <p:cNvSpPr/>
            <p:nvPr/>
          </p:nvSpPr>
          <p:spPr>
            <a:xfrm>
              <a:off x="4915526" y="6100086"/>
              <a:ext cx="1191992" cy="159423"/>
            </a:xfrm>
            <a:custGeom>
              <a:avLst/>
              <a:gdLst>
                <a:gd name="connsiteX0" fmla="*/ 948275 w 1191992"/>
                <a:gd name="connsiteY0" fmla="*/ 0 h 159423"/>
                <a:gd name="connsiteX1" fmla="*/ 1191992 w 1191992"/>
                <a:gd name="connsiteY1" fmla="*/ 159423 h 159423"/>
                <a:gd name="connsiteX2" fmla="*/ 0 w 1191992"/>
                <a:gd name="connsiteY2" fmla="*/ 159423 h 159423"/>
                <a:gd name="connsiteX3" fmla="*/ 163176 w 1191992"/>
                <a:gd name="connsiteY3" fmla="*/ 28881 h 15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1992" h="159423">
                  <a:moveTo>
                    <a:pt x="948275" y="0"/>
                  </a:moveTo>
                  <a:lnTo>
                    <a:pt x="1191992" y="159423"/>
                  </a:lnTo>
                  <a:lnTo>
                    <a:pt x="0" y="159423"/>
                  </a:lnTo>
                  <a:lnTo>
                    <a:pt x="163176" y="28881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7" name="任意多边形: 形状 306">
              <a:extLst>
                <a:ext uri="{FF2B5EF4-FFF2-40B4-BE49-F238E27FC236}">
                  <a16:creationId xmlns:a16="http://schemas.microsoft.com/office/drawing/2014/main" id="{523118D9-6399-48B1-AE2A-CACF8E4620DB}"/>
                </a:ext>
              </a:extLst>
            </p:cNvPr>
            <p:cNvSpPr/>
            <p:nvPr/>
          </p:nvSpPr>
          <p:spPr>
            <a:xfrm>
              <a:off x="4889164" y="6089905"/>
              <a:ext cx="1249288" cy="177691"/>
            </a:xfrm>
            <a:custGeom>
              <a:avLst/>
              <a:gdLst>
                <a:gd name="connsiteX0" fmla="*/ 973418 w 1249288"/>
                <a:gd name="connsiteY0" fmla="*/ 9 h 177691"/>
                <a:gd name="connsiteX1" fmla="*/ 979316 w 1249288"/>
                <a:gd name="connsiteY1" fmla="*/ 1636 h 177691"/>
                <a:gd name="connsiteX2" fmla="*/ 1249288 w 1249288"/>
                <a:gd name="connsiteY2" fmla="*/ 177691 h 177691"/>
                <a:gd name="connsiteX3" fmla="*/ 1212076 w 1249288"/>
                <a:gd name="connsiteY3" fmla="*/ 177691 h 177691"/>
                <a:gd name="connsiteX4" fmla="*/ 970977 w 1249288"/>
                <a:gd name="connsiteY4" fmla="*/ 20553 h 177691"/>
                <a:gd name="connsiteX5" fmla="*/ 193201 w 1249288"/>
                <a:gd name="connsiteY5" fmla="*/ 49028 h 177691"/>
                <a:gd name="connsiteX6" fmla="*/ 32449 w 1249288"/>
                <a:gd name="connsiteY6" fmla="*/ 177691 h 177691"/>
                <a:gd name="connsiteX7" fmla="*/ 0 w 1249288"/>
                <a:gd name="connsiteY7" fmla="*/ 177691 h 177691"/>
                <a:gd name="connsiteX8" fmla="*/ 183030 w 1249288"/>
                <a:gd name="connsiteY8" fmla="*/ 31130 h 177691"/>
                <a:gd name="connsiteX9" fmla="*/ 189133 w 1249288"/>
                <a:gd name="connsiteY9" fmla="*/ 28892 h 177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49288" h="177691">
                  <a:moveTo>
                    <a:pt x="973418" y="9"/>
                  </a:moveTo>
                  <a:cubicBezTo>
                    <a:pt x="975504" y="-81"/>
                    <a:pt x="977569" y="489"/>
                    <a:pt x="979316" y="1636"/>
                  </a:cubicBezTo>
                  <a:lnTo>
                    <a:pt x="1249288" y="177691"/>
                  </a:lnTo>
                  <a:lnTo>
                    <a:pt x="1212076" y="177691"/>
                  </a:lnTo>
                  <a:lnTo>
                    <a:pt x="970977" y="20553"/>
                  </a:lnTo>
                  <a:lnTo>
                    <a:pt x="193201" y="49028"/>
                  </a:lnTo>
                  <a:lnTo>
                    <a:pt x="32449" y="177691"/>
                  </a:lnTo>
                  <a:lnTo>
                    <a:pt x="0" y="177691"/>
                  </a:lnTo>
                  <a:lnTo>
                    <a:pt x="183030" y="31130"/>
                  </a:lnTo>
                  <a:cubicBezTo>
                    <a:pt x="184749" y="29707"/>
                    <a:pt x="186901" y="28917"/>
                    <a:pt x="189133" y="28892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8" name="任意多边形: 形状 307">
              <a:extLst>
                <a:ext uri="{FF2B5EF4-FFF2-40B4-BE49-F238E27FC236}">
                  <a16:creationId xmlns:a16="http://schemas.microsoft.com/office/drawing/2014/main" id="{435F9AB9-2159-4DBB-A60A-97A7E74955E5}"/>
                </a:ext>
              </a:extLst>
            </p:cNvPr>
            <p:cNvSpPr/>
            <p:nvPr/>
          </p:nvSpPr>
          <p:spPr>
            <a:xfrm>
              <a:off x="5037403" y="5872194"/>
              <a:ext cx="894456" cy="394123"/>
            </a:xfrm>
            <a:custGeom>
              <a:avLst/>
              <a:gdLst>
                <a:gd name="connsiteX0" fmla="*/ 479000 w 894456"/>
                <a:gd name="connsiteY0" fmla="*/ 13 h 394123"/>
                <a:gd name="connsiteX1" fmla="*/ 752157 w 894456"/>
                <a:gd name="connsiteY1" fmla="*/ 56429 h 394123"/>
                <a:gd name="connsiteX2" fmla="*/ 894109 w 894456"/>
                <a:gd name="connsiteY2" fmla="*/ 312877 h 394123"/>
                <a:gd name="connsiteX3" fmla="*/ 879750 w 894456"/>
                <a:gd name="connsiteY3" fmla="*/ 394123 h 394123"/>
                <a:gd name="connsiteX4" fmla="*/ 660413 w 894456"/>
                <a:gd name="connsiteY4" fmla="*/ 394123 h 394123"/>
                <a:gd name="connsiteX5" fmla="*/ 652698 w 894456"/>
                <a:gd name="connsiteY5" fmla="*/ 312297 h 394123"/>
                <a:gd name="connsiteX6" fmla="*/ 510322 w 894456"/>
                <a:gd name="connsiteY6" fmla="*/ 120294 h 394123"/>
                <a:gd name="connsiteX7" fmla="*/ 325641 w 894456"/>
                <a:gd name="connsiteY7" fmla="*/ 269586 h 394123"/>
                <a:gd name="connsiteX8" fmla="*/ 371506 w 894456"/>
                <a:gd name="connsiteY8" fmla="*/ 384580 h 394123"/>
                <a:gd name="connsiteX9" fmla="*/ 375430 w 894456"/>
                <a:gd name="connsiteY9" fmla="*/ 394123 h 394123"/>
                <a:gd name="connsiteX10" fmla="*/ 99625 w 894456"/>
                <a:gd name="connsiteY10" fmla="*/ 394123 h 394123"/>
                <a:gd name="connsiteX11" fmla="*/ 15872 w 894456"/>
                <a:gd name="connsiteY11" fmla="*/ 312297 h 394123"/>
                <a:gd name="connsiteX12" fmla="*/ 69160 w 894456"/>
                <a:gd name="connsiteY12" fmla="*/ 113177 h 394123"/>
                <a:gd name="connsiteX13" fmla="*/ 314454 w 894456"/>
                <a:gd name="connsiteY13" fmla="*/ 10258 h 394123"/>
                <a:gd name="connsiteX14" fmla="*/ 479000 w 894456"/>
                <a:gd name="connsiteY14" fmla="*/ 13 h 39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94456" h="394123">
                  <a:moveTo>
                    <a:pt x="479000" y="13"/>
                  </a:moveTo>
                  <a:cubicBezTo>
                    <a:pt x="570323" y="445"/>
                    <a:pt x="679749" y="11988"/>
                    <a:pt x="752157" y="56429"/>
                  </a:cubicBezTo>
                  <a:cubicBezTo>
                    <a:pt x="860769" y="123091"/>
                    <a:pt x="898561" y="215152"/>
                    <a:pt x="894109" y="312877"/>
                  </a:cubicBezTo>
                  <a:lnTo>
                    <a:pt x="879750" y="394123"/>
                  </a:lnTo>
                  <a:lnTo>
                    <a:pt x="660413" y="394123"/>
                  </a:lnTo>
                  <a:lnTo>
                    <a:pt x="652698" y="312297"/>
                  </a:lnTo>
                  <a:cubicBezTo>
                    <a:pt x="656155" y="262669"/>
                    <a:pt x="591883" y="155685"/>
                    <a:pt x="510322" y="120294"/>
                  </a:cubicBezTo>
                  <a:cubicBezTo>
                    <a:pt x="428760" y="84904"/>
                    <a:pt x="311810" y="197583"/>
                    <a:pt x="325641" y="269586"/>
                  </a:cubicBezTo>
                  <a:cubicBezTo>
                    <a:pt x="332557" y="305587"/>
                    <a:pt x="352896" y="344689"/>
                    <a:pt x="371506" y="384580"/>
                  </a:cubicBezTo>
                  <a:lnTo>
                    <a:pt x="375430" y="394123"/>
                  </a:lnTo>
                  <a:lnTo>
                    <a:pt x="99625" y="394123"/>
                  </a:lnTo>
                  <a:lnTo>
                    <a:pt x="15872" y="312297"/>
                  </a:lnTo>
                  <a:cubicBezTo>
                    <a:pt x="-23180" y="266129"/>
                    <a:pt x="15670" y="191280"/>
                    <a:pt x="69160" y="113177"/>
                  </a:cubicBezTo>
                  <a:cubicBezTo>
                    <a:pt x="122653" y="35074"/>
                    <a:pt x="314454" y="10258"/>
                    <a:pt x="314454" y="10258"/>
                  </a:cubicBezTo>
                  <a:cubicBezTo>
                    <a:pt x="314454" y="10258"/>
                    <a:pt x="387676" y="-420"/>
                    <a:pt x="479000" y="13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9" name="任意多边形: 形状 308">
              <a:extLst>
                <a:ext uri="{FF2B5EF4-FFF2-40B4-BE49-F238E27FC236}">
                  <a16:creationId xmlns:a16="http://schemas.microsoft.com/office/drawing/2014/main" id="{3C47BC11-0954-4702-B66C-9DC80CAEC185}"/>
                </a:ext>
              </a:extLst>
            </p:cNvPr>
            <p:cNvSpPr/>
            <p:nvPr/>
          </p:nvSpPr>
          <p:spPr>
            <a:xfrm>
              <a:off x="5027296" y="5861777"/>
              <a:ext cx="914721" cy="404541"/>
            </a:xfrm>
            <a:custGeom>
              <a:avLst/>
              <a:gdLst>
                <a:gd name="connsiteX0" fmla="*/ 493703 w 914721"/>
                <a:gd name="connsiteY0" fmla="*/ 114208 h 404541"/>
                <a:gd name="connsiteX1" fmla="*/ 524294 w 914721"/>
                <a:gd name="connsiteY1" fmla="*/ 121562 h 404541"/>
                <a:gd name="connsiteX2" fmla="*/ 672570 w 914721"/>
                <a:gd name="connsiteY2" fmla="*/ 323531 h 404541"/>
                <a:gd name="connsiteX3" fmla="*/ 684501 w 914721"/>
                <a:gd name="connsiteY3" fmla="*/ 404541 h 404541"/>
                <a:gd name="connsiteX4" fmla="*/ 663812 w 914721"/>
                <a:gd name="connsiteY4" fmla="*/ 404541 h 404541"/>
                <a:gd name="connsiteX5" fmla="*/ 652025 w 914721"/>
                <a:gd name="connsiteY5" fmla="*/ 321091 h 404541"/>
                <a:gd name="connsiteX6" fmla="*/ 515956 w 914721"/>
                <a:gd name="connsiteY6" fmla="*/ 139053 h 404541"/>
                <a:gd name="connsiteX7" fmla="*/ 403885 w 914721"/>
                <a:gd name="connsiteY7" fmla="*/ 167325 h 404541"/>
                <a:gd name="connsiteX8" fmla="*/ 345105 w 914721"/>
                <a:gd name="connsiteY8" fmla="*/ 277158 h 404541"/>
                <a:gd name="connsiteX9" fmla="*/ 381513 w 914721"/>
                <a:gd name="connsiteY9" fmla="*/ 370313 h 404541"/>
                <a:gd name="connsiteX10" fmla="*/ 396468 w 914721"/>
                <a:gd name="connsiteY10" fmla="*/ 404541 h 404541"/>
                <a:gd name="connsiteX11" fmla="*/ 374324 w 914721"/>
                <a:gd name="connsiteY11" fmla="*/ 404541 h 404541"/>
                <a:gd name="connsiteX12" fmla="*/ 363614 w 914721"/>
                <a:gd name="connsiteY12" fmla="*/ 380076 h 404541"/>
                <a:gd name="connsiteX13" fmla="*/ 325579 w 914721"/>
                <a:gd name="connsiteY13" fmla="*/ 282039 h 404541"/>
                <a:gd name="connsiteX14" fmla="*/ 391479 w 914721"/>
                <a:gd name="connsiteY14" fmla="*/ 152478 h 404541"/>
                <a:gd name="connsiteX15" fmla="*/ 493703 w 914721"/>
                <a:gd name="connsiteY15" fmla="*/ 114208 h 404541"/>
                <a:gd name="connsiteX16" fmla="*/ 495031 w 914721"/>
                <a:gd name="connsiteY16" fmla="*/ 60 h 404541"/>
                <a:gd name="connsiteX17" fmla="*/ 767147 w 914721"/>
                <a:gd name="connsiteY17" fmla="*/ 58103 h 404541"/>
                <a:gd name="connsiteX18" fmla="*/ 913619 w 914721"/>
                <a:gd name="connsiteY18" fmla="*/ 334715 h 404541"/>
                <a:gd name="connsiteX19" fmla="*/ 899949 w 914721"/>
                <a:gd name="connsiteY19" fmla="*/ 404541 h 404541"/>
                <a:gd name="connsiteX20" fmla="*/ 880001 w 914721"/>
                <a:gd name="connsiteY20" fmla="*/ 404541 h 404541"/>
                <a:gd name="connsiteX21" fmla="*/ 893070 w 914721"/>
                <a:gd name="connsiteY21" fmla="*/ 335958 h 404541"/>
                <a:gd name="connsiteX22" fmla="*/ 757182 w 914721"/>
                <a:gd name="connsiteY22" fmla="*/ 75391 h 404541"/>
                <a:gd name="connsiteX23" fmla="*/ 483005 w 914721"/>
                <a:gd name="connsiteY23" fmla="*/ 20679 h 404541"/>
                <a:gd name="connsiteX24" fmla="*/ 326190 w 914721"/>
                <a:gd name="connsiteY24" fmla="*/ 30645 h 404541"/>
                <a:gd name="connsiteX25" fmla="*/ 88016 w 914721"/>
                <a:gd name="connsiteY25" fmla="*/ 129495 h 404541"/>
                <a:gd name="connsiteX26" fmla="*/ 33914 w 914721"/>
                <a:gd name="connsiteY26" fmla="*/ 316209 h 404541"/>
                <a:gd name="connsiteX27" fmla="*/ 124450 w 914721"/>
                <a:gd name="connsiteY27" fmla="*/ 404541 h 404541"/>
                <a:gd name="connsiteX28" fmla="*/ 95313 w 914721"/>
                <a:gd name="connsiteY28" fmla="*/ 404541 h 404541"/>
                <a:gd name="connsiteX29" fmla="*/ 18251 w 914721"/>
                <a:gd name="connsiteY29" fmla="*/ 329226 h 404541"/>
                <a:gd name="connsiteX30" fmla="*/ 70931 w 914721"/>
                <a:gd name="connsiteY30" fmla="*/ 117900 h 404541"/>
                <a:gd name="connsiteX31" fmla="*/ 323139 w 914721"/>
                <a:gd name="connsiteY31" fmla="*/ 10508 h 404541"/>
                <a:gd name="connsiteX32" fmla="*/ 495031 w 914721"/>
                <a:gd name="connsiteY32" fmla="*/ 60 h 404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14721" h="404541">
                  <a:moveTo>
                    <a:pt x="493703" y="114208"/>
                  </a:moveTo>
                  <a:cubicBezTo>
                    <a:pt x="504451" y="114914"/>
                    <a:pt x="514735" y="117342"/>
                    <a:pt x="524294" y="121562"/>
                  </a:cubicBezTo>
                  <a:cubicBezTo>
                    <a:pt x="611552" y="159392"/>
                    <a:pt x="676433" y="270852"/>
                    <a:pt x="672570" y="323531"/>
                  </a:cubicBezTo>
                  <a:lnTo>
                    <a:pt x="684501" y="404541"/>
                  </a:lnTo>
                  <a:lnTo>
                    <a:pt x="663812" y="404541"/>
                  </a:lnTo>
                  <a:lnTo>
                    <a:pt x="652025" y="321091"/>
                  </a:lnTo>
                  <a:cubicBezTo>
                    <a:pt x="655280" y="275125"/>
                    <a:pt x="594262" y="173223"/>
                    <a:pt x="515956" y="139053"/>
                  </a:cubicBezTo>
                  <a:cubicBezTo>
                    <a:pt x="484429" y="125427"/>
                    <a:pt x="442734" y="136004"/>
                    <a:pt x="403885" y="167325"/>
                  </a:cubicBezTo>
                  <a:cubicBezTo>
                    <a:pt x="365039" y="198649"/>
                    <a:pt x="338799" y="246039"/>
                    <a:pt x="345105" y="277158"/>
                  </a:cubicBezTo>
                  <a:cubicBezTo>
                    <a:pt x="353570" y="309523"/>
                    <a:pt x="365788" y="340785"/>
                    <a:pt x="381513" y="370313"/>
                  </a:cubicBezTo>
                  <a:lnTo>
                    <a:pt x="396468" y="404541"/>
                  </a:lnTo>
                  <a:lnTo>
                    <a:pt x="374324" y="404541"/>
                  </a:lnTo>
                  <a:lnTo>
                    <a:pt x="363614" y="380076"/>
                  </a:lnTo>
                  <a:cubicBezTo>
                    <a:pt x="347014" y="349058"/>
                    <a:pt x="334240" y="316137"/>
                    <a:pt x="325579" y="282039"/>
                  </a:cubicBezTo>
                  <a:cubicBezTo>
                    <a:pt x="316427" y="236682"/>
                    <a:pt x="352019" y="184410"/>
                    <a:pt x="391479" y="152478"/>
                  </a:cubicBezTo>
                  <a:cubicBezTo>
                    <a:pt x="425039" y="125478"/>
                    <a:pt x="461459" y="112092"/>
                    <a:pt x="493703" y="114208"/>
                  </a:cubicBezTo>
                  <a:close/>
                  <a:moveTo>
                    <a:pt x="495031" y="60"/>
                  </a:moveTo>
                  <a:cubicBezTo>
                    <a:pt x="586025" y="1001"/>
                    <a:pt x="693722" y="13357"/>
                    <a:pt x="767147" y="58103"/>
                  </a:cubicBezTo>
                  <a:cubicBezTo>
                    <a:pt x="892082" y="134376"/>
                    <a:pt x="921142" y="240051"/>
                    <a:pt x="913619" y="334715"/>
                  </a:cubicBezTo>
                  <a:lnTo>
                    <a:pt x="899949" y="404541"/>
                  </a:lnTo>
                  <a:lnTo>
                    <a:pt x="880001" y="404541"/>
                  </a:lnTo>
                  <a:lnTo>
                    <a:pt x="893070" y="335958"/>
                  </a:lnTo>
                  <a:cubicBezTo>
                    <a:pt x="900001" y="247158"/>
                    <a:pt x="873726" y="146630"/>
                    <a:pt x="757182" y="75391"/>
                  </a:cubicBezTo>
                  <a:cubicBezTo>
                    <a:pt x="684366" y="31458"/>
                    <a:pt x="573922" y="20679"/>
                    <a:pt x="483005" y="20679"/>
                  </a:cubicBezTo>
                  <a:cubicBezTo>
                    <a:pt x="430573" y="20636"/>
                    <a:pt x="378195" y="23965"/>
                    <a:pt x="326190" y="30645"/>
                  </a:cubicBezTo>
                  <a:cubicBezTo>
                    <a:pt x="324360" y="30645"/>
                    <a:pt x="138052" y="55866"/>
                    <a:pt x="88016" y="129495"/>
                  </a:cubicBezTo>
                  <a:cubicBezTo>
                    <a:pt x="41236" y="198038"/>
                    <a:pt x="-1886" y="273903"/>
                    <a:pt x="33914" y="316209"/>
                  </a:cubicBezTo>
                  <a:lnTo>
                    <a:pt x="124450" y="404541"/>
                  </a:lnTo>
                  <a:lnTo>
                    <a:pt x="95313" y="404541"/>
                  </a:lnTo>
                  <a:lnTo>
                    <a:pt x="18251" y="329226"/>
                  </a:lnTo>
                  <a:cubicBezTo>
                    <a:pt x="-26291" y="276752"/>
                    <a:pt x="18251" y="196614"/>
                    <a:pt x="70931" y="117900"/>
                  </a:cubicBezTo>
                  <a:cubicBezTo>
                    <a:pt x="123610" y="39188"/>
                    <a:pt x="315003" y="11730"/>
                    <a:pt x="323139" y="10508"/>
                  </a:cubicBezTo>
                  <a:cubicBezTo>
                    <a:pt x="329749" y="9593"/>
                    <a:pt x="404038" y="-881"/>
                    <a:pt x="495031" y="6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0" name="任意多边形: 形状 309">
              <a:extLst>
                <a:ext uri="{FF2B5EF4-FFF2-40B4-BE49-F238E27FC236}">
                  <a16:creationId xmlns:a16="http://schemas.microsoft.com/office/drawing/2014/main" id="{E987C47F-4F48-4ACF-9762-7786E1112D2C}"/>
                </a:ext>
              </a:extLst>
            </p:cNvPr>
            <p:cNvSpPr/>
            <p:nvPr/>
          </p:nvSpPr>
          <p:spPr>
            <a:xfrm>
              <a:off x="5086763" y="5872194"/>
              <a:ext cx="777068" cy="395402"/>
            </a:xfrm>
            <a:custGeom>
              <a:avLst/>
              <a:gdLst>
                <a:gd name="connsiteX0" fmla="*/ 429057 w 777068"/>
                <a:gd name="connsiteY0" fmla="*/ 13 h 395402"/>
                <a:gd name="connsiteX1" fmla="*/ 702392 w 777068"/>
                <a:gd name="connsiteY1" fmla="*/ 56429 h 395402"/>
                <a:gd name="connsiteX2" fmla="*/ 765241 w 777068"/>
                <a:gd name="connsiteY2" fmla="*/ 105041 h 395402"/>
                <a:gd name="connsiteX3" fmla="*/ 777038 w 777068"/>
                <a:gd name="connsiteY3" fmla="*/ 187820 h 395402"/>
                <a:gd name="connsiteX4" fmla="*/ 746754 w 777068"/>
                <a:gd name="connsiteY4" fmla="*/ 357938 h 395402"/>
                <a:gd name="connsiteX5" fmla="*/ 728322 w 777068"/>
                <a:gd name="connsiteY5" fmla="*/ 395402 h 395402"/>
                <a:gd name="connsiteX6" fmla="*/ 610693 w 777068"/>
                <a:gd name="connsiteY6" fmla="*/ 395402 h 395402"/>
                <a:gd name="connsiteX7" fmla="*/ 602934 w 777068"/>
                <a:gd name="connsiteY7" fmla="*/ 313111 h 395402"/>
                <a:gd name="connsiteX8" fmla="*/ 460558 w 777068"/>
                <a:gd name="connsiteY8" fmla="*/ 121107 h 395402"/>
                <a:gd name="connsiteX9" fmla="*/ 275877 w 777068"/>
                <a:gd name="connsiteY9" fmla="*/ 270399 h 395402"/>
                <a:gd name="connsiteX10" fmla="*/ 320827 w 777068"/>
                <a:gd name="connsiteY10" fmla="*/ 382749 h 395402"/>
                <a:gd name="connsiteX11" fmla="*/ 326094 w 777068"/>
                <a:gd name="connsiteY11" fmla="*/ 395402 h 395402"/>
                <a:gd name="connsiteX12" fmla="*/ 157137 w 777068"/>
                <a:gd name="connsiteY12" fmla="*/ 395402 h 395402"/>
                <a:gd name="connsiteX13" fmla="*/ 107049 w 777068"/>
                <a:gd name="connsiteY13" fmla="*/ 360144 h 395402"/>
                <a:gd name="connsiteX14" fmla="*/ 34040 w 777068"/>
                <a:gd name="connsiteY14" fmla="*/ 276705 h 395402"/>
                <a:gd name="connsiteX15" fmla="*/ 1905 w 777068"/>
                <a:gd name="connsiteY15" fmla="*/ 140430 h 395402"/>
                <a:gd name="connsiteX16" fmla="*/ 19804 w 777068"/>
                <a:gd name="connsiteY16" fmla="*/ 113177 h 395402"/>
                <a:gd name="connsiteX17" fmla="*/ 265095 w 777068"/>
                <a:gd name="connsiteY17" fmla="*/ 10258 h 395402"/>
                <a:gd name="connsiteX18" fmla="*/ 429057 w 777068"/>
                <a:gd name="connsiteY18" fmla="*/ 13 h 39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77068" h="395402">
                  <a:moveTo>
                    <a:pt x="429057" y="13"/>
                  </a:moveTo>
                  <a:cubicBezTo>
                    <a:pt x="520152" y="445"/>
                    <a:pt x="629476" y="11988"/>
                    <a:pt x="702392" y="56429"/>
                  </a:cubicBezTo>
                  <a:cubicBezTo>
                    <a:pt x="725158" y="70136"/>
                    <a:pt x="746251" y="86450"/>
                    <a:pt x="765241" y="105041"/>
                  </a:cubicBezTo>
                  <a:cubicBezTo>
                    <a:pt x="773000" y="131951"/>
                    <a:pt x="776970" y="159813"/>
                    <a:pt x="777038" y="187820"/>
                  </a:cubicBezTo>
                  <a:cubicBezTo>
                    <a:pt x="777711" y="246444"/>
                    <a:pt x="767253" y="304103"/>
                    <a:pt x="746754" y="357938"/>
                  </a:cubicBezTo>
                  <a:lnTo>
                    <a:pt x="728322" y="395402"/>
                  </a:lnTo>
                  <a:lnTo>
                    <a:pt x="610693" y="395402"/>
                  </a:lnTo>
                  <a:lnTo>
                    <a:pt x="602934" y="313111"/>
                  </a:lnTo>
                  <a:cubicBezTo>
                    <a:pt x="606391" y="263483"/>
                    <a:pt x="542118" y="156499"/>
                    <a:pt x="460558" y="121107"/>
                  </a:cubicBezTo>
                  <a:cubicBezTo>
                    <a:pt x="378996" y="85718"/>
                    <a:pt x="262046" y="200635"/>
                    <a:pt x="275877" y="270399"/>
                  </a:cubicBezTo>
                  <a:cubicBezTo>
                    <a:pt x="282792" y="305281"/>
                    <a:pt x="302521" y="343570"/>
                    <a:pt x="320827" y="382749"/>
                  </a:cubicBezTo>
                  <a:lnTo>
                    <a:pt x="326094" y="395402"/>
                  </a:lnTo>
                  <a:lnTo>
                    <a:pt x="157137" y="395402"/>
                  </a:lnTo>
                  <a:lnTo>
                    <a:pt x="107049" y="360144"/>
                  </a:lnTo>
                  <a:cubicBezTo>
                    <a:pt x="79194" y="336032"/>
                    <a:pt x="53973" y="308434"/>
                    <a:pt x="34040" y="276705"/>
                  </a:cubicBezTo>
                  <a:cubicBezTo>
                    <a:pt x="6596" y="236927"/>
                    <a:pt x="-4877" y="188279"/>
                    <a:pt x="1905" y="140430"/>
                  </a:cubicBezTo>
                  <a:cubicBezTo>
                    <a:pt x="7600" y="131481"/>
                    <a:pt x="13701" y="122329"/>
                    <a:pt x="19804" y="113177"/>
                  </a:cubicBezTo>
                  <a:cubicBezTo>
                    <a:pt x="73297" y="35073"/>
                    <a:pt x="265095" y="10258"/>
                    <a:pt x="265095" y="10258"/>
                  </a:cubicBezTo>
                  <a:cubicBezTo>
                    <a:pt x="265095" y="10258"/>
                    <a:pt x="337961" y="-420"/>
                    <a:pt x="429057" y="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1" name="任意多边形: 形状 310">
              <a:extLst>
                <a:ext uri="{FF2B5EF4-FFF2-40B4-BE49-F238E27FC236}">
                  <a16:creationId xmlns:a16="http://schemas.microsoft.com/office/drawing/2014/main" id="{1F3A05C9-5E56-47CC-92D2-FC42F1F9790B}"/>
                </a:ext>
              </a:extLst>
            </p:cNvPr>
            <p:cNvSpPr/>
            <p:nvPr/>
          </p:nvSpPr>
          <p:spPr>
            <a:xfrm>
              <a:off x="5076694" y="5861499"/>
              <a:ext cx="797306" cy="404819"/>
            </a:xfrm>
            <a:custGeom>
              <a:avLst/>
              <a:gdLst>
                <a:gd name="connsiteX0" fmla="*/ 437473 w 797306"/>
                <a:gd name="connsiteY0" fmla="*/ 114313 h 404819"/>
                <a:gd name="connsiteX1" fmla="*/ 474692 w 797306"/>
                <a:gd name="connsiteY1" fmla="*/ 121838 h 404819"/>
                <a:gd name="connsiteX2" fmla="*/ 622968 w 797306"/>
                <a:gd name="connsiteY2" fmla="*/ 323809 h 404819"/>
                <a:gd name="connsiteX3" fmla="*/ 634898 w 797306"/>
                <a:gd name="connsiteY3" fmla="*/ 404819 h 404819"/>
                <a:gd name="connsiteX4" fmla="*/ 614388 w 797306"/>
                <a:gd name="connsiteY4" fmla="*/ 404819 h 404819"/>
                <a:gd name="connsiteX5" fmla="*/ 602831 w 797306"/>
                <a:gd name="connsiteY5" fmla="*/ 322996 h 404819"/>
                <a:gd name="connsiteX6" fmla="*/ 466761 w 797306"/>
                <a:gd name="connsiteY6" fmla="*/ 140958 h 404819"/>
                <a:gd name="connsiteX7" fmla="*/ 354691 w 797306"/>
                <a:gd name="connsiteY7" fmla="*/ 169230 h 404819"/>
                <a:gd name="connsiteX8" fmla="*/ 295911 w 797306"/>
                <a:gd name="connsiteY8" fmla="*/ 279063 h 404819"/>
                <a:gd name="connsiteX9" fmla="*/ 332317 w 797306"/>
                <a:gd name="connsiteY9" fmla="*/ 372216 h 404819"/>
                <a:gd name="connsiteX10" fmla="*/ 346532 w 797306"/>
                <a:gd name="connsiteY10" fmla="*/ 404819 h 404819"/>
                <a:gd name="connsiteX11" fmla="*/ 323232 w 797306"/>
                <a:gd name="connsiteY11" fmla="*/ 404819 h 404819"/>
                <a:gd name="connsiteX12" fmla="*/ 314215 w 797306"/>
                <a:gd name="connsiteY12" fmla="*/ 380352 h 404819"/>
                <a:gd name="connsiteX13" fmla="*/ 276385 w 797306"/>
                <a:gd name="connsiteY13" fmla="*/ 282317 h 404819"/>
                <a:gd name="connsiteX14" fmla="*/ 342284 w 797306"/>
                <a:gd name="connsiteY14" fmla="*/ 152754 h 404819"/>
                <a:gd name="connsiteX15" fmla="*/ 437473 w 797306"/>
                <a:gd name="connsiteY15" fmla="*/ 114313 h 404819"/>
                <a:gd name="connsiteX16" fmla="*/ 445048 w 797306"/>
                <a:gd name="connsiteY16" fmla="*/ 56 h 404819"/>
                <a:gd name="connsiteX17" fmla="*/ 717748 w 797306"/>
                <a:gd name="connsiteY17" fmla="*/ 58176 h 404819"/>
                <a:gd name="connsiteX18" fmla="*/ 782426 w 797306"/>
                <a:gd name="connsiteY18" fmla="*/ 108415 h 404819"/>
                <a:gd name="connsiteX19" fmla="*/ 785072 w 797306"/>
                <a:gd name="connsiteY19" fmla="*/ 112686 h 404819"/>
                <a:gd name="connsiteX20" fmla="*/ 797275 w 797306"/>
                <a:gd name="connsiteY20" fmla="*/ 198314 h 404819"/>
                <a:gd name="connsiteX21" fmla="*/ 766333 w 797306"/>
                <a:gd name="connsiteY21" fmla="*/ 371672 h 404819"/>
                <a:gd name="connsiteX22" fmla="*/ 749968 w 797306"/>
                <a:gd name="connsiteY22" fmla="*/ 404819 h 404819"/>
                <a:gd name="connsiteX23" fmla="*/ 727826 w 797306"/>
                <a:gd name="connsiteY23" fmla="*/ 404819 h 404819"/>
                <a:gd name="connsiteX24" fmla="*/ 747693 w 797306"/>
                <a:gd name="connsiteY24" fmla="*/ 364538 h 404819"/>
                <a:gd name="connsiteX25" fmla="*/ 777342 w 797306"/>
                <a:gd name="connsiteY25" fmla="*/ 198517 h 404819"/>
                <a:gd name="connsiteX26" fmla="*/ 766562 w 797306"/>
                <a:gd name="connsiteY26" fmla="*/ 121227 h 404819"/>
                <a:gd name="connsiteX27" fmla="*/ 707579 w 797306"/>
                <a:gd name="connsiteY27" fmla="*/ 75667 h 404819"/>
                <a:gd name="connsiteX28" fmla="*/ 277198 w 797306"/>
                <a:gd name="connsiteY28" fmla="*/ 30922 h 404819"/>
                <a:gd name="connsiteX29" fmla="*/ 38821 w 797306"/>
                <a:gd name="connsiteY29" fmla="*/ 129771 h 404819"/>
                <a:gd name="connsiteX30" fmla="*/ 22142 w 797306"/>
                <a:gd name="connsiteY30" fmla="*/ 154789 h 404819"/>
                <a:gd name="connsiteX31" fmla="*/ 53261 w 797306"/>
                <a:gd name="connsiteY31" fmla="*/ 282112 h 404819"/>
                <a:gd name="connsiteX32" fmla="*/ 116326 w 797306"/>
                <a:gd name="connsiteY32" fmla="*/ 356046 h 404819"/>
                <a:gd name="connsiteX33" fmla="*/ 181965 w 797306"/>
                <a:gd name="connsiteY33" fmla="*/ 404819 h 404819"/>
                <a:gd name="connsiteX34" fmla="*/ 147807 w 797306"/>
                <a:gd name="connsiteY34" fmla="*/ 404819 h 404819"/>
                <a:gd name="connsiteX35" fmla="*/ 101205 w 797306"/>
                <a:gd name="connsiteY35" fmla="*/ 369950 h 404819"/>
                <a:gd name="connsiteX36" fmla="*/ 35567 w 797306"/>
                <a:gd name="connsiteY36" fmla="*/ 292688 h 404819"/>
                <a:gd name="connsiteX37" fmla="*/ 2005 w 797306"/>
                <a:gd name="connsiteY37" fmla="*/ 149296 h 404819"/>
                <a:gd name="connsiteX38" fmla="*/ 3430 w 797306"/>
                <a:gd name="connsiteY38" fmla="*/ 145431 h 404819"/>
                <a:gd name="connsiteX39" fmla="*/ 21531 w 797306"/>
                <a:gd name="connsiteY39" fmla="*/ 117975 h 404819"/>
                <a:gd name="connsiteX40" fmla="*/ 273944 w 797306"/>
                <a:gd name="connsiteY40" fmla="*/ 10583 h 404819"/>
                <a:gd name="connsiteX41" fmla="*/ 445048 w 797306"/>
                <a:gd name="connsiteY41" fmla="*/ 56 h 404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797306" h="404819">
                  <a:moveTo>
                    <a:pt x="437473" y="114313"/>
                  </a:moveTo>
                  <a:cubicBezTo>
                    <a:pt x="450270" y="114174"/>
                    <a:pt x="462954" y="116738"/>
                    <a:pt x="474692" y="121838"/>
                  </a:cubicBezTo>
                  <a:cubicBezTo>
                    <a:pt x="561949" y="159670"/>
                    <a:pt x="626830" y="271130"/>
                    <a:pt x="622968" y="323809"/>
                  </a:cubicBezTo>
                  <a:lnTo>
                    <a:pt x="634898" y="404819"/>
                  </a:lnTo>
                  <a:lnTo>
                    <a:pt x="614388" y="404819"/>
                  </a:lnTo>
                  <a:lnTo>
                    <a:pt x="602831" y="322996"/>
                  </a:lnTo>
                  <a:cubicBezTo>
                    <a:pt x="606085" y="277028"/>
                    <a:pt x="545067" y="175128"/>
                    <a:pt x="466761" y="140958"/>
                  </a:cubicBezTo>
                  <a:cubicBezTo>
                    <a:pt x="435235" y="127330"/>
                    <a:pt x="393540" y="137906"/>
                    <a:pt x="354691" y="169230"/>
                  </a:cubicBezTo>
                  <a:cubicBezTo>
                    <a:pt x="315842" y="200552"/>
                    <a:pt x="289605" y="247942"/>
                    <a:pt x="295911" y="279063"/>
                  </a:cubicBezTo>
                  <a:cubicBezTo>
                    <a:pt x="304373" y="311426"/>
                    <a:pt x="316592" y="342690"/>
                    <a:pt x="332317" y="372216"/>
                  </a:cubicBezTo>
                  <a:lnTo>
                    <a:pt x="346532" y="404819"/>
                  </a:lnTo>
                  <a:lnTo>
                    <a:pt x="323232" y="404819"/>
                  </a:lnTo>
                  <a:lnTo>
                    <a:pt x="314215" y="380352"/>
                  </a:lnTo>
                  <a:cubicBezTo>
                    <a:pt x="297762" y="349289"/>
                    <a:pt x="285063" y="316380"/>
                    <a:pt x="276385" y="282317"/>
                  </a:cubicBezTo>
                  <a:cubicBezTo>
                    <a:pt x="267231" y="236960"/>
                    <a:pt x="302825" y="184688"/>
                    <a:pt x="342284" y="152754"/>
                  </a:cubicBezTo>
                  <a:cubicBezTo>
                    <a:pt x="368801" y="129623"/>
                    <a:pt x="402329" y="116083"/>
                    <a:pt x="437473" y="114313"/>
                  </a:cubicBezTo>
                  <a:close/>
                  <a:moveTo>
                    <a:pt x="445048" y="56"/>
                  </a:moveTo>
                  <a:cubicBezTo>
                    <a:pt x="536118" y="972"/>
                    <a:pt x="644120" y="13328"/>
                    <a:pt x="717748" y="58176"/>
                  </a:cubicBezTo>
                  <a:cubicBezTo>
                    <a:pt x="741177" y="72366"/>
                    <a:pt x="762881" y="89224"/>
                    <a:pt x="782426" y="108415"/>
                  </a:cubicBezTo>
                  <a:cubicBezTo>
                    <a:pt x="783611" y="109628"/>
                    <a:pt x="784512" y="111086"/>
                    <a:pt x="785072" y="112686"/>
                  </a:cubicBezTo>
                  <a:cubicBezTo>
                    <a:pt x="793135" y="140516"/>
                    <a:pt x="797243" y="169341"/>
                    <a:pt x="797275" y="198314"/>
                  </a:cubicBezTo>
                  <a:cubicBezTo>
                    <a:pt x="797970" y="258066"/>
                    <a:pt x="787283" y="316829"/>
                    <a:pt x="766333" y="371672"/>
                  </a:cubicBezTo>
                  <a:lnTo>
                    <a:pt x="749968" y="404819"/>
                  </a:lnTo>
                  <a:lnTo>
                    <a:pt x="727826" y="404819"/>
                  </a:lnTo>
                  <a:lnTo>
                    <a:pt x="747693" y="364538"/>
                  </a:lnTo>
                  <a:cubicBezTo>
                    <a:pt x="767744" y="312010"/>
                    <a:pt x="777984" y="255737"/>
                    <a:pt x="777342" y="198517"/>
                  </a:cubicBezTo>
                  <a:cubicBezTo>
                    <a:pt x="777284" y="172384"/>
                    <a:pt x="773658" y="146380"/>
                    <a:pt x="766562" y="121227"/>
                  </a:cubicBezTo>
                  <a:cubicBezTo>
                    <a:pt x="748634" y="103922"/>
                    <a:pt x="728854" y="88641"/>
                    <a:pt x="707579" y="75667"/>
                  </a:cubicBezTo>
                  <a:cubicBezTo>
                    <a:pt x="566626" y="-10164"/>
                    <a:pt x="280453" y="30515"/>
                    <a:pt x="277198" y="30922"/>
                  </a:cubicBezTo>
                  <a:cubicBezTo>
                    <a:pt x="273944" y="31328"/>
                    <a:pt x="88855" y="56141"/>
                    <a:pt x="38821" y="129771"/>
                  </a:cubicBezTo>
                  <a:cubicBezTo>
                    <a:pt x="32921" y="138109"/>
                    <a:pt x="27431" y="146450"/>
                    <a:pt x="22142" y="154789"/>
                  </a:cubicBezTo>
                  <a:cubicBezTo>
                    <a:pt x="16541" y="199610"/>
                    <a:pt x="27617" y="244927"/>
                    <a:pt x="53261" y="282112"/>
                  </a:cubicBezTo>
                  <a:cubicBezTo>
                    <a:pt x="70600" y="309773"/>
                    <a:pt x="92275" y="334282"/>
                    <a:pt x="116326" y="356046"/>
                  </a:cubicBezTo>
                  <a:lnTo>
                    <a:pt x="181965" y="404819"/>
                  </a:lnTo>
                  <a:lnTo>
                    <a:pt x="147807" y="404819"/>
                  </a:lnTo>
                  <a:lnTo>
                    <a:pt x="101205" y="369950"/>
                  </a:lnTo>
                  <a:cubicBezTo>
                    <a:pt x="76309" y="347275"/>
                    <a:pt x="53770" y="321672"/>
                    <a:pt x="35567" y="292688"/>
                  </a:cubicBezTo>
                  <a:cubicBezTo>
                    <a:pt x="6861" y="250761"/>
                    <a:pt x="-5112" y="199608"/>
                    <a:pt x="2005" y="149296"/>
                  </a:cubicBezTo>
                  <a:cubicBezTo>
                    <a:pt x="2266" y="147938"/>
                    <a:pt x="2746" y="146634"/>
                    <a:pt x="3430" y="145431"/>
                  </a:cubicBezTo>
                  <a:cubicBezTo>
                    <a:pt x="9328" y="136279"/>
                    <a:pt x="15228" y="127127"/>
                    <a:pt x="21531" y="117975"/>
                  </a:cubicBezTo>
                  <a:cubicBezTo>
                    <a:pt x="76854" y="36617"/>
                    <a:pt x="265603" y="11599"/>
                    <a:pt x="273944" y="10583"/>
                  </a:cubicBezTo>
                  <a:cubicBezTo>
                    <a:pt x="279842" y="9667"/>
                    <a:pt x="353979" y="-859"/>
                    <a:pt x="445048" y="56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2" name="任意多边形: 形状 311">
              <a:extLst>
                <a:ext uri="{FF2B5EF4-FFF2-40B4-BE49-F238E27FC236}">
                  <a16:creationId xmlns:a16="http://schemas.microsoft.com/office/drawing/2014/main" id="{A62E2E44-0174-4E71-9FB3-D84C0DDB7BC1}"/>
                </a:ext>
              </a:extLst>
            </p:cNvPr>
            <p:cNvSpPr/>
            <p:nvPr/>
          </p:nvSpPr>
          <p:spPr>
            <a:xfrm>
              <a:off x="5319926" y="5743739"/>
              <a:ext cx="372452" cy="522578"/>
            </a:xfrm>
            <a:custGeom>
              <a:avLst/>
              <a:gdLst>
                <a:gd name="connsiteX0" fmla="*/ 0 w 372452"/>
                <a:gd name="connsiteY0" fmla="*/ 0 h 522578"/>
                <a:gd name="connsiteX1" fmla="*/ 316480 w 372452"/>
                <a:gd name="connsiteY1" fmla="*/ 127934 h 522578"/>
                <a:gd name="connsiteX2" fmla="*/ 320142 w 372452"/>
                <a:gd name="connsiteY2" fmla="*/ 174105 h 522578"/>
                <a:gd name="connsiteX3" fmla="*/ 369770 w 372452"/>
                <a:gd name="connsiteY3" fmla="*/ 408820 h 522578"/>
                <a:gd name="connsiteX4" fmla="*/ 366989 w 372452"/>
                <a:gd name="connsiteY4" fmla="*/ 489495 h 522578"/>
                <a:gd name="connsiteX5" fmla="*/ 352545 w 372452"/>
                <a:gd name="connsiteY5" fmla="*/ 522578 h 522578"/>
                <a:gd name="connsiteX6" fmla="*/ 89113 w 372452"/>
                <a:gd name="connsiteY6" fmla="*/ 522578 h 522578"/>
                <a:gd name="connsiteX7" fmla="*/ 69332 w 372452"/>
                <a:gd name="connsiteY7" fmla="*/ 484383 h 522578"/>
                <a:gd name="connsiteX8" fmla="*/ 28475 w 372452"/>
                <a:gd name="connsiteY8" fmla="*/ 327057 h 522578"/>
                <a:gd name="connsiteX9" fmla="*/ 0 w 372452"/>
                <a:gd name="connsiteY9" fmla="*/ 0 h 52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2452" h="522578">
                  <a:moveTo>
                    <a:pt x="0" y="0"/>
                  </a:moveTo>
                  <a:lnTo>
                    <a:pt x="316480" y="127934"/>
                  </a:lnTo>
                  <a:cubicBezTo>
                    <a:pt x="319762" y="143091"/>
                    <a:pt x="320992" y="158622"/>
                    <a:pt x="320142" y="174105"/>
                  </a:cubicBezTo>
                  <a:cubicBezTo>
                    <a:pt x="320142" y="209700"/>
                    <a:pt x="352075" y="305701"/>
                    <a:pt x="369770" y="408820"/>
                  </a:cubicBezTo>
                  <a:cubicBezTo>
                    <a:pt x="374194" y="434601"/>
                    <a:pt x="373062" y="462580"/>
                    <a:pt x="366989" y="489495"/>
                  </a:cubicBezTo>
                  <a:lnTo>
                    <a:pt x="352545" y="522578"/>
                  </a:lnTo>
                  <a:lnTo>
                    <a:pt x="89113" y="522578"/>
                  </a:lnTo>
                  <a:lnTo>
                    <a:pt x="69332" y="484383"/>
                  </a:lnTo>
                  <a:cubicBezTo>
                    <a:pt x="43578" y="425754"/>
                    <a:pt x="32035" y="362652"/>
                    <a:pt x="28475" y="327057"/>
                  </a:cubicBezTo>
                  <a:cubicBezTo>
                    <a:pt x="21356" y="25587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3" name="任意多边形: 形状 312">
              <a:extLst>
                <a:ext uri="{FF2B5EF4-FFF2-40B4-BE49-F238E27FC236}">
                  <a16:creationId xmlns:a16="http://schemas.microsoft.com/office/drawing/2014/main" id="{C52900BB-01F8-426A-9171-7AF99D9A1E5D}"/>
                </a:ext>
              </a:extLst>
            </p:cNvPr>
            <p:cNvSpPr/>
            <p:nvPr/>
          </p:nvSpPr>
          <p:spPr>
            <a:xfrm>
              <a:off x="5309927" y="5733541"/>
              <a:ext cx="392868" cy="532776"/>
            </a:xfrm>
            <a:custGeom>
              <a:avLst/>
              <a:gdLst>
                <a:gd name="connsiteX0" fmla="*/ 14066 w 392868"/>
                <a:gd name="connsiteY0" fmla="*/ 841 h 532776"/>
                <a:gd name="connsiteX1" fmla="*/ 330139 w 392868"/>
                <a:gd name="connsiteY1" fmla="*/ 128775 h 532776"/>
                <a:gd name="connsiteX2" fmla="*/ 336037 w 392868"/>
                <a:gd name="connsiteY2" fmla="*/ 134878 h 532776"/>
                <a:gd name="connsiteX3" fmla="*/ 340104 w 392868"/>
                <a:gd name="connsiteY3" fmla="*/ 184303 h 532776"/>
                <a:gd name="connsiteX4" fmla="*/ 359020 w 392868"/>
                <a:gd name="connsiteY4" fmla="*/ 277864 h 532776"/>
                <a:gd name="connsiteX5" fmla="*/ 389733 w 392868"/>
                <a:gd name="connsiteY5" fmla="*/ 417188 h 532776"/>
                <a:gd name="connsiteX6" fmla="*/ 382551 w 392868"/>
                <a:gd name="connsiteY6" fmla="*/ 519946 h 532776"/>
                <a:gd name="connsiteX7" fmla="*/ 376682 w 392868"/>
                <a:gd name="connsiteY7" fmla="*/ 532776 h 532776"/>
                <a:gd name="connsiteX8" fmla="*/ 350994 w 392868"/>
                <a:gd name="connsiteY8" fmla="*/ 532776 h 532776"/>
                <a:gd name="connsiteX9" fmla="*/ 362889 w 392868"/>
                <a:gd name="connsiteY9" fmla="*/ 513209 h 532776"/>
                <a:gd name="connsiteX10" fmla="*/ 369598 w 392868"/>
                <a:gd name="connsiteY10" fmla="*/ 420646 h 532776"/>
                <a:gd name="connsiteX11" fmla="*/ 339291 w 392868"/>
                <a:gd name="connsiteY11" fmla="*/ 282746 h 532776"/>
                <a:gd name="connsiteX12" fmla="*/ 318951 w 392868"/>
                <a:gd name="connsiteY12" fmla="*/ 184303 h 532776"/>
                <a:gd name="connsiteX13" fmla="*/ 316716 w 392868"/>
                <a:gd name="connsiteY13" fmla="*/ 145658 h 532776"/>
                <a:gd name="connsiteX14" fmla="*/ 21591 w 392868"/>
                <a:gd name="connsiteY14" fmla="*/ 25859 h 532776"/>
                <a:gd name="connsiteX15" fmla="*/ 48642 w 392868"/>
                <a:gd name="connsiteY15" fmla="*/ 336237 h 532776"/>
                <a:gd name="connsiteX16" fmla="*/ 91558 w 392868"/>
                <a:gd name="connsiteY16" fmla="*/ 497300 h 532776"/>
                <a:gd name="connsiteX17" fmla="*/ 114579 w 392868"/>
                <a:gd name="connsiteY17" fmla="*/ 532776 h 532776"/>
                <a:gd name="connsiteX18" fmla="*/ 88642 w 392868"/>
                <a:gd name="connsiteY18" fmla="*/ 532776 h 532776"/>
                <a:gd name="connsiteX19" fmla="*/ 75083 w 392868"/>
                <a:gd name="connsiteY19" fmla="*/ 508512 h 532776"/>
                <a:gd name="connsiteX20" fmla="*/ 28505 w 392868"/>
                <a:gd name="connsiteY20" fmla="*/ 338272 h 532776"/>
                <a:gd name="connsiteX21" fmla="*/ 30 w 392868"/>
                <a:gd name="connsiteY21" fmla="*/ 11012 h 532776"/>
                <a:gd name="connsiteX22" fmla="*/ 4098 w 392868"/>
                <a:gd name="connsiteY22" fmla="*/ 2063 h 532776"/>
                <a:gd name="connsiteX23" fmla="*/ 14066 w 392868"/>
                <a:gd name="connsiteY23" fmla="*/ 841 h 532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92868" h="532776">
                  <a:moveTo>
                    <a:pt x="14066" y="841"/>
                  </a:moveTo>
                  <a:lnTo>
                    <a:pt x="330139" y="128775"/>
                  </a:lnTo>
                  <a:cubicBezTo>
                    <a:pt x="332932" y="129805"/>
                    <a:pt x="335103" y="132051"/>
                    <a:pt x="336037" y="134878"/>
                  </a:cubicBezTo>
                  <a:cubicBezTo>
                    <a:pt x="339603" y="151096"/>
                    <a:pt x="340969" y="167720"/>
                    <a:pt x="340104" y="184303"/>
                  </a:cubicBezTo>
                  <a:cubicBezTo>
                    <a:pt x="343700" y="215977"/>
                    <a:pt x="350030" y="247282"/>
                    <a:pt x="359020" y="277864"/>
                  </a:cubicBezTo>
                  <a:cubicBezTo>
                    <a:pt x="368785" y="317525"/>
                    <a:pt x="380988" y="366950"/>
                    <a:pt x="389733" y="417188"/>
                  </a:cubicBezTo>
                  <a:cubicBezTo>
                    <a:pt x="395723" y="452027"/>
                    <a:pt x="393025" y="487231"/>
                    <a:pt x="382551" y="519946"/>
                  </a:cubicBezTo>
                  <a:lnTo>
                    <a:pt x="376682" y="532776"/>
                  </a:lnTo>
                  <a:lnTo>
                    <a:pt x="350994" y="532776"/>
                  </a:lnTo>
                  <a:lnTo>
                    <a:pt x="362889" y="513209"/>
                  </a:lnTo>
                  <a:cubicBezTo>
                    <a:pt x="372308" y="483730"/>
                    <a:pt x="374812" y="452040"/>
                    <a:pt x="369598" y="420646"/>
                  </a:cubicBezTo>
                  <a:cubicBezTo>
                    <a:pt x="361055" y="371220"/>
                    <a:pt x="349259" y="324238"/>
                    <a:pt x="339291" y="282746"/>
                  </a:cubicBezTo>
                  <a:cubicBezTo>
                    <a:pt x="329432" y="250643"/>
                    <a:pt x="322622" y="217683"/>
                    <a:pt x="318951" y="184303"/>
                  </a:cubicBezTo>
                  <a:cubicBezTo>
                    <a:pt x="319142" y="171384"/>
                    <a:pt x="318394" y="158468"/>
                    <a:pt x="316716" y="145658"/>
                  </a:cubicBezTo>
                  <a:lnTo>
                    <a:pt x="21591" y="25859"/>
                  </a:lnTo>
                  <a:cubicBezTo>
                    <a:pt x="26270" y="83623"/>
                    <a:pt x="41930" y="276440"/>
                    <a:pt x="48642" y="336237"/>
                  </a:cubicBezTo>
                  <a:cubicBezTo>
                    <a:pt x="53015" y="380679"/>
                    <a:pt x="66134" y="442562"/>
                    <a:pt x="91558" y="497300"/>
                  </a:cubicBezTo>
                  <a:lnTo>
                    <a:pt x="114579" y="532776"/>
                  </a:lnTo>
                  <a:lnTo>
                    <a:pt x="88642" y="532776"/>
                  </a:lnTo>
                  <a:lnTo>
                    <a:pt x="75083" y="508512"/>
                  </a:lnTo>
                  <a:cubicBezTo>
                    <a:pt x="47371" y="450341"/>
                    <a:pt x="33184" y="384848"/>
                    <a:pt x="28505" y="338272"/>
                  </a:cubicBezTo>
                  <a:cubicBezTo>
                    <a:pt x="21388" y="267897"/>
                    <a:pt x="235" y="12842"/>
                    <a:pt x="30" y="11012"/>
                  </a:cubicBezTo>
                  <a:cubicBezTo>
                    <a:pt x="-242" y="7527"/>
                    <a:pt x="1296" y="4149"/>
                    <a:pt x="4098" y="2063"/>
                  </a:cubicBezTo>
                  <a:cubicBezTo>
                    <a:pt x="6940" y="-154"/>
                    <a:pt x="10773" y="-622"/>
                    <a:pt x="14066" y="841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4" name="任意多边形: 形状 313">
              <a:extLst>
                <a:ext uri="{FF2B5EF4-FFF2-40B4-BE49-F238E27FC236}">
                  <a16:creationId xmlns:a16="http://schemas.microsoft.com/office/drawing/2014/main" id="{266FB648-362A-4A2C-87ED-FB4DE95CFD82}"/>
                </a:ext>
              </a:extLst>
            </p:cNvPr>
            <p:cNvSpPr/>
            <p:nvPr/>
          </p:nvSpPr>
          <p:spPr>
            <a:xfrm>
              <a:off x="5319926" y="5743128"/>
              <a:ext cx="320219" cy="291665"/>
            </a:xfrm>
            <a:custGeom>
              <a:avLst/>
              <a:gdLst>
                <a:gd name="connsiteX0" fmla="*/ 148114 w 149960"/>
                <a:gd name="connsiteY0" fmla="*/ 59912 h 136588"/>
                <a:gd name="connsiteX1" fmla="*/ 0 w 149960"/>
                <a:gd name="connsiteY1" fmla="*/ 0 h 136588"/>
                <a:gd name="connsiteX2" fmla="*/ 11716 w 149960"/>
                <a:gd name="connsiteY2" fmla="*/ 136588 h 136588"/>
                <a:gd name="connsiteX3" fmla="*/ 149924 w 149960"/>
                <a:gd name="connsiteY3" fmla="*/ 78962 h 136588"/>
                <a:gd name="connsiteX4" fmla="*/ 148114 w 149960"/>
                <a:gd name="connsiteY4" fmla="*/ 59912 h 13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960" h="136588">
                  <a:moveTo>
                    <a:pt x="148114" y="59912"/>
                  </a:moveTo>
                  <a:lnTo>
                    <a:pt x="0" y="0"/>
                  </a:lnTo>
                  <a:cubicBezTo>
                    <a:pt x="0" y="0"/>
                    <a:pt x="7620" y="91154"/>
                    <a:pt x="11716" y="136588"/>
                  </a:cubicBezTo>
                  <a:lnTo>
                    <a:pt x="149924" y="78962"/>
                  </a:lnTo>
                  <a:cubicBezTo>
                    <a:pt x="150123" y="72561"/>
                    <a:pt x="149515" y="66161"/>
                    <a:pt x="148114" y="59912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5" name="任意多边形: 形状 314">
              <a:extLst>
                <a:ext uri="{FF2B5EF4-FFF2-40B4-BE49-F238E27FC236}">
                  <a16:creationId xmlns:a16="http://schemas.microsoft.com/office/drawing/2014/main" id="{F6B8F536-EEC3-464E-9C32-A353FA002EA4}"/>
                </a:ext>
              </a:extLst>
            </p:cNvPr>
            <p:cNvSpPr/>
            <p:nvPr/>
          </p:nvSpPr>
          <p:spPr>
            <a:xfrm>
              <a:off x="5309725" y="5733541"/>
              <a:ext cx="340223" cy="312037"/>
            </a:xfrm>
            <a:custGeom>
              <a:avLst/>
              <a:gdLst>
                <a:gd name="connsiteX0" fmla="*/ 16493 w 159328"/>
                <a:gd name="connsiteY0" fmla="*/ 146127 h 146128"/>
                <a:gd name="connsiteX1" fmla="*/ 14112 w 159328"/>
                <a:gd name="connsiteY1" fmla="*/ 145460 h 146128"/>
                <a:gd name="connsiteX2" fmla="*/ 11825 w 159328"/>
                <a:gd name="connsiteY2" fmla="*/ 141745 h 146128"/>
                <a:gd name="connsiteX3" fmla="*/ 14 w 159328"/>
                <a:gd name="connsiteY3" fmla="*/ 5157 h 146128"/>
                <a:gd name="connsiteX4" fmla="*/ 1919 w 159328"/>
                <a:gd name="connsiteY4" fmla="*/ 966 h 146128"/>
                <a:gd name="connsiteX5" fmla="*/ 6587 w 159328"/>
                <a:gd name="connsiteY5" fmla="*/ 394 h 146128"/>
                <a:gd name="connsiteX6" fmla="*/ 154700 w 159328"/>
                <a:gd name="connsiteY6" fmla="*/ 60306 h 146128"/>
                <a:gd name="connsiteX7" fmla="*/ 157463 w 159328"/>
                <a:gd name="connsiteY7" fmla="*/ 63259 h 146128"/>
                <a:gd name="connsiteX8" fmla="*/ 159272 w 159328"/>
                <a:gd name="connsiteY8" fmla="*/ 83071 h 146128"/>
                <a:gd name="connsiteX9" fmla="*/ 156415 w 159328"/>
                <a:gd name="connsiteY9" fmla="*/ 87548 h 146128"/>
                <a:gd name="connsiteX10" fmla="*/ 18398 w 159328"/>
                <a:gd name="connsiteY10" fmla="*/ 145746 h 146128"/>
                <a:gd name="connsiteX11" fmla="*/ 16493 w 159328"/>
                <a:gd name="connsiteY11" fmla="*/ 146127 h 146128"/>
                <a:gd name="connsiteX12" fmla="*/ 10206 w 159328"/>
                <a:gd name="connsiteY12" fmla="*/ 12110 h 146128"/>
                <a:gd name="connsiteX13" fmla="*/ 20684 w 159328"/>
                <a:gd name="connsiteY13" fmla="*/ 134411 h 146128"/>
                <a:gd name="connsiteX14" fmla="*/ 149747 w 159328"/>
                <a:gd name="connsiteY14" fmla="*/ 80023 h 146128"/>
                <a:gd name="connsiteX15" fmla="*/ 148795 w 159328"/>
                <a:gd name="connsiteY15" fmla="*/ 68117 h 146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328" h="146128">
                  <a:moveTo>
                    <a:pt x="16493" y="146127"/>
                  </a:moveTo>
                  <a:cubicBezTo>
                    <a:pt x="15651" y="146143"/>
                    <a:pt x="14823" y="145911"/>
                    <a:pt x="14112" y="145460"/>
                  </a:cubicBezTo>
                  <a:cubicBezTo>
                    <a:pt x="12782" y="144676"/>
                    <a:pt x="11927" y="143285"/>
                    <a:pt x="11825" y="141745"/>
                  </a:cubicBezTo>
                  <a:cubicBezTo>
                    <a:pt x="7634" y="96406"/>
                    <a:pt x="14" y="5157"/>
                    <a:pt x="14" y="5157"/>
                  </a:cubicBezTo>
                  <a:cubicBezTo>
                    <a:pt x="-113" y="3525"/>
                    <a:pt x="607" y="1943"/>
                    <a:pt x="1919" y="966"/>
                  </a:cubicBezTo>
                  <a:cubicBezTo>
                    <a:pt x="3250" y="-72"/>
                    <a:pt x="5045" y="-291"/>
                    <a:pt x="6587" y="394"/>
                  </a:cubicBezTo>
                  <a:lnTo>
                    <a:pt x="154700" y="60306"/>
                  </a:lnTo>
                  <a:cubicBezTo>
                    <a:pt x="156039" y="60795"/>
                    <a:pt x="157064" y="61892"/>
                    <a:pt x="157463" y="63259"/>
                  </a:cubicBezTo>
                  <a:cubicBezTo>
                    <a:pt x="158918" y="69757"/>
                    <a:pt x="159527" y="76417"/>
                    <a:pt x="159272" y="83071"/>
                  </a:cubicBezTo>
                  <a:cubicBezTo>
                    <a:pt x="159345" y="85013"/>
                    <a:pt x="158206" y="86796"/>
                    <a:pt x="156415" y="87548"/>
                  </a:cubicBezTo>
                  <a:lnTo>
                    <a:pt x="18398" y="145746"/>
                  </a:lnTo>
                  <a:cubicBezTo>
                    <a:pt x="17800" y="146017"/>
                    <a:pt x="17149" y="146147"/>
                    <a:pt x="16493" y="146127"/>
                  </a:cubicBezTo>
                  <a:close/>
                  <a:moveTo>
                    <a:pt x="10206" y="12110"/>
                  </a:moveTo>
                  <a:cubicBezTo>
                    <a:pt x="12016" y="33732"/>
                    <a:pt x="17255" y="96120"/>
                    <a:pt x="20684" y="134411"/>
                  </a:cubicBezTo>
                  <a:lnTo>
                    <a:pt x="149747" y="80023"/>
                  </a:lnTo>
                  <a:cubicBezTo>
                    <a:pt x="149650" y="76040"/>
                    <a:pt x="149332" y="72065"/>
                    <a:pt x="148795" y="68117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6" name="任意多边形: 形状 315">
              <a:extLst>
                <a:ext uri="{FF2B5EF4-FFF2-40B4-BE49-F238E27FC236}">
                  <a16:creationId xmlns:a16="http://schemas.microsoft.com/office/drawing/2014/main" id="{A499E7D9-1023-44E9-828A-14EF2FAE2784}"/>
                </a:ext>
              </a:extLst>
            </p:cNvPr>
            <p:cNvSpPr/>
            <p:nvPr/>
          </p:nvSpPr>
          <p:spPr>
            <a:xfrm>
              <a:off x="5110692" y="5155728"/>
              <a:ext cx="657308" cy="787525"/>
            </a:xfrm>
            <a:custGeom>
              <a:avLst/>
              <a:gdLst>
                <a:gd name="connsiteX0" fmla="*/ 281246 w 307820"/>
                <a:gd name="connsiteY0" fmla="*/ 50959 h 368801"/>
                <a:gd name="connsiteX1" fmla="*/ 307820 w 307820"/>
                <a:gd name="connsiteY1" fmla="*/ 223933 h 368801"/>
                <a:gd name="connsiteX2" fmla="*/ 272387 w 307820"/>
                <a:gd name="connsiteY2" fmla="*/ 345853 h 368801"/>
                <a:gd name="connsiteX3" fmla="*/ 183710 w 307820"/>
                <a:gd name="connsiteY3" fmla="*/ 365760 h 368801"/>
                <a:gd name="connsiteX4" fmla="*/ 86078 w 307820"/>
                <a:gd name="connsiteY4" fmla="*/ 274892 h 368801"/>
                <a:gd name="connsiteX5" fmla="*/ 68362 w 307820"/>
                <a:gd name="connsiteY5" fmla="*/ 228314 h 368801"/>
                <a:gd name="connsiteX6" fmla="*/ 12926 w 307820"/>
                <a:gd name="connsiteY6" fmla="*/ 206121 h 368801"/>
                <a:gd name="connsiteX7" fmla="*/ 26261 w 307820"/>
                <a:gd name="connsiteY7" fmla="*/ 135255 h 368801"/>
                <a:gd name="connsiteX8" fmla="*/ 48455 w 307820"/>
                <a:gd name="connsiteY8" fmla="*/ 141827 h 368801"/>
                <a:gd name="connsiteX9" fmla="*/ 21785 w 307820"/>
                <a:gd name="connsiteY9" fmla="*/ 42100 h 368801"/>
                <a:gd name="connsiteX10" fmla="*/ 228001 w 307820"/>
                <a:gd name="connsiteY10" fmla="*/ 0 h 368801"/>
                <a:gd name="connsiteX11" fmla="*/ 281246 w 307820"/>
                <a:gd name="connsiteY11" fmla="*/ 50959 h 368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7820" h="368801">
                  <a:moveTo>
                    <a:pt x="281246" y="50959"/>
                  </a:moveTo>
                  <a:cubicBezTo>
                    <a:pt x="281246" y="50959"/>
                    <a:pt x="307820" y="197263"/>
                    <a:pt x="307820" y="223933"/>
                  </a:cubicBezTo>
                  <a:cubicBezTo>
                    <a:pt x="307820" y="250603"/>
                    <a:pt x="283436" y="328136"/>
                    <a:pt x="272387" y="345853"/>
                  </a:cubicBezTo>
                  <a:cubicBezTo>
                    <a:pt x="261338" y="363569"/>
                    <a:pt x="205712" y="374428"/>
                    <a:pt x="183710" y="365760"/>
                  </a:cubicBezTo>
                  <a:cubicBezTo>
                    <a:pt x="161707" y="357092"/>
                    <a:pt x="99413" y="299085"/>
                    <a:pt x="86078" y="274892"/>
                  </a:cubicBezTo>
                  <a:cubicBezTo>
                    <a:pt x="78112" y="260230"/>
                    <a:pt x="72153" y="244564"/>
                    <a:pt x="68362" y="228314"/>
                  </a:cubicBezTo>
                  <a:cubicBezTo>
                    <a:pt x="68362" y="228314"/>
                    <a:pt x="37310" y="241649"/>
                    <a:pt x="12926" y="206121"/>
                  </a:cubicBezTo>
                  <a:cubicBezTo>
                    <a:pt x="-11458" y="170593"/>
                    <a:pt x="1877" y="137446"/>
                    <a:pt x="26261" y="135255"/>
                  </a:cubicBezTo>
                  <a:lnTo>
                    <a:pt x="48455" y="141827"/>
                  </a:lnTo>
                  <a:cubicBezTo>
                    <a:pt x="48455" y="141827"/>
                    <a:pt x="8545" y="73152"/>
                    <a:pt x="21785" y="42100"/>
                  </a:cubicBezTo>
                  <a:cubicBezTo>
                    <a:pt x="35024" y="11049"/>
                    <a:pt x="194759" y="0"/>
                    <a:pt x="228001" y="0"/>
                  </a:cubicBezTo>
                  <a:cubicBezTo>
                    <a:pt x="261243" y="0"/>
                    <a:pt x="281246" y="50959"/>
                    <a:pt x="281246" y="5095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7" name="任意多边形: 形状 316">
              <a:extLst>
                <a:ext uri="{FF2B5EF4-FFF2-40B4-BE49-F238E27FC236}">
                  <a16:creationId xmlns:a16="http://schemas.microsoft.com/office/drawing/2014/main" id="{788C4CAA-536C-4159-BB78-6A52933D720B}"/>
                </a:ext>
              </a:extLst>
            </p:cNvPr>
            <p:cNvSpPr/>
            <p:nvPr/>
          </p:nvSpPr>
          <p:spPr>
            <a:xfrm>
              <a:off x="5100675" y="5145559"/>
              <a:ext cx="677293" cy="807950"/>
            </a:xfrm>
            <a:custGeom>
              <a:avLst/>
              <a:gdLst>
                <a:gd name="connsiteX0" fmla="*/ 208975 w 317179"/>
                <a:gd name="connsiteY0" fmla="*/ 378333 h 378366"/>
                <a:gd name="connsiteX1" fmla="*/ 186591 w 317179"/>
                <a:gd name="connsiteY1" fmla="*/ 374999 h 378366"/>
                <a:gd name="connsiteX2" fmla="*/ 86674 w 317179"/>
                <a:gd name="connsiteY2" fmla="*/ 281940 h 378366"/>
                <a:gd name="connsiteX3" fmla="*/ 69625 w 317179"/>
                <a:gd name="connsiteY3" fmla="*/ 239077 h 378366"/>
                <a:gd name="connsiteX4" fmla="*/ 13713 w 317179"/>
                <a:gd name="connsiteY4" fmla="*/ 213646 h 378366"/>
                <a:gd name="connsiteX5" fmla="*/ 4188 w 317179"/>
                <a:gd name="connsiteY5" fmla="*/ 154496 h 378366"/>
                <a:gd name="connsiteX6" fmla="*/ 30667 w 317179"/>
                <a:gd name="connsiteY6" fmla="*/ 135446 h 378366"/>
                <a:gd name="connsiteX7" fmla="*/ 32477 w 317179"/>
                <a:gd name="connsiteY7" fmla="*/ 135446 h 378366"/>
                <a:gd name="connsiteX8" fmla="*/ 43621 w 317179"/>
                <a:gd name="connsiteY8" fmla="*/ 138779 h 378366"/>
                <a:gd name="connsiteX9" fmla="*/ 22285 w 317179"/>
                <a:gd name="connsiteY9" fmla="*/ 44958 h 378366"/>
                <a:gd name="connsiteX10" fmla="*/ 232883 w 317179"/>
                <a:gd name="connsiteY10" fmla="*/ 0 h 378366"/>
                <a:gd name="connsiteX11" fmla="*/ 290509 w 317179"/>
                <a:gd name="connsiteY11" fmla="*/ 54007 h 378366"/>
                <a:gd name="connsiteX12" fmla="*/ 290509 w 317179"/>
                <a:gd name="connsiteY12" fmla="*/ 54864 h 378366"/>
                <a:gd name="connsiteX13" fmla="*/ 317179 w 317179"/>
                <a:gd name="connsiteY13" fmla="*/ 228695 h 378366"/>
                <a:gd name="connsiteX14" fmla="*/ 280984 w 317179"/>
                <a:gd name="connsiteY14" fmla="*/ 353092 h 378366"/>
                <a:gd name="connsiteX15" fmla="*/ 208975 w 317179"/>
                <a:gd name="connsiteY15" fmla="*/ 378333 h 378366"/>
                <a:gd name="connsiteX16" fmla="*/ 73053 w 317179"/>
                <a:gd name="connsiteY16" fmla="*/ 228314 h 378366"/>
                <a:gd name="connsiteX17" fmla="*/ 75339 w 317179"/>
                <a:gd name="connsiteY17" fmla="*/ 228886 h 378366"/>
                <a:gd name="connsiteX18" fmla="*/ 77721 w 317179"/>
                <a:gd name="connsiteY18" fmla="*/ 232124 h 378366"/>
                <a:gd name="connsiteX19" fmla="*/ 94961 w 317179"/>
                <a:gd name="connsiteY19" fmla="*/ 277368 h 378366"/>
                <a:gd name="connsiteX20" fmla="*/ 190211 w 317179"/>
                <a:gd name="connsiteY20" fmla="*/ 366141 h 378366"/>
                <a:gd name="connsiteX21" fmla="*/ 273078 w 317179"/>
                <a:gd name="connsiteY21" fmla="*/ 348043 h 378366"/>
                <a:gd name="connsiteX22" fmla="*/ 307845 w 317179"/>
                <a:gd name="connsiteY22" fmla="*/ 228695 h 378366"/>
                <a:gd name="connsiteX23" fmla="*/ 281365 w 317179"/>
                <a:gd name="connsiteY23" fmla="*/ 57245 h 378366"/>
                <a:gd name="connsiteX24" fmla="*/ 232788 w 317179"/>
                <a:gd name="connsiteY24" fmla="*/ 9620 h 378366"/>
                <a:gd name="connsiteX25" fmla="*/ 30953 w 317179"/>
                <a:gd name="connsiteY25" fmla="*/ 48863 h 378366"/>
                <a:gd name="connsiteX26" fmla="*/ 57337 w 317179"/>
                <a:gd name="connsiteY26" fmla="*/ 144113 h 378366"/>
                <a:gd name="connsiteX27" fmla="*/ 57337 w 317179"/>
                <a:gd name="connsiteY27" fmla="*/ 149447 h 378366"/>
                <a:gd name="connsiteX28" fmla="*/ 52194 w 317179"/>
                <a:gd name="connsiteY28" fmla="*/ 151066 h 378366"/>
                <a:gd name="connsiteX29" fmla="*/ 30953 w 317179"/>
                <a:gd name="connsiteY29" fmla="*/ 144685 h 378366"/>
                <a:gd name="connsiteX30" fmla="*/ 13141 w 317179"/>
                <a:gd name="connsiteY30" fmla="*/ 158401 h 378366"/>
                <a:gd name="connsiteX31" fmla="*/ 22095 w 317179"/>
                <a:gd name="connsiteY31" fmla="*/ 208121 h 378366"/>
                <a:gd name="connsiteX32" fmla="*/ 71720 w 317179"/>
                <a:gd name="connsiteY32" fmla="*/ 228600 h 378366"/>
                <a:gd name="connsiteX33" fmla="*/ 73053 w 317179"/>
                <a:gd name="connsiteY33" fmla="*/ 228314 h 3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17179" h="378366">
                  <a:moveTo>
                    <a:pt x="208975" y="378333"/>
                  </a:moveTo>
                  <a:cubicBezTo>
                    <a:pt x="201374" y="378581"/>
                    <a:pt x="193791" y="377451"/>
                    <a:pt x="186591" y="374999"/>
                  </a:cubicBezTo>
                  <a:cubicBezTo>
                    <a:pt x="163065" y="365474"/>
                    <a:pt x="100867" y="307276"/>
                    <a:pt x="86674" y="281940"/>
                  </a:cubicBezTo>
                  <a:cubicBezTo>
                    <a:pt x="79306" y="268382"/>
                    <a:pt x="73582" y="253992"/>
                    <a:pt x="69625" y="239077"/>
                  </a:cubicBezTo>
                  <a:cubicBezTo>
                    <a:pt x="58861" y="241459"/>
                    <a:pt x="33810" y="242888"/>
                    <a:pt x="13713" y="213646"/>
                  </a:cubicBezTo>
                  <a:cubicBezTo>
                    <a:pt x="-194" y="193357"/>
                    <a:pt x="-3813" y="171259"/>
                    <a:pt x="4188" y="154496"/>
                  </a:cubicBezTo>
                  <a:cubicBezTo>
                    <a:pt x="8922" y="143826"/>
                    <a:pt x="19046" y="136543"/>
                    <a:pt x="30667" y="135446"/>
                  </a:cubicBezTo>
                  <a:cubicBezTo>
                    <a:pt x="31262" y="135300"/>
                    <a:pt x="31882" y="135300"/>
                    <a:pt x="32477" y="135446"/>
                  </a:cubicBezTo>
                  <a:lnTo>
                    <a:pt x="43621" y="138779"/>
                  </a:lnTo>
                  <a:cubicBezTo>
                    <a:pt x="32858" y="117919"/>
                    <a:pt x="11331" y="70675"/>
                    <a:pt x="22285" y="44958"/>
                  </a:cubicBezTo>
                  <a:cubicBezTo>
                    <a:pt x="38954" y="6191"/>
                    <a:pt x="230978" y="0"/>
                    <a:pt x="232883" y="0"/>
                  </a:cubicBezTo>
                  <a:cubicBezTo>
                    <a:pt x="268983" y="0"/>
                    <a:pt x="290033" y="51816"/>
                    <a:pt x="290509" y="54007"/>
                  </a:cubicBezTo>
                  <a:lnTo>
                    <a:pt x="290509" y="54864"/>
                  </a:lnTo>
                  <a:cubicBezTo>
                    <a:pt x="291557" y="60865"/>
                    <a:pt x="317179" y="201930"/>
                    <a:pt x="317179" y="228695"/>
                  </a:cubicBezTo>
                  <a:cubicBezTo>
                    <a:pt x="317179" y="255460"/>
                    <a:pt x="292033" y="335375"/>
                    <a:pt x="280984" y="353092"/>
                  </a:cubicBezTo>
                  <a:cubicBezTo>
                    <a:pt x="271650" y="368332"/>
                    <a:pt x="236026" y="378333"/>
                    <a:pt x="208975" y="378333"/>
                  </a:cubicBezTo>
                  <a:close/>
                  <a:moveTo>
                    <a:pt x="73053" y="228314"/>
                  </a:moveTo>
                  <a:cubicBezTo>
                    <a:pt x="73850" y="228322"/>
                    <a:pt x="74633" y="228518"/>
                    <a:pt x="75339" y="228886"/>
                  </a:cubicBezTo>
                  <a:cubicBezTo>
                    <a:pt x="76564" y="229571"/>
                    <a:pt x="77432" y="230752"/>
                    <a:pt x="77721" y="232124"/>
                  </a:cubicBezTo>
                  <a:cubicBezTo>
                    <a:pt x="81434" y="247904"/>
                    <a:pt x="87231" y="263119"/>
                    <a:pt x="94961" y="277368"/>
                  </a:cubicBezTo>
                  <a:cubicBezTo>
                    <a:pt x="107534" y="300418"/>
                    <a:pt x="168875" y="357664"/>
                    <a:pt x="190211" y="366141"/>
                  </a:cubicBezTo>
                  <a:cubicBezTo>
                    <a:pt x="211547" y="374618"/>
                    <a:pt x="263744" y="362998"/>
                    <a:pt x="273078" y="348043"/>
                  </a:cubicBezTo>
                  <a:cubicBezTo>
                    <a:pt x="283461" y="331565"/>
                    <a:pt x="307845" y="254699"/>
                    <a:pt x="307845" y="228695"/>
                  </a:cubicBezTo>
                  <a:cubicBezTo>
                    <a:pt x="307845" y="202692"/>
                    <a:pt x="283080" y="66770"/>
                    <a:pt x="281365" y="57245"/>
                  </a:cubicBezTo>
                  <a:cubicBezTo>
                    <a:pt x="279460" y="52578"/>
                    <a:pt x="260886" y="9620"/>
                    <a:pt x="232788" y="9620"/>
                  </a:cubicBezTo>
                  <a:cubicBezTo>
                    <a:pt x="185163" y="9620"/>
                    <a:pt x="42288" y="23050"/>
                    <a:pt x="30953" y="48863"/>
                  </a:cubicBezTo>
                  <a:cubicBezTo>
                    <a:pt x="20856" y="72485"/>
                    <a:pt x="46574" y="125825"/>
                    <a:pt x="57337" y="144113"/>
                  </a:cubicBezTo>
                  <a:cubicBezTo>
                    <a:pt x="58426" y="145724"/>
                    <a:pt x="58426" y="147836"/>
                    <a:pt x="57337" y="149447"/>
                  </a:cubicBezTo>
                  <a:cubicBezTo>
                    <a:pt x="56140" y="151023"/>
                    <a:pt x="54078" y="151672"/>
                    <a:pt x="52194" y="151066"/>
                  </a:cubicBezTo>
                  <a:lnTo>
                    <a:pt x="30953" y="144685"/>
                  </a:lnTo>
                  <a:cubicBezTo>
                    <a:pt x="23038" y="145855"/>
                    <a:pt x="16295" y="151047"/>
                    <a:pt x="13141" y="158401"/>
                  </a:cubicBezTo>
                  <a:cubicBezTo>
                    <a:pt x="6664" y="172117"/>
                    <a:pt x="9998" y="190690"/>
                    <a:pt x="22095" y="208121"/>
                  </a:cubicBezTo>
                  <a:cubicBezTo>
                    <a:pt x="43812" y="239744"/>
                    <a:pt x="70577" y="229076"/>
                    <a:pt x="71720" y="228600"/>
                  </a:cubicBezTo>
                  <a:cubicBezTo>
                    <a:pt x="72153" y="228456"/>
                    <a:pt x="72600" y="228360"/>
                    <a:pt x="73053" y="228314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8" name="任意多边形: 形状 317">
              <a:extLst>
                <a:ext uri="{FF2B5EF4-FFF2-40B4-BE49-F238E27FC236}">
                  <a16:creationId xmlns:a16="http://schemas.microsoft.com/office/drawing/2014/main" id="{07E22D52-C98A-4E96-852F-4C94E53CAEB8}"/>
                </a:ext>
              </a:extLst>
            </p:cNvPr>
            <p:cNvSpPr/>
            <p:nvPr/>
          </p:nvSpPr>
          <p:spPr>
            <a:xfrm>
              <a:off x="5364500" y="5340420"/>
              <a:ext cx="116802" cy="79946"/>
            </a:xfrm>
            <a:custGeom>
              <a:avLst/>
              <a:gdLst>
                <a:gd name="connsiteX0" fmla="*/ 41134 w 54699"/>
                <a:gd name="connsiteY0" fmla="*/ 852 h 37439"/>
                <a:gd name="connsiteX1" fmla="*/ 5796 w 54699"/>
                <a:gd name="connsiteY1" fmla="*/ 16569 h 37439"/>
                <a:gd name="connsiteX2" fmla="*/ 764 w 54699"/>
                <a:gd name="connsiteY2" fmla="*/ 29064 h 37439"/>
                <a:gd name="connsiteX3" fmla="*/ 1224 w 54699"/>
                <a:gd name="connsiteY3" fmla="*/ 29999 h 37439"/>
                <a:gd name="connsiteX4" fmla="*/ 2557 w 54699"/>
                <a:gd name="connsiteY4" fmla="*/ 32380 h 37439"/>
                <a:gd name="connsiteX5" fmla="*/ 15437 w 54699"/>
                <a:gd name="connsiteY5" fmla="*/ 36325 h 37439"/>
                <a:gd name="connsiteX6" fmla="*/ 15511 w 54699"/>
                <a:gd name="connsiteY6" fmla="*/ 36285 h 37439"/>
                <a:gd name="connsiteX7" fmla="*/ 49516 w 54699"/>
                <a:gd name="connsiteY7" fmla="*/ 18188 h 37439"/>
                <a:gd name="connsiteX8" fmla="*/ 53649 w 54699"/>
                <a:gd name="connsiteY8" fmla="*/ 5367 h 37439"/>
                <a:gd name="connsiteX9" fmla="*/ 53421 w 54699"/>
                <a:gd name="connsiteY9" fmla="*/ 4948 h 37439"/>
                <a:gd name="connsiteX10" fmla="*/ 53421 w 54699"/>
                <a:gd name="connsiteY10" fmla="*/ 4948 h 37439"/>
                <a:gd name="connsiteX11" fmla="*/ 41134 w 54699"/>
                <a:gd name="connsiteY11" fmla="*/ 852 h 37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699" h="37439">
                  <a:moveTo>
                    <a:pt x="41134" y="852"/>
                  </a:moveTo>
                  <a:lnTo>
                    <a:pt x="5796" y="16569"/>
                  </a:lnTo>
                  <a:cubicBezTo>
                    <a:pt x="956" y="18629"/>
                    <a:pt x="-1297" y="24224"/>
                    <a:pt x="764" y="29064"/>
                  </a:cubicBezTo>
                  <a:cubicBezTo>
                    <a:pt x="900" y="29384"/>
                    <a:pt x="1054" y="29696"/>
                    <a:pt x="1224" y="29999"/>
                  </a:cubicBezTo>
                  <a:lnTo>
                    <a:pt x="2557" y="32380"/>
                  </a:lnTo>
                  <a:cubicBezTo>
                    <a:pt x="5025" y="37026"/>
                    <a:pt x="10791" y="38792"/>
                    <a:pt x="15437" y="36325"/>
                  </a:cubicBezTo>
                  <a:cubicBezTo>
                    <a:pt x="15462" y="36312"/>
                    <a:pt x="15487" y="36299"/>
                    <a:pt x="15511" y="36285"/>
                  </a:cubicBezTo>
                  <a:lnTo>
                    <a:pt x="49516" y="18188"/>
                  </a:lnTo>
                  <a:cubicBezTo>
                    <a:pt x="54197" y="15789"/>
                    <a:pt x="56048" y="10049"/>
                    <a:pt x="53649" y="5367"/>
                  </a:cubicBezTo>
                  <a:cubicBezTo>
                    <a:pt x="53577" y="5226"/>
                    <a:pt x="53500" y="5086"/>
                    <a:pt x="53421" y="4948"/>
                  </a:cubicBezTo>
                  <a:lnTo>
                    <a:pt x="53421" y="4948"/>
                  </a:lnTo>
                  <a:cubicBezTo>
                    <a:pt x="51026" y="580"/>
                    <a:pt x="45670" y="-1206"/>
                    <a:pt x="41134" y="852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9" name="任意多边形: 形状 318">
              <a:extLst>
                <a:ext uri="{FF2B5EF4-FFF2-40B4-BE49-F238E27FC236}">
                  <a16:creationId xmlns:a16="http://schemas.microsoft.com/office/drawing/2014/main" id="{DC74E591-E493-47FE-B53B-F74D2EE7AEA8}"/>
                </a:ext>
              </a:extLst>
            </p:cNvPr>
            <p:cNvSpPr/>
            <p:nvPr/>
          </p:nvSpPr>
          <p:spPr>
            <a:xfrm>
              <a:off x="5354463" y="5329561"/>
              <a:ext cx="136962" cy="99937"/>
            </a:xfrm>
            <a:custGeom>
              <a:avLst/>
              <a:gdLst>
                <a:gd name="connsiteX0" fmla="*/ 15734 w 64140"/>
                <a:gd name="connsiteY0" fmla="*/ 46800 h 46801"/>
                <a:gd name="connsiteX1" fmla="*/ 3066 w 64140"/>
                <a:gd name="connsiteY1" fmla="*/ 39371 h 46801"/>
                <a:gd name="connsiteX2" fmla="*/ 1828 w 64140"/>
                <a:gd name="connsiteY2" fmla="*/ 36990 h 46801"/>
                <a:gd name="connsiteX3" fmla="*/ 780 w 64140"/>
                <a:gd name="connsiteY3" fmla="*/ 25464 h 46801"/>
                <a:gd name="connsiteX4" fmla="*/ 8591 w 64140"/>
                <a:gd name="connsiteY4" fmla="*/ 16892 h 46801"/>
                <a:gd name="connsiteX5" fmla="*/ 43928 w 64140"/>
                <a:gd name="connsiteY5" fmla="*/ 1271 h 46801"/>
                <a:gd name="connsiteX6" fmla="*/ 62312 w 64140"/>
                <a:gd name="connsiteY6" fmla="*/ 7367 h 46801"/>
                <a:gd name="connsiteX7" fmla="*/ 56770 w 64140"/>
                <a:gd name="connsiteY7" fmla="*/ 26937 h 46801"/>
                <a:gd name="connsiteX8" fmla="*/ 56501 w 64140"/>
                <a:gd name="connsiteY8" fmla="*/ 27084 h 46801"/>
                <a:gd name="connsiteX9" fmla="*/ 22402 w 64140"/>
                <a:gd name="connsiteY9" fmla="*/ 45181 h 46801"/>
                <a:gd name="connsiteX10" fmla="*/ 15734 w 64140"/>
                <a:gd name="connsiteY10" fmla="*/ 46800 h 46801"/>
                <a:gd name="connsiteX11" fmla="*/ 49739 w 64140"/>
                <a:gd name="connsiteY11" fmla="*/ 9557 h 46801"/>
                <a:gd name="connsiteX12" fmla="*/ 47738 w 64140"/>
                <a:gd name="connsiteY12" fmla="*/ 9557 h 46801"/>
                <a:gd name="connsiteX13" fmla="*/ 47738 w 64140"/>
                <a:gd name="connsiteY13" fmla="*/ 9557 h 46801"/>
                <a:gd name="connsiteX14" fmla="*/ 12401 w 64140"/>
                <a:gd name="connsiteY14" fmla="*/ 25274 h 46801"/>
                <a:gd name="connsiteX15" fmla="*/ 9734 w 64140"/>
                <a:gd name="connsiteY15" fmla="*/ 28131 h 46801"/>
                <a:gd name="connsiteX16" fmla="*/ 9734 w 64140"/>
                <a:gd name="connsiteY16" fmla="*/ 32037 h 46801"/>
                <a:gd name="connsiteX17" fmla="*/ 11067 w 64140"/>
                <a:gd name="connsiteY17" fmla="*/ 34418 h 46801"/>
                <a:gd name="connsiteX18" fmla="*/ 17639 w 64140"/>
                <a:gd name="connsiteY18" fmla="*/ 36323 h 46801"/>
                <a:gd name="connsiteX19" fmla="*/ 51644 w 64140"/>
                <a:gd name="connsiteY19" fmla="*/ 18321 h 46801"/>
                <a:gd name="connsiteX20" fmla="*/ 54025 w 64140"/>
                <a:gd name="connsiteY20" fmla="*/ 15368 h 46801"/>
                <a:gd name="connsiteX21" fmla="*/ 54025 w 64140"/>
                <a:gd name="connsiteY21" fmla="*/ 11653 h 46801"/>
                <a:gd name="connsiteX22" fmla="*/ 49739 w 64140"/>
                <a:gd name="connsiteY22" fmla="*/ 9558 h 46801"/>
                <a:gd name="connsiteX23" fmla="*/ 45833 w 64140"/>
                <a:gd name="connsiteY23" fmla="*/ 5557 h 46801"/>
                <a:gd name="connsiteX24" fmla="*/ 45833 w 64140"/>
                <a:gd name="connsiteY24" fmla="*/ 5557 h 46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4140" h="46801">
                  <a:moveTo>
                    <a:pt x="15734" y="46800"/>
                  </a:moveTo>
                  <a:cubicBezTo>
                    <a:pt x="10476" y="46808"/>
                    <a:pt x="5626" y="43964"/>
                    <a:pt x="3066" y="39371"/>
                  </a:cubicBezTo>
                  <a:lnTo>
                    <a:pt x="1828" y="36990"/>
                  </a:lnTo>
                  <a:cubicBezTo>
                    <a:pt x="-167" y="33479"/>
                    <a:pt x="-549" y="29277"/>
                    <a:pt x="780" y="25464"/>
                  </a:cubicBezTo>
                  <a:cubicBezTo>
                    <a:pt x="2044" y="21625"/>
                    <a:pt x="4885" y="18507"/>
                    <a:pt x="8591" y="16892"/>
                  </a:cubicBezTo>
                  <a:lnTo>
                    <a:pt x="43928" y="1271"/>
                  </a:lnTo>
                  <a:cubicBezTo>
                    <a:pt x="50709" y="-1794"/>
                    <a:pt x="58706" y="858"/>
                    <a:pt x="62312" y="7367"/>
                  </a:cubicBezTo>
                  <a:cubicBezTo>
                    <a:pt x="66186" y="14301"/>
                    <a:pt x="63704" y="23064"/>
                    <a:pt x="56770" y="26937"/>
                  </a:cubicBezTo>
                  <a:cubicBezTo>
                    <a:pt x="56681" y="26987"/>
                    <a:pt x="56591" y="27036"/>
                    <a:pt x="56501" y="27084"/>
                  </a:cubicBezTo>
                  <a:lnTo>
                    <a:pt x="22402" y="45181"/>
                  </a:lnTo>
                  <a:cubicBezTo>
                    <a:pt x="20351" y="46273"/>
                    <a:pt x="18058" y="46830"/>
                    <a:pt x="15734" y="46800"/>
                  </a:cubicBezTo>
                  <a:close/>
                  <a:moveTo>
                    <a:pt x="49739" y="9557"/>
                  </a:moveTo>
                  <a:cubicBezTo>
                    <a:pt x="49079" y="9421"/>
                    <a:pt x="48398" y="9421"/>
                    <a:pt x="47738" y="9557"/>
                  </a:cubicBezTo>
                  <a:lnTo>
                    <a:pt x="47738" y="9557"/>
                  </a:lnTo>
                  <a:lnTo>
                    <a:pt x="12401" y="25274"/>
                  </a:lnTo>
                  <a:cubicBezTo>
                    <a:pt x="11136" y="25790"/>
                    <a:pt x="10162" y="26834"/>
                    <a:pt x="9734" y="28131"/>
                  </a:cubicBezTo>
                  <a:cubicBezTo>
                    <a:pt x="9210" y="29380"/>
                    <a:pt x="9210" y="30787"/>
                    <a:pt x="9734" y="32037"/>
                  </a:cubicBezTo>
                  <a:lnTo>
                    <a:pt x="11067" y="34418"/>
                  </a:lnTo>
                  <a:cubicBezTo>
                    <a:pt x="12397" y="36707"/>
                    <a:pt x="15292" y="37546"/>
                    <a:pt x="17639" y="36323"/>
                  </a:cubicBezTo>
                  <a:lnTo>
                    <a:pt x="51644" y="18321"/>
                  </a:lnTo>
                  <a:cubicBezTo>
                    <a:pt x="52820" y="17718"/>
                    <a:pt x="53685" y="16645"/>
                    <a:pt x="54025" y="15368"/>
                  </a:cubicBezTo>
                  <a:cubicBezTo>
                    <a:pt x="54551" y="14185"/>
                    <a:pt x="54551" y="12835"/>
                    <a:pt x="54025" y="11653"/>
                  </a:cubicBezTo>
                  <a:cubicBezTo>
                    <a:pt x="53049" y="10267"/>
                    <a:pt x="51432" y="9477"/>
                    <a:pt x="49739" y="9558"/>
                  </a:cubicBezTo>
                  <a:close/>
                  <a:moveTo>
                    <a:pt x="45833" y="5557"/>
                  </a:moveTo>
                  <a:lnTo>
                    <a:pt x="45833" y="5557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0" name="任意多边形: 形状 319">
              <a:extLst>
                <a:ext uri="{FF2B5EF4-FFF2-40B4-BE49-F238E27FC236}">
                  <a16:creationId xmlns:a16="http://schemas.microsoft.com/office/drawing/2014/main" id="{2B48B6EF-E21B-4772-A6C6-2A357797B7F8}"/>
                </a:ext>
              </a:extLst>
            </p:cNvPr>
            <p:cNvSpPr/>
            <p:nvPr/>
          </p:nvSpPr>
          <p:spPr>
            <a:xfrm>
              <a:off x="5592164" y="5312363"/>
              <a:ext cx="91633" cy="47982"/>
            </a:xfrm>
            <a:custGeom>
              <a:avLst/>
              <a:gdLst>
                <a:gd name="connsiteX0" fmla="*/ 240 w 42912"/>
                <a:gd name="connsiteY0" fmla="*/ 5895 h 22470"/>
                <a:gd name="connsiteX1" fmla="*/ 240 w 42912"/>
                <a:gd name="connsiteY1" fmla="*/ 6562 h 22470"/>
                <a:gd name="connsiteX2" fmla="*/ 5897 w 42912"/>
                <a:gd name="connsiteY2" fmla="*/ 16050 h 22470"/>
                <a:gd name="connsiteX3" fmla="*/ 6051 w 42912"/>
                <a:gd name="connsiteY3" fmla="*/ 16087 h 22470"/>
                <a:gd name="connsiteX4" fmla="*/ 33387 w 42912"/>
                <a:gd name="connsiteY4" fmla="*/ 22278 h 22470"/>
                <a:gd name="connsiteX5" fmla="*/ 42722 w 42912"/>
                <a:gd name="connsiteY5" fmla="*/ 16373 h 22470"/>
                <a:gd name="connsiteX6" fmla="*/ 42912 w 42912"/>
                <a:gd name="connsiteY6" fmla="*/ 14658 h 22470"/>
                <a:gd name="connsiteX7" fmla="*/ 42912 w 42912"/>
                <a:gd name="connsiteY7" fmla="*/ 14658 h 22470"/>
                <a:gd name="connsiteX8" fmla="*/ 37007 w 42912"/>
                <a:gd name="connsiteY8" fmla="*/ 7038 h 22470"/>
                <a:gd name="connsiteX9" fmla="*/ 9861 w 42912"/>
                <a:gd name="connsiteY9" fmla="*/ 275 h 22470"/>
                <a:gd name="connsiteX10" fmla="*/ 275 w 42912"/>
                <a:gd name="connsiteY10" fmla="*/ 5764 h 22470"/>
                <a:gd name="connsiteX11" fmla="*/ 240 w 42912"/>
                <a:gd name="connsiteY11" fmla="*/ 5895 h 22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912" h="22470">
                  <a:moveTo>
                    <a:pt x="240" y="5895"/>
                  </a:moveTo>
                  <a:lnTo>
                    <a:pt x="240" y="6562"/>
                  </a:lnTo>
                  <a:cubicBezTo>
                    <a:pt x="-818" y="10744"/>
                    <a:pt x="1715" y="14992"/>
                    <a:pt x="5897" y="16050"/>
                  </a:cubicBezTo>
                  <a:cubicBezTo>
                    <a:pt x="5948" y="16063"/>
                    <a:pt x="5999" y="16075"/>
                    <a:pt x="6051" y="16087"/>
                  </a:cubicBezTo>
                  <a:lnTo>
                    <a:pt x="33387" y="22278"/>
                  </a:lnTo>
                  <a:cubicBezTo>
                    <a:pt x="37596" y="23225"/>
                    <a:pt x="41775" y="20581"/>
                    <a:pt x="42722" y="16373"/>
                  </a:cubicBezTo>
                  <a:cubicBezTo>
                    <a:pt x="42848" y="15810"/>
                    <a:pt x="42912" y="15235"/>
                    <a:pt x="42912" y="14658"/>
                  </a:cubicBezTo>
                  <a:lnTo>
                    <a:pt x="42912" y="14658"/>
                  </a:lnTo>
                  <a:cubicBezTo>
                    <a:pt x="42899" y="11073"/>
                    <a:pt x="40476" y="7945"/>
                    <a:pt x="37007" y="7038"/>
                  </a:cubicBezTo>
                  <a:lnTo>
                    <a:pt x="9861" y="275"/>
                  </a:lnTo>
                  <a:cubicBezTo>
                    <a:pt x="5698" y="-856"/>
                    <a:pt x="1406" y="1601"/>
                    <a:pt x="275" y="5764"/>
                  </a:cubicBezTo>
                  <a:cubicBezTo>
                    <a:pt x="263" y="5808"/>
                    <a:pt x="252" y="5851"/>
                    <a:pt x="240" y="5895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1" name="任意多边形: 形状 320">
              <a:extLst>
                <a:ext uri="{FF2B5EF4-FFF2-40B4-BE49-F238E27FC236}">
                  <a16:creationId xmlns:a16="http://schemas.microsoft.com/office/drawing/2014/main" id="{00ED65DD-9185-4F31-BBEE-EBDB091D1D8B}"/>
                </a:ext>
              </a:extLst>
            </p:cNvPr>
            <p:cNvSpPr/>
            <p:nvPr/>
          </p:nvSpPr>
          <p:spPr>
            <a:xfrm>
              <a:off x="5581557" y="5303572"/>
              <a:ext cx="111551" cy="68159"/>
            </a:xfrm>
            <a:custGeom>
              <a:avLst/>
              <a:gdLst>
                <a:gd name="connsiteX0" fmla="*/ 39879 w 52240"/>
                <a:gd name="connsiteY0" fmla="*/ 31444 h 31919"/>
                <a:gd name="connsiteX1" fmla="*/ 37116 w 52240"/>
                <a:gd name="connsiteY1" fmla="*/ 31444 h 31919"/>
                <a:gd name="connsiteX2" fmla="*/ 9780 w 52240"/>
                <a:gd name="connsiteY2" fmla="*/ 25252 h 31919"/>
                <a:gd name="connsiteX3" fmla="*/ 1779 w 52240"/>
                <a:gd name="connsiteY3" fmla="*/ 19442 h 31919"/>
                <a:gd name="connsiteX4" fmla="*/ 445 w 52240"/>
                <a:gd name="connsiteY4" fmla="*/ 9917 h 31919"/>
                <a:gd name="connsiteX5" fmla="*/ 445 w 52240"/>
                <a:gd name="connsiteY5" fmla="*/ 9250 h 31919"/>
                <a:gd name="connsiteX6" fmla="*/ 15590 w 52240"/>
                <a:gd name="connsiteY6" fmla="*/ 392 h 31919"/>
                <a:gd name="connsiteX7" fmla="*/ 42736 w 52240"/>
                <a:gd name="connsiteY7" fmla="*/ 7155 h 31919"/>
                <a:gd name="connsiteX8" fmla="*/ 51856 w 52240"/>
                <a:gd name="connsiteY8" fmla="*/ 22419 h 31919"/>
                <a:gd name="connsiteX9" fmla="*/ 39688 w 52240"/>
                <a:gd name="connsiteY9" fmla="*/ 31920 h 31919"/>
                <a:gd name="connsiteX10" fmla="*/ 9780 w 52240"/>
                <a:gd name="connsiteY10" fmla="*/ 11251 h 31919"/>
                <a:gd name="connsiteX11" fmla="*/ 9780 w 52240"/>
                <a:gd name="connsiteY11" fmla="*/ 11917 h 31919"/>
                <a:gd name="connsiteX12" fmla="*/ 9780 w 52240"/>
                <a:gd name="connsiteY12" fmla="*/ 14299 h 31919"/>
                <a:gd name="connsiteX13" fmla="*/ 11684 w 52240"/>
                <a:gd name="connsiteY13" fmla="*/ 15727 h 31919"/>
                <a:gd name="connsiteX14" fmla="*/ 39021 w 52240"/>
                <a:gd name="connsiteY14" fmla="*/ 21823 h 31919"/>
                <a:gd name="connsiteX15" fmla="*/ 41593 w 52240"/>
                <a:gd name="connsiteY15" fmla="*/ 21252 h 31919"/>
                <a:gd name="connsiteX16" fmla="*/ 42736 w 52240"/>
                <a:gd name="connsiteY16" fmla="*/ 18871 h 31919"/>
                <a:gd name="connsiteX17" fmla="*/ 40355 w 52240"/>
                <a:gd name="connsiteY17" fmla="*/ 15918 h 31919"/>
                <a:gd name="connsiteX18" fmla="*/ 13304 w 52240"/>
                <a:gd name="connsiteY18" fmla="*/ 9155 h 31919"/>
                <a:gd name="connsiteX19" fmla="*/ 9589 w 52240"/>
                <a:gd name="connsiteY19" fmla="*/ 11251 h 3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2240" h="31919">
                  <a:moveTo>
                    <a:pt x="39879" y="31444"/>
                  </a:moveTo>
                  <a:cubicBezTo>
                    <a:pt x="38960" y="31542"/>
                    <a:pt x="38034" y="31542"/>
                    <a:pt x="37116" y="31444"/>
                  </a:cubicBezTo>
                  <a:lnTo>
                    <a:pt x="9780" y="25252"/>
                  </a:lnTo>
                  <a:cubicBezTo>
                    <a:pt x="6421" y="24511"/>
                    <a:pt x="3523" y="22406"/>
                    <a:pt x="1779" y="19442"/>
                  </a:cubicBezTo>
                  <a:cubicBezTo>
                    <a:pt x="26" y="16592"/>
                    <a:pt x="-458" y="13139"/>
                    <a:pt x="445" y="9917"/>
                  </a:cubicBezTo>
                  <a:lnTo>
                    <a:pt x="445" y="9250"/>
                  </a:lnTo>
                  <a:cubicBezTo>
                    <a:pt x="2215" y="2648"/>
                    <a:pt x="8967" y="-1302"/>
                    <a:pt x="15590" y="392"/>
                  </a:cubicBezTo>
                  <a:lnTo>
                    <a:pt x="42736" y="7155"/>
                  </a:lnTo>
                  <a:cubicBezTo>
                    <a:pt x="49470" y="8851"/>
                    <a:pt x="53553" y="15685"/>
                    <a:pt x="51856" y="22419"/>
                  </a:cubicBezTo>
                  <a:cubicBezTo>
                    <a:pt x="50451" y="27996"/>
                    <a:pt x="45440" y="31909"/>
                    <a:pt x="39688" y="31920"/>
                  </a:cubicBezTo>
                  <a:close/>
                  <a:moveTo>
                    <a:pt x="9780" y="11251"/>
                  </a:moveTo>
                  <a:lnTo>
                    <a:pt x="9780" y="11917"/>
                  </a:lnTo>
                  <a:cubicBezTo>
                    <a:pt x="9457" y="12678"/>
                    <a:pt x="9457" y="13538"/>
                    <a:pt x="9780" y="14299"/>
                  </a:cubicBezTo>
                  <a:cubicBezTo>
                    <a:pt x="10176" y="15029"/>
                    <a:pt x="10872" y="15551"/>
                    <a:pt x="11684" y="15727"/>
                  </a:cubicBezTo>
                  <a:lnTo>
                    <a:pt x="39021" y="21823"/>
                  </a:lnTo>
                  <a:cubicBezTo>
                    <a:pt x="39921" y="22032"/>
                    <a:pt x="40867" y="21822"/>
                    <a:pt x="41593" y="21252"/>
                  </a:cubicBezTo>
                  <a:cubicBezTo>
                    <a:pt x="42286" y="20649"/>
                    <a:pt x="42699" y="19788"/>
                    <a:pt x="42736" y="18871"/>
                  </a:cubicBezTo>
                  <a:cubicBezTo>
                    <a:pt x="42763" y="17439"/>
                    <a:pt x="41759" y="16195"/>
                    <a:pt x="40355" y="15918"/>
                  </a:cubicBezTo>
                  <a:lnTo>
                    <a:pt x="13304" y="9155"/>
                  </a:lnTo>
                  <a:cubicBezTo>
                    <a:pt x="11702" y="8727"/>
                    <a:pt x="10051" y="9658"/>
                    <a:pt x="9589" y="11251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2" name="任意多边形: 形状 321">
              <a:extLst>
                <a:ext uri="{FF2B5EF4-FFF2-40B4-BE49-F238E27FC236}">
                  <a16:creationId xmlns:a16="http://schemas.microsoft.com/office/drawing/2014/main" id="{0AD88427-3D4A-4581-8BE3-6AB8FB401D69}"/>
                </a:ext>
              </a:extLst>
            </p:cNvPr>
            <p:cNvSpPr/>
            <p:nvPr/>
          </p:nvSpPr>
          <p:spPr>
            <a:xfrm>
              <a:off x="5367243" y="5588007"/>
              <a:ext cx="380825" cy="355417"/>
            </a:xfrm>
            <a:custGeom>
              <a:avLst/>
              <a:gdLst>
                <a:gd name="connsiteX0" fmla="*/ 178342 w 178342"/>
                <a:gd name="connsiteY0" fmla="*/ 70263 h 166443"/>
                <a:gd name="connsiteX1" fmla="*/ 163959 w 178342"/>
                <a:gd name="connsiteY1" fmla="*/ 12446 h 166443"/>
                <a:gd name="connsiteX2" fmla="*/ 78234 w 178342"/>
                <a:gd name="connsiteY2" fmla="*/ 11018 h 166443"/>
                <a:gd name="connsiteX3" fmla="*/ 225 w 178342"/>
                <a:gd name="connsiteY3" fmla="*/ 6731 h 166443"/>
                <a:gd name="connsiteX4" fmla="*/ 5749 w 178342"/>
                <a:gd name="connsiteY4" fmla="*/ 118745 h 166443"/>
                <a:gd name="connsiteX5" fmla="*/ 62899 w 178342"/>
                <a:gd name="connsiteY5" fmla="*/ 163322 h 166443"/>
                <a:gd name="connsiteX6" fmla="*/ 151577 w 178342"/>
                <a:gd name="connsiteY6" fmla="*/ 143415 h 166443"/>
                <a:gd name="connsiteX7" fmla="*/ 177771 w 178342"/>
                <a:gd name="connsiteY7" fmla="*/ 70549 h 166443"/>
                <a:gd name="connsiteX8" fmla="*/ 161007 w 178342"/>
                <a:gd name="connsiteY8" fmla="*/ 78931 h 166443"/>
                <a:gd name="connsiteX9" fmla="*/ 124907 w 178342"/>
                <a:gd name="connsiteY9" fmla="*/ 120841 h 166443"/>
                <a:gd name="connsiteX10" fmla="*/ 101761 w 178342"/>
                <a:gd name="connsiteY10" fmla="*/ 86170 h 166443"/>
                <a:gd name="connsiteX11" fmla="*/ 80139 w 178342"/>
                <a:gd name="connsiteY11" fmla="*/ 110744 h 166443"/>
                <a:gd name="connsiteX12" fmla="*/ 38229 w 178342"/>
                <a:gd name="connsiteY12" fmla="*/ 119412 h 166443"/>
                <a:gd name="connsiteX13" fmla="*/ 16512 w 178342"/>
                <a:gd name="connsiteY13" fmla="*/ 21114 h 166443"/>
                <a:gd name="connsiteX14" fmla="*/ 122049 w 178342"/>
                <a:gd name="connsiteY14" fmla="*/ 26924 h 166443"/>
                <a:gd name="connsiteX15" fmla="*/ 155292 w 178342"/>
                <a:gd name="connsiteY15" fmla="*/ 25496 h 166443"/>
                <a:gd name="connsiteX16" fmla="*/ 161007 w 178342"/>
                <a:gd name="connsiteY16" fmla="*/ 78931 h 166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8342" h="166443">
                  <a:moveTo>
                    <a:pt x="178342" y="70263"/>
                  </a:moveTo>
                  <a:cubicBezTo>
                    <a:pt x="178342" y="70263"/>
                    <a:pt x="174056" y="19685"/>
                    <a:pt x="163959" y="12446"/>
                  </a:cubicBezTo>
                  <a:cubicBezTo>
                    <a:pt x="153863" y="5207"/>
                    <a:pt x="78234" y="11018"/>
                    <a:pt x="78234" y="11018"/>
                  </a:cubicBezTo>
                  <a:cubicBezTo>
                    <a:pt x="78234" y="11018"/>
                    <a:pt x="2034" y="-10604"/>
                    <a:pt x="225" y="6731"/>
                  </a:cubicBezTo>
                  <a:cubicBezTo>
                    <a:pt x="-918" y="19400"/>
                    <a:pt x="2511" y="87122"/>
                    <a:pt x="5749" y="118745"/>
                  </a:cubicBezTo>
                  <a:cubicBezTo>
                    <a:pt x="27085" y="139224"/>
                    <a:pt x="50993" y="158560"/>
                    <a:pt x="62899" y="163322"/>
                  </a:cubicBezTo>
                  <a:cubicBezTo>
                    <a:pt x="84997" y="172181"/>
                    <a:pt x="140433" y="161132"/>
                    <a:pt x="151577" y="143415"/>
                  </a:cubicBezTo>
                  <a:cubicBezTo>
                    <a:pt x="162796" y="120094"/>
                    <a:pt x="171574" y="95675"/>
                    <a:pt x="177771" y="70549"/>
                  </a:cubicBezTo>
                  <a:close/>
                  <a:moveTo>
                    <a:pt x="161007" y="78931"/>
                  </a:moveTo>
                  <a:cubicBezTo>
                    <a:pt x="152339" y="107506"/>
                    <a:pt x="133575" y="125127"/>
                    <a:pt x="124907" y="120841"/>
                  </a:cubicBezTo>
                  <a:cubicBezTo>
                    <a:pt x="116239" y="116555"/>
                    <a:pt x="109000" y="89027"/>
                    <a:pt x="101761" y="86170"/>
                  </a:cubicBezTo>
                  <a:cubicBezTo>
                    <a:pt x="94522" y="83312"/>
                    <a:pt x="88807" y="97695"/>
                    <a:pt x="80139" y="110744"/>
                  </a:cubicBezTo>
                  <a:cubicBezTo>
                    <a:pt x="71472" y="123794"/>
                    <a:pt x="48326" y="128080"/>
                    <a:pt x="38229" y="119412"/>
                  </a:cubicBezTo>
                  <a:cubicBezTo>
                    <a:pt x="28133" y="110744"/>
                    <a:pt x="16512" y="31211"/>
                    <a:pt x="16512" y="21114"/>
                  </a:cubicBezTo>
                  <a:cubicBezTo>
                    <a:pt x="16512" y="11018"/>
                    <a:pt x="122049" y="26924"/>
                    <a:pt x="122049" y="26924"/>
                  </a:cubicBezTo>
                  <a:cubicBezTo>
                    <a:pt x="133074" y="25557"/>
                    <a:pt x="144190" y="25079"/>
                    <a:pt x="155292" y="25496"/>
                  </a:cubicBezTo>
                  <a:cubicBezTo>
                    <a:pt x="162435" y="26924"/>
                    <a:pt x="169674" y="50070"/>
                    <a:pt x="161007" y="78931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3" name="任意多边形: 形状 322">
              <a:extLst>
                <a:ext uri="{FF2B5EF4-FFF2-40B4-BE49-F238E27FC236}">
                  <a16:creationId xmlns:a16="http://schemas.microsoft.com/office/drawing/2014/main" id="{4B6F6ADC-CEDA-4871-B9F6-C10DC7BD94F4}"/>
                </a:ext>
              </a:extLst>
            </p:cNvPr>
            <p:cNvSpPr/>
            <p:nvPr/>
          </p:nvSpPr>
          <p:spPr>
            <a:xfrm>
              <a:off x="5358108" y="5578167"/>
              <a:ext cx="400362" cy="375342"/>
            </a:xfrm>
            <a:custGeom>
              <a:avLst/>
              <a:gdLst>
                <a:gd name="connsiteX0" fmla="*/ 88418 w 187491"/>
                <a:gd name="connsiteY0" fmla="*/ 175741 h 175774"/>
                <a:gd name="connsiteX1" fmla="*/ 66034 w 187491"/>
                <a:gd name="connsiteY1" fmla="*/ 172407 h 175774"/>
                <a:gd name="connsiteX2" fmla="*/ 7169 w 187491"/>
                <a:gd name="connsiteY2" fmla="*/ 126782 h 175774"/>
                <a:gd name="connsiteX3" fmla="*/ 5741 w 187491"/>
                <a:gd name="connsiteY3" fmla="*/ 123830 h 175774"/>
                <a:gd name="connsiteX4" fmla="*/ 216 w 187491"/>
                <a:gd name="connsiteY4" fmla="*/ 10958 h 175774"/>
                <a:gd name="connsiteX5" fmla="*/ 4693 w 187491"/>
                <a:gd name="connsiteY5" fmla="*/ 3338 h 175774"/>
                <a:gd name="connsiteX6" fmla="*/ 83464 w 187491"/>
                <a:gd name="connsiteY6" fmla="*/ 10863 h 175774"/>
                <a:gd name="connsiteX7" fmla="*/ 170999 w 187491"/>
                <a:gd name="connsiteY7" fmla="*/ 13244 h 175774"/>
                <a:gd name="connsiteX8" fmla="*/ 187382 w 187491"/>
                <a:gd name="connsiteY8" fmla="*/ 74300 h 175774"/>
                <a:gd name="connsiteX9" fmla="*/ 187382 w 187491"/>
                <a:gd name="connsiteY9" fmla="*/ 74300 h 175774"/>
                <a:gd name="connsiteX10" fmla="*/ 187382 w 187491"/>
                <a:gd name="connsiteY10" fmla="*/ 76205 h 175774"/>
                <a:gd name="connsiteX11" fmla="*/ 160617 w 187491"/>
                <a:gd name="connsiteY11" fmla="*/ 150500 h 175774"/>
                <a:gd name="connsiteX12" fmla="*/ 88418 w 187491"/>
                <a:gd name="connsiteY12" fmla="*/ 175741 h 175774"/>
                <a:gd name="connsiteX13" fmla="*/ 14980 w 187491"/>
                <a:gd name="connsiteY13" fmla="*/ 121163 h 175774"/>
                <a:gd name="connsiteX14" fmla="*/ 69558 w 187491"/>
                <a:gd name="connsiteY14" fmla="*/ 163549 h 175774"/>
                <a:gd name="connsiteX15" fmla="*/ 152426 w 187491"/>
                <a:gd name="connsiteY15" fmla="*/ 145451 h 175774"/>
                <a:gd name="connsiteX16" fmla="*/ 177857 w 187491"/>
                <a:gd name="connsiteY16" fmla="*/ 74871 h 175774"/>
                <a:gd name="connsiteX17" fmla="*/ 165475 w 187491"/>
                <a:gd name="connsiteY17" fmla="*/ 20960 h 175774"/>
                <a:gd name="connsiteX18" fmla="*/ 83369 w 187491"/>
                <a:gd name="connsiteY18" fmla="*/ 20388 h 175774"/>
                <a:gd name="connsiteX19" fmla="*/ 81655 w 187491"/>
                <a:gd name="connsiteY19" fmla="*/ 20388 h 175774"/>
                <a:gd name="connsiteX20" fmla="*/ 10122 w 187491"/>
                <a:gd name="connsiteY20" fmla="*/ 10863 h 175774"/>
                <a:gd name="connsiteX21" fmla="*/ 14980 w 187491"/>
                <a:gd name="connsiteY21" fmla="*/ 121163 h 175774"/>
                <a:gd name="connsiteX22" fmla="*/ 56890 w 187491"/>
                <a:gd name="connsiteY22" fmla="*/ 133259 h 175774"/>
                <a:gd name="connsiteX23" fmla="*/ 39364 w 187491"/>
                <a:gd name="connsiteY23" fmla="*/ 127640 h 175774"/>
                <a:gd name="connsiteX24" fmla="*/ 16028 w 187491"/>
                <a:gd name="connsiteY24" fmla="*/ 25722 h 175774"/>
                <a:gd name="connsiteX25" fmla="*/ 18314 w 187491"/>
                <a:gd name="connsiteY25" fmla="*/ 20960 h 175774"/>
                <a:gd name="connsiteX26" fmla="*/ 126422 w 187491"/>
                <a:gd name="connsiteY26" fmla="*/ 26770 h 175774"/>
                <a:gd name="connsiteX27" fmla="*/ 160427 w 187491"/>
                <a:gd name="connsiteY27" fmla="*/ 25436 h 175774"/>
                <a:gd name="connsiteX28" fmla="*/ 168428 w 187491"/>
                <a:gd name="connsiteY28" fmla="*/ 31913 h 175774"/>
                <a:gd name="connsiteX29" fmla="*/ 169856 w 187491"/>
                <a:gd name="connsiteY29" fmla="*/ 84873 h 175774"/>
                <a:gd name="connsiteX30" fmla="*/ 169856 w 187491"/>
                <a:gd name="connsiteY30" fmla="*/ 84872 h 175774"/>
                <a:gd name="connsiteX31" fmla="*/ 138614 w 187491"/>
                <a:gd name="connsiteY31" fmla="*/ 129354 h 175774"/>
                <a:gd name="connsiteX32" fmla="*/ 127089 w 187491"/>
                <a:gd name="connsiteY32" fmla="*/ 129354 h 175774"/>
                <a:gd name="connsiteX33" fmla="*/ 112421 w 187491"/>
                <a:gd name="connsiteY33" fmla="*/ 108590 h 175774"/>
                <a:gd name="connsiteX34" fmla="*/ 104229 w 187491"/>
                <a:gd name="connsiteY34" fmla="*/ 94778 h 175774"/>
                <a:gd name="connsiteX35" fmla="*/ 94704 w 187491"/>
                <a:gd name="connsiteY35" fmla="*/ 108018 h 175774"/>
                <a:gd name="connsiteX36" fmla="*/ 88703 w 187491"/>
                <a:gd name="connsiteY36" fmla="*/ 117543 h 175774"/>
                <a:gd name="connsiteX37" fmla="*/ 57271 w 187491"/>
                <a:gd name="connsiteY37" fmla="*/ 132878 h 175774"/>
                <a:gd name="connsiteX38" fmla="*/ 25648 w 187491"/>
                <a:gd name="connsiteY38" fmla="*/ 27818 h 175774"/>
                <a:gd name="connsiteX39" fmla="*/ 45650 w 187491"/>
                <a:gd name="connsiteY39" fmla="*/ 120401 h 175774"/>
                <a:gd name="connsiteX40" fmla="*/ 61081 w 187491"/>
                <a:gd name="connsiteY40" fmla="*/ 123449 h 175774"/>
                <a:gd name="connsiteX41" fmla="*/ 80131 w 187491"/>
                <a:gd name="connsiteY41" fmla="*/ 112686 h 175774"/>
                <a:gd name="connsiteX42" fmla="*/ 85846 w 187491"/>
                <a:gd name="connsiteY42" fmla="*/ 103160 h 175774"/>
                <a:gd name="connsiteX43" fmla="*/ 107563 w 187491"/>
                <a:gd name="connsiteY43" fmla="*/ 86016 h 175774"/>
                <a:gd name="connsiteX44" fmla="*/ 120707 w 187491"/>
                <a:gd name="connsiteY44" fmla="*/ 104494 h 175774"/>
                <a:gd name="connsiteX45" fmla="*/ 130994 w 187491"/>
                <a:gd name="connsiteY45" fmla="*/ 120877 h 175774"/>
                <a:gd name="connsiteX46" fmla="*/ 134518 w 187491"/>
                <a:gd name="connsiteY46" fmla="*/ 120877 h 175774"/>
                <a:gd name="connsiteX47" fmla="*/ 160426 w 187491"/>
                <a:gd name="connsiteY47" fmla="*/ 82777 h 175774"/>
                <a:gd name="connsiteX48" fmla="*/ 160426 w 187491"/>
                <a:gd name="connsiteY48" fmla="*/ 82777 h 175774"/>
                <a:gd name="connsiteX49" fmla="*/ 158236 w 187491"/>
                <a:gd name="connsiteY49" fmla="*/ 35152 h 175774"/>
                <a:gd name="connsiteX50" fmla="*/ 126518 w 187491"/>
                <a:gd name="connsiteY50" fmla="*/ 36676 h 175774"/>
                <a:gd name="connsiteX51" fmla="*/ 125279 w 187491"/>
                <a:gd name="connsiteY51" fmla="*/ 36676 h 175774"/>
                <a:gd name="connsiteX52" fmla="*/ 25648 w 187491"/>
                <a:gd name="connsiteY52" fmla="*/ 27818 h 175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87491" h="175774">
                  <a:moveTo>
                    <a:pt x="88418" y="175741"/>
                  </a:moveTo>
                  <a:cubicBezTo>
                    <a:pt x="80816" y="175989"/>
                    <a:pt x="73233" y="174859"/>
                    <a:pt x="66034" y="172407"/>
                  </a:cubicBezTo>
                  <a:cubicBezTo>
                    <a:pt x="51746" y="166692"/>
                    <a:pt x="25362" y="143832"/>
                    <a:pt x="7169" y="126782"/>
                  </a:cubicBezTo>
                  <a:cubicBezTo>
                    <a:pt x="6329" y="126020"/>
                    <a:pt x="5816" y="124962"/>
                    <a:pt x="5741" y="123830"/>
                  </a:cubicBezTo>
                  <a:cubicBezTo>
                    <a:pt x="2693" y="93731"/>
                    <a:pt x="-927" y="24674"/>
                    <a:pt x="216" y="10958"/>
                  </a:cubicBezTo>
                  <a:cubicBezTo>
                    <a:pt x="472" y="7870"/>
                    <a:pt x="2120" y="5066"/>
                    <a:pt x="4693" y="3338"/>
                  </a:cubicBezTo>
                  <a:cubicBezTo>
                    <a:pt x="18790" y="-6187"/>
                    <a:pt x="71368" y="7339"/>
                    <a:pt x="83464" y="10863"/>
                  </a:cubicBezTo>
                  <a:cubicBezTo>
                    <a:pt x="102514" y="9434"/>
                    <a:pt x="160426" y="5720"/>
                    <a:pt x="170999" y="13244"/>
                  </a:cubicBezTo>
                  <a:cubicBezTo>
                    <a:pt x="181572" y="20769"/>
                    <a:pt x="186239" y="61727"/>
                    <a:pt x="187382" y="74300"/>
                  </a:cubicBezTo>
                  <a:lnTo>
                    <a:pt x="187382" y="74300"/>
                  </a:lnTo>
                  <a:cubicBezTo>
                    <a:pt x="187528" y="74926"/>
                    <a:pt x="187528" y="75578"/>
                    <a:pt x="187382" y="76205"/>
                  </a:cubicBezTo>
                  <a:cubicBezTo>
                    <a:pt x="181110" y="101846"/>
                    <a:pt x="172139" y="126750"/>
                    <a:pt x="160617" y="150500"/>
                  </a:cubicBezTo>
                  <a:cubicBezTo>
                    <a:pt x="151092" y="165740"/>
                    <a:pt x="115468" y="175741"/>
                    <a:pt x="88418" y="175741"/>
                  </a:cubicBezTo>
                  <a:close/>
                  <a:moveTo>
                    <a:pt x="14980" y="121163"/>
                  </a:moveTo>
                  <a:cubicBezTo>
                    <a:pt x="31160" y="137708"/>
                    <a:pt x="49522" y="151968"/>
                    <a:pt x="69558" y="163549"/>
                  </a:cubicBezTo>
                  <a:cubicBezTo>
                    <a:pt x="90418" y="171931"/>
                    <a:pt x="143091" y="160406"/>
                    <a:pt x="152426" y="145451"/>
                  </a:cubicBezTo>
                  <a:cubicBezTo>
                    <a:pt x="163292" y="122855"/>
                    <a:pt x="171814" y="99205"/>
                    <a:pt x="177857" y="74871"/>
                  </a:cubicBezTo>
                  <a:cubicBezTo>
                    <a:pt x="175857" y="51630"/>
                    <a:pt x="170523" y="24579"/>
                    <a:pt x="165475" y="20960"/>
                  </a:cubicBezTo>
                  <a:cubicBezTo>
                    <a:pt x="160426" y="17340"/>
                    <a:pt x="118612" y="17626"/>
                    <a:pt x="83369" y="20388"/>
                  </a:cubicBezTo>
                  <a:cubicBezTo>
                    <a:pt x="82802" y="20488"/>
                    <a:pt x="82222" y="20488"/>
                    <a:pt x="81655" y="20388"/>
                  </a:cubicBezTo>
                  <a:cubicBezTo>
                    <a:pt x="56699" y="13340"/>
                    <a:pt x="18028" y="5910"/>
                    <a:pt x="10122" y="10863"/>
                  </a:cubicBezTo>
                  <a:cubicBezTo>
                    <a:pt x="8693" y="23627"/>
                    <a:pt x="11932" y="88968"/>
                    <a:pt x="14980" y="121163"/>
                  </a:cubicBezTo>
                  <a:close/>
                  <a:moveTo>
                    <a:pt x="56890" y="133259"/>
                  </a:moveTo>
                  <a:cubicBezTo>
                    <a:pt x="50575" y="133460"/>
                    <a:pt x="44384" y="131475"/>
                    <a:pt x="39364" y="127640"/>
                  </a:cubicBezTo>
                  <a:cubicBezTo>
                    <a:pt x="27076" y="117067"/>
                    <a:pt x="16028" y="34390"/>
                    <a:pt x="16028" y="25722"/>
                  </a:cubicBezTo>
                  <a:cubicBezTo>
                    <a:pt x="16066" y="23879"/>
                    <a:pt x="16899" y="22143"/>
                    <a:pt x="18314" y="20960"/>
                  </a:cubicBezTo>
                  <a:cubicBezTo>
                    <a:pt x="27362" y="13244"/>
                    <a:pt x="89560" y="20960"/>
                    <a:pt x="126422" y="26770"/>
                  </a:cubicBezTo>
                  <a:cubicBezTo>
                    <a:pt x="137687" y="25226"/>
                    <a:pt x="149075" y="24780"/>
                    <a:pt x="160427" y="25436"/>
                  </a:cubicBezTo>
                  <a:cubicBezTo>
                    <a:pt x="163907" y="26332"/>
                    <a:pt x="166827" y="28696"/>
                    <a:pt x="168428" y="31913"/>
                  </a:cubicBezTo>
                  <a:cubicBezTo>
                    <a:pt x="175674" y="48731"/>
                    <a:pt x="176185" y="67689"/>
                    <a:pt x="169856" y="84873"/>
                  </a:cubicBezTo>
                  <a:lnTo>
                    <a:pt x="169856" y="84872"/>
                  </a:lnTo>
                  <a:cubicBezTo>
                    <a:pt x="162522" y="109542"/>
                    <a:pt x="148901" y="124973"/>
                    <a:pt x="138614" y="129354"/>
                  </a:cubicBezTo>
                  <a:cubicBezTo>
                    <a:pt x="134977" y="131128"/>
                    <a:pt x="130726" y="131128"/>
                    <a:pt x="127089" y="129354"/>
                  </a:cubicBezTo>
                  <a:cubicBezTo>
                    <a:pt x="120331" y="123962"/>
                    <a:pt x="115244" y="116761"/>
                    <a:pt x="112421" y="108590"/>
                  </a:cubicBezTo>
                  <a:cubicBezTo>
                    <a:pt x="110434" y="103583"/>
                    <a:pt x="107670" y="98922"/>
                    <a:pt x="104229" y="94778"/>
                  </a:cubicBezTo>
                  <a:cubicBezTo>
                    <a:pt x="102134" y="94778"/>
                    <a:pt x="97276" y="103065"/>
                    <a:pt x="94704" y="108018"/>
                  </a:cubicBezTo>
                  <a:cubicBezTo>
                    <a:pt x="92894" y="111066"/>
                    <a:pt x="90894" y="114400"/>
                    <a:pt x="88703" y="117543"/>
                  </a:cubicBezTo>
                  <a:cubicBezTo>
                    <a:pt x="81152" y="127230"/>
                    <a:pt x="69553" y="132889"/>
                    <a:pt x="57271" y="132878"/>
                  </a:cubicBezTo>
                  <a:close/>
                  <a:moveTo>
                    <a:pt x="25648" y="27818"/>
                  </a:moveTo>
                  <a:cubicBezTo>
                    <a:pt x="26600" y="45725"/>
                    <a:pt x="38221" y="114114"/>
                    <a:pt x="45650" y="120401"/>
                  </a:cubicBezTo>
                  <a:cubicBezTo>
                    <a:pt x="50179" y="123440"/>
                    <a:pt x="55737" y="124538"/>
                    <a:pt x="61081" y="123449"/>
                  </a:cubicBezTo>
                  <a:cubicBezTo>
                    <a:pt x="68634" y="122614"/>
                    <a:pt x="75518" y="118725"/>
                    <a:pt x="80131" y="112686"/>
                  </a:cubicBezTo>
                  <a:cubicBezTo>
                    <a:pt x="82226" y="109637"/>
                    <a:pt x="84036" y="106494"/>
                    <a:pt x="85846" y="103160"/>
                  </a:cubicBezTo>
                  <a:cubicBezTo>
                    <a:pt x="92228" y="92492"/>
                    <a:pt x="98324" y="82396"/>
                    <a:pt x="107563" y="86016"/>
                  </a:cubicBezTo>
                  <a:cubicBezTo>
                    <a:pt x="112516" y="88016"/>
                    <a:pt x="115754" y="94397"/>
                    <a:pt x="120707" y="104494"/>
                  </a:cubicBezTo>
                  <a:cubicBezTo>
                    <a:pt x="123075" y="110553"/>
                    <a:pt x="126565" y="116112"/>
                    <a:pt x="130994" y="120877"/>
                  </a:cubicBezTo>
                  <a:cubicBezTo>
                    <a:pt x="132122" y="121348"/>
                    <a:pt x="133391" y="121348"/>
                    <a:pt x="134518" y="120877"/>
                  </a:cubicBezTo>
                  <a:cubicBezTo>
                    <a:pt x="142710" y="117353"/>
                    <a:pt x="154235" y="102970"/>
                    <a:pt x="160426" y="82777"/>
                  </a:cubicBezTo>
                  <a:lnTo>
                    <a:pt x="160426" y="82777"/>
                  </a:lnTo>
                  <a:cubicBezTo>
                    <a:pt x="168428" y="56297"/>
                    <a:pt x="161855" y="36866"/>
                    <a:pt x="158236" y="35152"/>
                  </a:cubicBezTo>
                  <a:cubicBezTo>
                    <a:pt x="147639" y="34723"/>
                    <a:pt x="137025" y="35233"/>
                    <a:pt x="126518" y="36676"/>
                  </a:cubicBezTo>
                  <a:lnTo>
                    <a:pt x="125279" y="36676"/>
                  </a:lnTo>
                  <a:cubicBezTo>
                    <a:pt x="83179" y="29818"/>
                    <a:pt x="35839" y="25151"/>
                    <a:pt x="25648" y="27818"/>
                  </a:cubicBezTo>
                  <a:close/>
                </a:path>
              </a:pathLst>
            </a:custGeom>
            <a:solidFill>
              <a:srgbClr val="5454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4" name="任意多边形: 形状 323">
              <a:extLst>
                <a:ext uri="{FF2B5EF4-FFF2-40B4-BE49-F238E27FC236}">
                  <a16:creationId xmlns:a16="http://schemas.microsoft.com/office/drawing/2014/main" id="{59BA8127-667C-444A-89A1-4AE7DA4A1270}"/>
                </a:ext>
              </a:extLst>
            </p:cNvPr>
            <p:cNvSpPr/>
            <p:nvPr/>
          </p:nvSpPr>
          <p:spPr>
            <a:xfrm>
              <a:off x="5429017" y="5638079"/>
              <a:ext cx="205826" cy="65389"/>
            </a:xfrm>
            <a:custGeom>
              <a:avLst/>
              <a:gdLst>
                <a:gd name="connsiteX0" fmla="*/ 71784 w 96389"/>
                <a:gd name="connsiteY0" fmla="*/ 30622 h 30622"/>
                <a:gd name="connsiteX1" fmla="*/ 2252 w 96389"/>
                <a:gd name="connsiteY1" fmla="*/ 8810 h 30622"/>
                <a:gd name="connsiteX2" fmla="*/ 717 w 96389"/>
                <a:gd name="connsiteY2" fmla="*/ 2252 h 30622"/>
                <a:gd name="connsiteX3" fmla="*/ 7274 w 96389"/>
                <a:gd name="connsiteY3" fmla="*/ 717 h 30622"/>
                <a:gd name="connsiteX4" fmla="*/ 7681 w 96389"/>
                <a:gd name="connsiteY4" fmla="*/ 999 h 30622"/>
                <a:gd name="connsiteX5" fmla="*/ 90548 w 96389"/>
                <a:gd name="connsiteY5" fmla="*/ 19097 h 30622"/>
                <a:gd name="connsiteX6" fmla="*/ 96264 w 96389"/>
                <a:gd name="connsiteY6" fmla="*/ 22621 h 30622"/>
                <a:gd name="connsiteX7" fmla="*/ 92739 w 96389"/>
                <a:gd name="connsiteY7" fmla="*/ 28336 h 30622"/>
                <a:gd name="connsiteX8" fmla="*/ 71784 w 96389"/>
                <a:gd name="connsiteY8" fmla="*/ 30622 h 3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6389" h="30622">
                  <a:moveTo>
                    <a:pt x="71784" y="30622"/>
                  </a:moveTo>
                  <a:cubicBezTo>
                    <a:pt x="47046" y="29859"/>
                    <a:pt x="22993" y="22314"/>
                    <a:pt x="2252" y="8810"/>
                  </a:cubicBezTo>
                  <a:cubicBezTo>
                    <a:pt x="17" y="7423"/>
                    <a:pt x="-670" y="4487"/>
                    <a:pt x="717" y="2252"/>
                  </a:cubicBezTo>
                  <a:cubicBezTo>
                    <a:pt x="2104" y="17"/>
                    <a:pt x="5040" y="-670"/>
                    <a:pt x="7274" y="717"/>
                  </a:cubicBezTo>
                  <a:cubicBezTo>
                    <a:pt x="7415" y="804"/>
                    <a:pt x="7550" y="898"/>
                    <a:pt x="7681" y="999"/>
                  </a:cubicBezTo>
                  <a:cubicBezTo>
                    <a:pt x="7681" y="999"/>
                    <a:pt x="48448" y="28622"/>
                    <a:pt x="90548" y="19097"/>
                  </a:cubicBezTo>
                  <a:cubicBezTo>
                    <a:pt x="93098" y="18501"/>
                    <a:pt x="95651" y="20075"/>
                    <a:pt x="96264" y="22621"/>
                  </a:cubicBezTo>
                  <a:cubicBezTo>
                    <a:pt x="96860" y="25171"/>
                    <a:pt x="95286" y="27724"/>
                    <a:pt x="92739" y="28336"/>
                  </a:cubicBezTo>
                  <a:cubicBezTo>
                    <a:pt x="85861" y="29876"/>
                    <a:pt x="78833" y="30642"/>
                    <a:pt x="71784" y="30622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5" name="任意多边形: 形状 324">
              <a:extLst>
                <a:ext uri="{FF2B5EF4-FFF2-40B4-BE49-F238E27FC236}">
                  <a16:creationId xmlns:a16="http://schemas.microsoft.com/office/drawing/2014/main" id="{6C79725B-6E78-4284-AE44-E36A185DF172}"/>
                </a:ext>
              </a:extLst>
            </p:cNvPr>
            <p:cNvSpPr/>
            <p:nvPr/>
          </p:nvSpPr>
          <p:spPr>
            <a:xfrm>
              <a:off x="5510505" y="5389426"/>
              <a:ext cx="111244" cy="248749"/>
            </a:xfrm>
            <a:custGeom>
              <a:avLst/>
              <a:gdLst>
                <a:gd name="connsiteX0" fmla="*/ 30385 w 52096"/>
                <a:gd name="connsiteY0" fmla="*/ 0 h 116490"/>
                <a:gd name="connsiteX1" fmla="*/ 52007 w 52096"/>
                <a:gd name="connsiteY1" fmla="*/ 95250 h 116490"/>
                <a:gd name="connsiteX2" fmla="*/ 20288 w 52096"/>
                <a:gd name="connsiteY2" fmla="*/ 112586 h 116490"/>
                <a:gd name="connsiteX3" fmla="*/ 0 w 52096"/>
                <a:gd name="connsiteY3" fmla="*/ 86582 h 116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096" h="116490">
                  <a:moveTo>
                    <a:pt x="30385" y="0"/>
                  </a:moveTo>
                  <a:cubicBezTo>
                    <a:pt x="30385" y="0"/>
                    <a:pt x="50578" y="88106"/>
                    <a:pt x="52007" y="95250"/>
                  </a:cubicBezTo>
                  <a:cubicBezTo>
                    <a:pt x="53435" y="102394"/>
                    <a:pt x="37624" y="125635"/>
                    <a:pt x="20288" y="112586"/>
                  </a:cubicBezTo>
                  <a:cubicBezTo>
                    <a:pt x="10830" y="106406"/>
                    <a:pt x="3693" y="97259"/>
                    <a:pt x="0" y="86582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6" name="任意多边形: 形状 325">
              <a:extLst>
                <a:ext uri="{FF2B5EF4-FFF2-40B4-BE49-F238E27FC236}">
                  <a16:creationId xmlns:a16="http://schemas.microsoft.com/office/drawing/2014/main" id="{267445AB-FAB6-434D-A300-EB242C40B7BE}"/>
                </a:ext>
              </a:extLst>
            </p:cNvPr>
            <p:cNvSpPr/>
            <p:nvPr/>
          </p:nvSpPr>
          <p:spPr>
            <a:xfrm>
              <a:off x="5500497" y="5379420"/>
              <a:ext cx="131026" cy="269131"/>
            </a:xfrm>
            <a:custGeom>
              <a:avLst/>
              <a:gdLst>
                <a:gd name="connsiteX0" fmla="*/ 35643 w 61360"/>
                <a:gd name="connsiteY0" fmla="*/ 126035 h 126035"/>
                <a:gd name="connsiteX1" fmla="*/ 22118 w 61360"/>
                <a:gd name="connsiteY1" fmla="*/ 121178 h 126035"/>
                <a:gd name="connsiteX2" fmla="*/ 115 w 61360"/>
                <a:gd name="connsiteY2" fmla="*/ 92603 h 126035"/>
                <a:gd name="connsiteX3" fmla="*/ 3830 w 61360"/>
                <a:gd name="connsiteY3" fmla="*/ 86792 h 126035"/>
                <a:gd name="connsiteX4" fmla="*/ 9640 w 61360"/>
                <a:gd name="connsiteY4" fmla="*/ 90507 h 126035"/>
                <a:gd name="connsiteX5" fmla="*/ 28118 w 61360"/>
                <a:gd name="connsiteY5" fmla="*/ 113748 h 126035"/>
                <a:gd name="connsiteX6" fmla="*/ 42311 w 61360"/>
                <a:gd name="connsiteY6" fmla="*/ 114891 h 126035"/>
                <a:gd name="connsiteX7" fmla="*/ 51836 w 61360"/>
                <a:gd name="connsiteY7" fmla="*/ 101175 h 126035"/>
                <a:gd name="connsiteX8" fmla="*/ 30214 w 61360"/>
                <a:gd name="connsiteY8" fmla="*/ 5925 h 126035"/>
                <a:gd name="connsiteX9" fmla="*/ 33929 w 61360"/>
                <a:gd name="connsiteY9" fmla="*/ 115 h 126035"/>
                <a:gd name="connsiteX10" fmla="*/ 39739 w 61360"/>
                <a:gd name="connsiteY10" fmla="*/ 3830 h 126035"/>
                <a:gd name="connsiteX11" fmla="*/ 61361 w 61360"/>
                <a:gd name="connsiteY11" fmla="*/ 99080 h 126035"/>
                <a:gd name="connsiteX12" fmla="*/ 47645 w 61360"/>
                <a:gd name="connsiteY12" fmla="*/ 122416 h 126035"/>
                <a:gd name="connsiteX13" fmla="*/ 35643 w 61360"/>
                <a:gd name="connsiteY13" fmla="*/ 126035 h 126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1360" h="126035">
                  <a:moveTo>
                    <a:pt x="35643" y="126035"/>
                  </a:moveTo>
                  <a:cubicBezTo>
                    <a:pt x="30721" y="125961"/>
                    <a:pt x="25963" y="124252"/>
                    <a:pt x="22118" y="121178"/>
                  </a:cubicBezTo>
                  <a:cubicBezTo>
                    <a:pt x="11768" y="114410"/>
                    <a:pt x="4013" y="104339"/>
                    <a:pt x="115" y="92603"/>
                  </a:cubicBezTo>
                  <a:cubicBezTo>
                    <a:pt x="-464" y="89972"/>
                    <a:pt x="1199" y="87371"/>
                    <a:pt x="3830" y="86792"/>
                  </a:cubicBezTo>
                  <a:cubicBezTo>
                    <a:pt x="6460" y="86214"/>
                    <a:pt x="9061" y="87877"/>
                    <a:pt x="9640" y="90507"/>
                  </a:cubicBezTo>
                  <a:cubicBezTo>
                    <a:pt x="13165" y="100025"/>
                    <a:pt x="19640" y="108168"/>
                    <a:pt x="28118" y="113748"/>
                  </a:cubicBezTo>
                  <a:cubicBezTo>
                    <a:pt x="32075" y="117227"/>
                    <a:pt x="37848" y="117692"/>
                    <a:pt x="42311" y="114891"/>
                  </a:cubicBezTo>
                  <a:cubicBezTo>
                    <a:pt x="47233" y="111820"/>
                    <a:pt x="50677" y="106860"/>
                    <a:pt x="51836" y="101175"/>
                  </a:cubicBezTo>
                  <a:cubicBezTo>
                    <a:pt x="50407" y="94127"/>
                    <a:pt x="30404" y="6782"/>
                    <a:pt x="30214" y="5925"/>
                  </a:cubicBezTo>
                  <a:cubicBezTo>
                    <a:pt x="29635" y="3295"/>
                    <a:pt x="31298" y="694"/>
                    <a:pt x="33929" y="115"/>
                  </a:cubicBezTo>
                  <a:cubicBezTo>
                    <a:pt x="36559" y="-464"/>
                    <a:pt x="39160" y="1199"/>
                    <a:pt x="39739" y="3830"/>
                  </a:cubicBezTo>
                  <a:cubicBezTo>
                    <a:pt x="40501" y="7449"/>
                    <a:pt x="59932" y="92126"/>
                    <a:pt x="61361" y="99080"/>
                  </a:cubicBezTo>
                  <a:cubicBezTo>
                    <a:pt x="61174" y="108719"/>
                    <a:pt x="55976" y="117564"/>
                    <a:pt x="47645" y="122416"/>
                  </a:cubicBezTo>
                  <a:cubicBezTo>
                    <a:pt x="44053" y="124703"/>
                    <a:pt x="39900" y="125956"/>
                    <a:pt x="35643" y="126035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7" name="任意多边形: 形状 326">
              <a:extLst>
                <a:ext uri="{FF2B5EF4-FFF2-40B4-BE49-F238E27FC236}">
                  <a16:creationId xmlns:a16="http://schemas.microsoft.com/office/drawing/2014/main" id="{2E1ADD86-49CC-4E1D-8B18-C3AE216EC5D1}"/>
                </a:ext>
              </a:extLst>
            </p:cNvPr>
            <p:cNvSpPr/>
            <p:nvPr/>
          </p:nvSpPr>
          <p:spPr>
            <a:xfrm>
              <a:off x="5449724" y="5455243"/>
              <a:ext cx="32182" cy="59553"/>
            </a:xfrm>
            <a:custGeom>
              <a:avLst/>
              <a:gdLst>
                <a:gd name="connsiteX0" fmla="*/ 13795 w 15071"/>
                <a:gd name="connsiteY0" fmla="*/ 12041 h 27889"/>
                <a:gd name="connsiteX1" fmla="*/ 11795 w 15071"/>
                <a:gd name="connsiteY1" fmla="*/ 27758 h 27889"/>
                <a:gd name="connsiteX2" fmla="*/ 1318 w 15071"/>
                <a:gd name="connsiteY2" fmla="*/ 15851 h 27889"/>
                <a:gd name="connsiteX3" fmla="*/ 3318 w 15071"/>
                <a:gd name="connsiteY3" fmla="*/ 135 h 27889"/>
                <a:gd name="connsiteX4" fmla="*/ 13795 w 15071"/>
                <a:gd name="connsiteY4" fmla="*/ 12041 h 27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71" h="27889">
                  <a:moveTo>
                    <a:pt x="13795" y="12041"/>
                  </a:moveTo>
                  <a:cubicBezTo>
                    <a:pt x="16081" y="19661"/>
                    <a:pt x="15224" y="26710"/>
                    <a:pt x="11795" y="27758"/>
                  </a:cubicBezTo>
                  <a:cubicBezTo>
                    <a:pt x="8366" y="28805"/>
                    <a:pt x="3699" y="23471"/>
                    <a:pt x="1318" y="15851"/>
                  </a:cubicBezTo>
                  <a:cubicBezTo>
                    <a:pt x="-1064" y="8231"/>
                    <a:pt x="-111" y="1183"/>
                    <a:pt x="3318" y="135"/>
                  </a:cubicBezTo>
                  <a:cubicBezTo>
                    <a:pt x="6747" y="-913"/>
                    <a:pt x="11414" y="4231"/>
                    <a:pt x="13795" y="12041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8" name="任意多边形: 形状 327">
              <a:extLst>
                <a:ext uri="{FF2B5EF4-FFF2-40B4-BE49-F238E27FC236}">
                  <a16:creationId xmlns:a16="http://schemas.microsoft.com/office/drawing/2014/main" id="{ADE8A19B-CBD6-4093-9B2B-13D59AE15B19}"/>
                </a:ext>
              </a:extLst>
            </p:cNvPr>
            <p:cNvSpPr/>
            <p:nvPr/>
          </p:nvSpPr>
          <p:spPr>
            <a:xfrm>
              <a:off x="5633489" y="5426612"/>
              <a:ext cx="28614" cy="61294"/>
            </a:xfrm>
            <a:custGeom>
              <a:avLst/>
              <a:gdLst>
                <a:gd name="connsiteX0" fmla="*/ 13177 w 13400"/>
                <a:gd name="connsiteY0" fmla="*/ 13638 h 28704"/>
                <a:gd name="connsiteX1" fmla="*/ 8414 w 13400"/>
                <a:gd name="connsiteY1" fmla="*/ 28687 h 28704"/>
                <a:gd name="connsiteX2" fmla="*/ 223 w 13400"/>
                <a:gd name="connsiteY2" fmla="*/ 15162 h 28704"/>
                <a:gd name="connsiteX3" fmla="*/ 5081 w 13400"/>
                <a:gd name="connsiteY3" fmla="*/ 17 h 28704"/>
                <a:gd name="connsiteX4" fmla="*/ 13177 w 13400"/>
                <a:gd name="connsiteY4" fmla="*/ 13638 h 28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00" h="28704">
                  <a:moveTo>
                    <a:pt x="13177" y="13638"/>
                  </a:moveTo>
                  <a:cubicBezTo>
                    <a:pt x="14129" y="21543"/>
                    <a:pt x="11939" y="28306"/>
                    <a:pt x="8414" y="28687"/>
                  </a:cubicBezTo>
                  <a:cubicBezTo>
                    <a:pt x="4890" y="29068"/>
                    <a:pt x="1175" y="23067"/>
                    <a:pt x="223" y="15162"/>
                  </a:cubicBezTo>
                  <a:cubicBezTo>
                    <a:pt x="-730" y="7256"/>
                    <a:pt x="1461" y="398"/>
                    <a:pt x="5081" y="17"/>
                  </a:cubicBezTo>
                  <a:cubicBezTo>
                    <a:pt x="8700" y="-364"/>
                    <a:pt x="12605" y="5732"/>
                    <a:pt x="13177" y="13638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9" name="任意多边形: 形状 328">
              <a:extLst>
                <a:ext uri="{FF2B5EF4-FFF2-40B4-BE49-F238E27FC236}">
                  <a16:creationId xmlns:a16="http://schemas.microsoft.com/office/drawing/2014/main" id="{B2DCE12D-FDC9-48EB-A03E-C8463EC566E5}"/>
                </a:ext>
              </a:extLst>
            </p:cNvPr>
            <p:cNvSpPr/>
            <p:nvPr/>
          </p:nvSpPr>
          <p:spPr>
            <a:xfrm>
              <a:off x="5052117" y="4922828"/>
              <a:ext cx="849965" cy="663484"/>
            </a:xfrm>
            <a:custGeom>
              <a:avLst/>
              <a:gdLst>
                <a:gd name="connsiteX0" fmla="*/ 40357 w 398042"/>
                <a:gd name="connsiteY0" fmla="*/ 64682 h 310712"/>
                <a:gd name="connsiteX1" fmla="*/ 4924 w 398042"/>
                <a:gd name="connsiteY1" fmla="*/ 171172 h 310712"/>
                <a:gd name="connsiteX2" fmla="*/ 82553 w 398042"/>
                <a:gd name="connsiteY2" fmla="*/ 310713 h 310712"/>
                <a:gd name="connsiteX3" fmla="*/ 93602 w 398042"/>
                <a:gd name="connsiteY3" fmla="*/ 310713 h 310712"/>
                <a:gd name="connsiteX4" fmla="*/ 91411 w 398042"/>
                <a:gd name="connsiteY4" fmla="*/ 272613 h 310712"/>
                <a:gd name="connsiteX5" fmla="*/ 119986 w 398042"/>
                <a:gd name="connsiteY5" fmla="*/ 228322 h 310712"/>
                <a:gd name="connsiteX6" fmla="*/ 97888 w 398042"/>
                <a:gd name="connsiteY6" fmla="*/ 177268 h 310712"/>
                <a:gd name="connsiteX7" fmla="*/ 179899 w 398042"/>
                <a:gd name="connsiteY7" fmla="*/ 199461 h 310712"/>
                <a:gd name="connsiteX8" fmla="*/ 259718 w 398042"/>
                <a:gd name="connsiteY8" fmla="*/ 157360 h 310712"/>
                <a:gd name="connsiteX9" fmla="*/ 346110 w 398042"/>
                <a:gd name="connsiteY9" fmla="*/ 161742 h 310712"/>
                <a:gd name="connsiteX10" fmla="*/ 371446 w 398042"/>
                <a:gd name="connsiteY10" fmla="*/ 21534 h 310712"/>
                <a:gd name="connsiteX11" fmla="*/ 246383 w 398042"/>
                <a:gd name="connsiteY11" fmla="*/ 24296 h 310712"/>
                <a:gd name="connsiteX12" fmla="*/ 139989 w 398042"/>
                <a:gd name="connsiteY12" fmla="*/ 4389 h 310712"/>
                <a:gd name="connsiteX13" fmla="*/ 40357 w 398042"/>
                <a:gd name="connsiteY13" fmla="*/ 64682 h 31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8042" h="310712">
                  <a:moveTo>
                    <a:pt x="40357" y="64682"/>
                  </a:moveTo>
                  <a:cubicBezTo>
                    <a:pt x="40357" y="64682"/>
                    <a:pt x="-16793" y="121832"/>
                    <a:pt x="4924" y="171172"/>
                  </a:cubicBezTo>
                  <a:cubicBezTo>
                    <a:pt x="26641" y="220511"/>
                    <a:pt x="82553" y="310713"/>
                    <a:pt x="82553" y="310713"/>
                  </a:cubicBezTo>
                  <a:lnTo>
                    <a:pt x="93602" y="310713"/>
                  </a:lnTo>
                  <a:lnTo>
                    <a:pt x="91411" y="272613"/>
                  </a:lnTo>
                  <a:cubicBezTo>
                    <a:pt x="91411" y="272613"/>
                    <a:pt x="126844" y="259373"/>
                    <a:pt x="119986" y="228322"/>
                  </a:cubicBezTo>
                  <a:cubicBezTo>
                    <a:pt x="116152" y="209983"/>
                    <a:pt x="108634" y="192614"/>
                    <a:pt x="97888" y="177268"/>
                  </a:cubicBezTo>
                  <a:cubicBezTo>
                    <a:pt x="97888" y="177268"/>
                    <a:pt x="135988" y="205843"/>
                    <a:pt x="179899" y="199461"/>
                  </a:cubicBezTo>
                  <a:cubicBezTo>
                    <a:pt x="223809" y="193079"/>
                    <a:pt x="244192" y="139644"/>
                    <a:pt x="259718" y="157360"/>
                  </a:cubicBezTo>
                  <a:cubicBezTo>
                    <a:pt x="275244" y="175077"/>
                    <a:pt x="299628" y="185935"/>
                    <a:pt x="346110" y="161742"/>
                  </a:cubicBezTo>
                  <a:cubicBezTo>
                    <a:pt x="392592" y="137548"/>
                    <a:pt x="422310" y="54776"/>
                    <a:pt x="371446" y="21534"/>
                  </a:cubicBezTo>
                  <a:cubicBezTo>
                    <a:pt x="320583" y="-11708"/>
                    <a:pt x="272958" y="17724"/>
                    <a:pt x="246383" y="24296"/>
                  </a:cubicBezTo>
                  <a:cubicBezTo>
                    <a:pt x="219808" y="30868"/>
                    <a:pt x="199806" y="-13804"/>
                    <a:pt x="139989" y="4389"/>
                  </a:cubicBezTo>
                  <a:cubicBezTo>
                    <a:pt x="102485" y="16341"/>
                    <a:pt x="68344" y="37002"/>
                    <a:pt x="40357" y="64682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0" name="任意多边形: 形状 329">
              <a:extLst>
                <a:ext uri="{FF2B5EF4-FFF2-40B4-BE49-F238E27FC236}">
                  <a16:creationId xmlns:a16="http://schemas.microsoft.com/office/drawing/2014/main" id="{0D19DDAA-4396-44D4-AD1C-39DA15711022}"/>
                </a:ext>
              </a:extLst>
            </p:cNvPr>
            <p:cNvSpPr/>
            <p:nvPr/>
          </p:nvSpPr>
          <p:spPr>
            <a:xfrm>
              <a:off x="5041432" y="4914284"/>
              <a:ext cx="871363" cy="682401"/>
            </a:xfrm>
            <a:custGeom>
              <a:avLst/>
              <a:gdLst>
                <a:gd name="connsiteX0" fmla="*/ 98606 w 408063"/>
                <a:gd name="connsiteY0" fmla="*/ 319571 h 319571"/>
                <a:gd name="connsiteX1" fmla="*/ 87557 w 408063"/>
                <a:gd name="connsiteY1" fmla="*/ 319571 h 319571"/>
                <a:gd name="connsiteX2" fmla="*/ 83462 w 408063"/>
                <a:gd name="connsiteY2" fmla="*/ 317285 h 319571"/>
                <a:gd name="connsiteX3" fmla="*/ 5547 w 408063"/>
                <a:gd name="connsiteY3" fmla="*/ 177077 h 319571"/>
                <a:gd name="connsiteX4" fmla="*/ 42028 w 408063"/>
                <a:gd name="connsiteY4" fmla="*/ 65349 h 319571"/>
                <a:gd name="connsiteX5" fmla="*/ 143850 w 408063"/>
                <a:gd name="connsiteY5" fmla="*/ 4294 h 319571"/>
                <a:gd name="connsiteX6" fmla="*/ 222717 w 408063"/>
                <a:gd name="connsiteY6" fmla="*/ 15723 h 319571"/>
                <a:gd name="connsiteX7" fmla="*/ 250435 w 408063"/>
                <a:gd name="connsiteY7" fmla="*/ 24201 h 319571"/>
                <a:gd name="connsiteX8" fmla="*/ 267485 w 408063"/>
                <a:gd name="connsiteY8" fmla="*/ 18581 h 319571"/>
                <a:gd name="connsiteX9" fmla="*/ 379213 w 408063"/>
                <a:gd name="connsiteY9" fmla="*/ 22010 h 319571"/>
                <a:gd name="connsiteX10" fmla="*/ 407788 w 408063"/>
                <a:gd name="connsiteY10" fmla="*/ 81922 h 319571"/>
                <a:gd name="connsiteX11" fmla="*/ 353400 w 408063"/>
                <a:gd name="connsiteY11" fmla="*/ 170505 h 319571"/>
                <a:gd name="connsiteX12" fmla="*/ 261103 w 408063"/>
                <a:gd name="connsiteY12" fmla="*/ 164980 h 319571"/>
                <a:gd name="connsiteX13" fmla="*/ 257960 w 408063"/>
                <a:gd name="connsiteY13" fmla="*/ 162980 h 319571"/>
                <a:gd name="connsiteX14" fmla="*/ 239767 w 408063"/>
                <a:gd name="connsiteY14" fmla="*/ 176315 h 319571"/>
                <a:gd name="connsiteX15" fmla="*/ 185570 w 408063"/>
                <a:gd name="connsiteY15" fmla="*/ 208700 h 319571"/>
                <a:gd name="connsiteX16" fmla="*/ 116990 w 408063"/>
                <a:gd name="connsiteY16" fmla="*/ 195841 h 319571"/>
                <a:gd name="connsiteX17" fmla="*/ 129658 w 408063"/>
                <a:gd name="connsiteY17" fmla="*/ 231751 h 319571"/>
                <a:gd name="connsiteX18" fmla="*/ 101083 w 408063"/>
                <a:gd name="connsiteY18" fmla="*/ 280233 h 319571"/>
                <a:gd name="connsiteX19" fmla="*/ 103083 w 408063"/>
                <a:gd name="connsiteY19" fmla="*/ 314523 h 319571"/>
                <a:gd name="connsiteX20" fmla="*/ 101750 w 408063"/>
                <a:gd name="connsiteY20" fmla="*/ 318047 h 319571"/>
                <a:gd name="connsiteX21" fmla="*/ 98606 w 408063"/>
                <a:gd name="connsiteY21" fmla="*/ 319571 h 319571"/>
                <a:gd name="connsiteX22" fmla="*/ 90224 w 408063"/>
                <a:gd name="connsiteY22" fmla="*/ 310046 h 319571"/>
                <a:gd name="connsiteX23" fmla="*/ 93558 w 408063"/>
                <a:gd name="connsiteY23" fmla="*/ 310046 h 319571"/>
                <a:gd name="connsiteX24" fmla="*/ 91653 w 408063"/>
                <a:gd name="connsiteY24" fmla="*/ 277375 h 319571"/>
                <a:gd name="connsiteX25" fmla="*/ 94701 w 408063"/>
                <a:gd name="connsiteY25" fmla="*/ 272613 h 319571"/>
                <a:gd name="connsiteX26" fmla="*/ 120514 w 408063"/>
                <a:gd name="connsiteY26" fmla="*/ 233751 h 319571"/>
                <a:gd name="connsiteX27" fmla="*/ 99273 w 408063"/>
                <a:gd name="connsiteY27" fmla="*/ 184697 h 319571"/>
                <a:gd name="connsiteX28" fmla="*/ 99273 w 408063"/>
                <a:gd name="connsiteY28" fmla="*/ 178411 h 319571"/>
                <a:gd name="connsiteX29" fmla="*/ 105560 w 408063"/>
                <a:gd name="connsiteY29" fmla="*/ 178411 h 319571"/>
                <a:gd name="connsiteX30" fmla="*/ 183950 w 408063"/>
                <a:gd name="connsiteY30" fmla="*/ 199651 h 319571"/>
                <a:gd name="connsiteX31" fmla="*/ 233004 w 408063"/>
                <a:gd name="connsiteY31" fmla="*/ 169838 h 319571"/>
                <a:gd name="connsiteX32" fmla="*/ 258150 w 408063"/>
                <a:gd name="connsiteY32" fmla="*/ 153836 h 319571"/>
                <a:gd name="connsiteX33" fmla="*/ 267675 w 408063"/>
                <a:gd name="connsiteY33" fmla="*/ 159075 h 319571"/>
                <a:gd name="connsiteX34" fmla="*/ 348352 w 408063"/>
                <a:gd name="connsiteY34" fmla="*/ 162409 h 319571"/>
                <a:gd name="connsiteX35" fmla="*/ 397691 w 408063"/>
                <a:gd name="connsiteY35" fmla="*/ 81827 h 319571"/>
                <a:gd name="connsiteX36" fmla="*/ 373212 w 408063"/>
                <a:gd name="connsiteY36" fmla="*/ 30392 h 319571"/>
                <a:gd name="connsiteX37" fmla="*/ 269961 w 408063"/>
                <a:gd name="connsiteY37" fmla="*/ 27916 h 319571"/>
                <a:gd name="connsiteX38" fmla="*/ 251959 w 408063"/>
                <a:gd name="connsiteY38" fmla="*/ 33821 h 319571"/>
                <a:gd name="connsiteX39" fmla="*/ 217383 w 408063"/>
                <a:gd name="connsiteY39" fmla="*/ 24296 h 319571"/>
                <a:gd name="connsiteX40" fmla="*/ 145755 w 408063"/>
                <a:gd name="connsiteY40" fmla="*/ 13723 h 319571"/>
                <a:gd name="connsiteX41" fmla="*/ 48124 w 408063"/>
                <a:gd name="connsiteY41" fmla="*/ 72302 h 319571"/>
                <a:gd name="connsiteX42" fmla="*/ 48124 w 408063"/>
                <a:gd name="connsiteY42" fmla="*/ 72302 h 319571"/>
                <a:gd name="connsiteX43" fmla="*/ 13548 w 408063"/>
                <a:gd name="connsiteY43" fmla="*/ 173362 h 319571"/>
                <a:gd name="connsiteX44" fmla="*/ 89843 w 408063"/>
                <a:gd name="connsiteY44" fmla="*/ 310046 h 319571"/>
                <a:gd name="connsiteX45" fmla="*/ 45362 w 408063"/>
                <a:gd name="connsiteY45" fmla="*/ 68683 h 319571"/>
                <a:gd name="connsiteX46" fmla="*/ 45362 w 408063"/>
                <a:gd name="connsiteY46" fmla="*/ 68683 h 31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08063" h="319571">
                  <a:moveTo>
                    <a:pt x="98606" y="319571"/>
                  </a:moveTo>
                  <a:lnTo>
                    <a:pt x="87557" y="319571"/>
                  </a:lnTo>
                  <a:cubicBezTo>
                    <a:pt x="85885" y="319581"/>
                    <a:pt x="84331" y="318713"/>
                    <a:pt x="83462" y="317285"/>
                  </a:cubicBezTo>
                  <a:cubicBezTo>
                    <a:pt x="82890" y="316333"/>
                    <a:pt x="27645" y="225559"/>
                    <a:pt x="5547" y="177077"/>
                  </a:cubicBezTo>
                  <a:cubicBezTo>
                    <a:pt x="-17599" y="126214"/>
                    <a:pt x="38980" y="68397"/>
                    <a:pt x="42028" y="65349"/>
                  </a:cubicBezTo>
                  <a:cubicBezTo>
                    <a:pt x="70602" y="37153"/>
                    <a:pt x="105518" y="16216"/>
                    <a:pt x="143850" y="4294"/>
                  </a:cubicBezTo>
                  <a:cubicBezTo>
                    <a:pt x="170501" y="-4184"/>
                    <a:pt x="199569" y="29"/>
                    <a:pt x="222717" y="15723"/>
                  </a:cubicBezTo>
                  <a:cubicBezTo>
                    <a:pt x="233385" y="21629"/>
                    <a:pt x="241767" y="26296"/>
                    <a:pt x="250435" y="24201"/>
                  </a:cubicBezTo>
                  <a:cubicBezTo>
                    <a:pt x="255293" y="22963"/>
                    <a:pt x="261008" y="20962"/>
                    <a:pt x="267485" y="18581"/>
                  </a:cubicBezTo>
                  <a:cubicBezTo>
                    <a:pt x="294821" y="9056"/>
                    <a:pt x="336065" y="-6089"/>
                    <a:pt x="379213" y="22010"/>
                  </a:cubicBezTo>
                  <a:cubicBezTo>
                    <a:pt x="399009" y="35226"/>
                    <a:pt x="409976" y="58221"/>
                    <a:pt x="407788" y="81922"/>
                  </a:cubicBezTo>
                  <a:cubicBezTo>
                    <a:pt x="405465" y="118640"/>
                    <a:pt x="385093" y="151819"/>
                    <a:pt x="353400" y="170505"/>
                  </a:cubicBezTo>
                  <a:cubicBezTo>
                    <a:pt x="313014" y="191650"/>
                    <a:pt x="282820" y="189555"/>
                    <a:pt x="261103" y="164980"/>
                  </a:cubicBezTo>
                  <a:cubicBezTo>
                    <a:pt x="259388" y="163075"/>
                    <a:pt x="258341" y="162980"/>
                    <a:pt x="257960" y="162980"/>
                  </a:cubicBezTo>
                  <a:cubicBezTo>
                    <a:pt x="253959" y="162980"/>
                    <a:pt x="247006" y="169362"/>
                    <a:pt x="239767" y="176315"/>
                  </a:cubicBezTo>
                  <a:cubicBezTo>
                    <a:pt x="227099" y="188507"/>
                    <a:pt x="209763" y="204890"/>
                    <a:pt x="185570" y="208700"/>
                  </a:cubicBezTo>
                  <a:cubicBezTo>
                    <a:pt x="161932" y="211540"/>
                    <a:pt x="137993" y="207052"/>
                    <a:pt x="116990" y="195841"/>
                  </a:cubicBezTo>
                  <a:cubicBezTo>
                    <a:pt x="122684" y="207240"/>
                    <a:pt x="126940" y="219302"/>
                    <a:pt x="129658" y="231751"/>
                  </a:cubicBezTo>
                  <a:cubicBezTo>
                    <a:pt x="135182" y="257373"/>
                    <a:pt x="114989" y="273851"/>
                    <a:pt x="101083" y="280233"/>
                  </a:cubicBezTo>
                  <a:lnTo>
                    <a:pt x="103083" y="314523"/>
                  </a:lnTo>
                  <a:cubicBezTo>
                    <a:pt x="103179" y="315837"/>
                    <a:pt x="102691" y="317126"/>
                    <a:pt x="101750" y="318047"/>
                  </a:cubicBezTo>
                  <a:cubicBezTo>
                    <a:pt x="100945" y="318951"/>
                    <a:pt x="99815" y="319499"/>
                    <a:pt x="98606" y="319571"/>
                  </a:cubicBezTo>
                  <a:close/>
                  <a:moveTo>
                    <a:pt x="90224" y="310046"/>
                  </a:moveTo>
                  <a:lnTo>
                    <a:pt x="93558" y="310046"/>
                  </a:lnTo>
                  <a:lnTo>
                    <a:pt x="91653" y="277375"/>
                  </a:lnTo>
                  <a:cubicBezTo>
                    <a:pt x="91515" y="275291"/>
                    <a:pt x="92751" y="273360"/>
                    <a:pt x="94701" y="272613"/>
                  </a:cubicBezTo>
                  <a:cubicBezTo>
                    <a:pt x="96035" y="272613"/>
                    <a:pt x="126229" y="260326"/>
                    <a:pt x="120514" y="233751"/>
                  </a:cubicBezTo>
                  <a:cubicBezTo>
                    <a:pt x="116853" y="216122"/>
                    <a:pt x="109624" y="199429"/>
                    <a:pt x="99273" y="184697"/>
                  </a:cubicBezTo>
                  <a:cubicBezTo>
                    <a:pt x="97694" y="182899"/>
                    <a:pt x="97694" y="180208"/>
                    <a:pt x="99273" y="178411"/>
                  </a:cubicBezTo>
                  <a:cubicBezTo>
                    <a:pt x="101054" y="176788"/>
                    <a:pt x="103778" y="176788"/>
                    <a:pt x="105560" y="178411"/>
                  </a:cubicBezTo>
                  <a:cubicBezTo>
                    <a:pt x="105560" y="178411"/>
                    <a:pt x="142231" y="205938"/>
                    <a:pt x="183950" y="199651"/>
                  </a:cubicBezTo>
                  <a:cubicBezTo>
                    <a:pt x="205191" y="196413"/>
                    <a:pt x="220622" y="181744"/>
                    <a:pt x="233004" y="169838"/>
                  </a:cubicBezTo>
                  <a:cubicBezTo>
                    <a:pt x="242529" y="160313"/>
                    <a:pt x="250149" y="153646"/>
                    <a:pt x="258150" y="153836"/>
                  </a:cubicBezTo>
                  <a:cubicBezTo>
                    <a:pt x="261911" y="154196"/>
                    <a:pt x="265357" y="156091"/>
                    <a:pt x="267675" y="159075"/>
                  </a:cubicBezTo>
                  <a:cubicBezTo>
                    <a:pt x="279486" y="172505"/>
                    <a:pt x="300632" y="187650"/>
                    <a:pt x="348352" y="162409"/>
                  </a:cubicBezTo>
                  <a:cubicBezTo>
                    <a:pt x="376961" y="145207"/>
                    <a:pt x="395378" y="115129"/>
                    <a:pt x="397691" y="81827"/>
                  </a:cubicBezTo>
                  <a:cubicBezTo>
                    <a:pt x="399703" y="61469"/>
                    <a:pt x="390280" y="41670"/>
                    <a:pt x="373212" y="30392"/>
                  </a:cubicBezTo>
                  <a:cubicBezTo>
                    <a:pt x="334064" y="4865"/>
                    <a:pt x="297012" y="18200"/>
                    <a:pt x="269961" y="27916"/>
                  </a:cubicBezTo>
                  <a:cubicBezTo>
                    <a:pt x="264064" y="30187"/>
                    <a:pt x="258056" y="32159"/>
                    <a:pt x="251959" y="33821"/>
                  </a:cubicBezTo>
                  <a:cubicBezTo>
                    <a:pt x="239672" y="36869"/>
                    <a:pt x="228813" y="30773"/>
                    <a:pt x="217383" y="24296"/>
                  </a:cubicBezTo>
                  <a:cubicBezTo>
                    <a:pt x="199952" y="14771"/>
                    <a:pt x="180140" y="3532"/>
                    <a:pt x="145755" y="13723"/>
                  </a:cubicBezTo>
                  <a:cubicBezTo>
                    <a:pt x="109077" y="25344"/>
                    <a:pt x="75637" y="45408"/>
                    <a:pt x="48124" y="72302"/>
                  </a:cubicBezTo>
                  <a:lnTo>
                    <a:pt x="48124" y="72302"/>
                  </a:lnTo>
                  <a:cubicBezTo>
                    <a:pt x="47552" y="72302"/>
                    <a:pt x="-6931" y="128214"/>
                    <a:pt x="13548" y="173362"/>
                  </a:cubicBezTo>
                  <a:cubicBezTo>
                    <a:pt x="34122" y="216796"/>
                    <a:pt x="81461" y="295663"/>
                    <a:pt x="89843" y="310046"/>
                  </a:cubicBezTo>
                  <a:close/>
                  <a:moveTo>
                    <a:pt x="45362" y="68683"/>
                  </a:moveTo>
                  <a:lnTo>
                    <a:pt x="45362" y="68683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351" name="组合 350">
            <a:extLst>
              <a:ext uri="{FF2B5EF4-FFF2-40B4-BE49-F238E27FC236}">
                <a16:creationId xmlns:a16="http://schemas.microsoft.com/office/drawing/2014/main" id="{16F474A8-412E-4C39-B76B-7E312541F5C7}"/>
              </a:ext>
            </a:extLst>
          </p:cNvPr>
          <p:cNvGrpSpPr/>
          <p:nvPr/>
        </p:nvGrpSpPr>
        <p:grpSpPr>
          <a:xfrm>
            <a:off x="2081933" y="524840"/>
            <a:ext cx="909283" cy="1366736"/>
            <a:chOff x="1470048" y="41662"/>
            <a:chExt cx="890410" cy="1338368"/>
          </a:xfrm>
        </p:grpSpPr>
        <p:sp>
          <p:nvSpPr>
            <p:cNvPr id="352" name="任意多边形: 形状 351">
              <a:extLst>
                <a:ext uri="{FF2B5EF4-FFF2-40B4-BE49-F238E27FC236}">
                  <a16:creationId xmlns:a16="http://schemas.microsoft.com/office/drawing/2014/main" id="{427E845E-78AB-4434-AEF5-AD131893A904}"/>
                </a:ext>
              </a:extLst>
            </p:cNvPr>
            <p:cNvSpPr/>
            <p:nvPr/>
          </p:nvSpPr>
          <p:spPr>
            <a:xfrm>
              <a:off x="1470048" y="1104656"/>
              <a:ext cx="831960" cy="269146"/>
            </a:xfrm>
            <a:custGeom>
              <a:avLst/>
              <a:gdLst>
                <a:gd name="connsiteX0" fmla="*/ 446674 w 831960"/>
                <a:gd name="connsiteY0" fmla="*/ 274 h 269146"/>
                <a:gd name="connsiteX1" fmla="*/ 526625 w 831960"/>
                <a:gd name="connsiteY1" fmla="*/ 14596 h 269146"/>
                <a:gd name="connsiteX2" fmla="*/ 751725 w 831960"/>
                <a:gd name="connsiteY2" fmla="*/ 194676 h 269146"/>
                <a:gd name="connsiteX3" fmla="*/ 826439 w 831960"/>
                <a:gd name="connsiteY3" fmla="*/ 263568 h 269146"/>
                <a:gd name="connsiteX4" fmla="*/ 831960 w 831960"/>
                <a:gd name="connsiteY4" fmla="*/ 269146 h 269146"/>
                <a:gd name="connsiteX5" fmla="*/ 0 w 831960"/>
                <a:gd name="connsiteY5" fmla="*/ 269146 h 269146"/>
                <a:gd name="connsiteX6" fmla="*/ 51760 w 831960"/>
                <a:gd name="connsiteY6" fmla="*/ 236957 h 269146"/>
                <a:gd name="connsiteX7" fmla="*/ 176969 w 831960"/>
                <a:gd name="connsiteY7" fmla="*/ 154159 h 269146"/>
                <a:gd name="connsiteX8" fmla="*/ 244498 w 831960"/>
                <a:gd name="connsiteY8" fmla="*/ 62318 h 269146"/>
                <a:gd name="connsiteX9" fmla="*/ 335440 w 831960"/>
                <a:gd name="connsiteY9" fmla="*/ 21799 h 269146"/>
                <a:gd name="connsiteX10" fmla="*/ 446674 w 831960"/>
                <a:gd name="connsiteY10" fmla="*/ 274 h 269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1960" h="269146">
                  <a:moveTo>
                    <a:pt x="446674" y="274"/>
                  </a:moveTo>
                  <a:cubicBezTo>
                    <a:pt x="470162" y="1315"/>
                    <a:pt x="496949" y="5442"/>
                    <a:pt x="526625" y="14596"/>
                  </a:cubicBezTo>
                  <a:cubicBezTo>
                    <a:pt x="645328" y="51212"/>
                    <a:pt x="736868" y="187323"/>
                    <a:pt x="751725" y="194676"/>
                  </a:cubicBezTo>
                  <a:cubicBezTo>
                    <a:pt x="757297" y="197434"/>
                    <a:pt x="788994" y="226528"/>
                    <a:pt x="826439" y="263568"/>
                  </a:cubicBezTo>
                  <a:lnTo>
                    <a:pt x="831960" y="269146"/>
                  </a:lnTo>
                  <a:lnTo>
                    <a:pt x="0" y="269146"/>
                  </a:lnTo>
                  <a:lnTo>
                    <a:pt x="51760" y="236957"/>
                  </a:lnTo>
                  <a:cubicBezTo>
                    <a:pt x="120377" y="193994"/>
                    <a:pt x="175674" y="158323"/>
                    <a:pt x="176969" y="154159"/>
                  </a:cubicBezTo>
                  <a:cubicBezTo>
                    <a:pt x="196789" y="121655"/>
                    <a:pt x="219383" y="90927"/>
                    <a:pt x="244498" y="62318"/>
                  </a:cubicBezTo>
                  <a:cubicBezTo>
                    <a:pt x="269560" y="32905"/>
                    <a:pt x="335440" y="21799"/>
                    <a:pt x="335440" y="21799"/>
                  </a:cubicBezTo>
                  <a:cubicBezTo>
                    <a:pt x="335440" y="21799"/>
                    <a:pt x="376211" y="-2850"/>
                    <a:pt x="446674" y="274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3" name="任意多边形: 形状 352">
              <a:extLst>
                <a:ext uri="{FF2B5EF4-FFF2-40B4-BE49-F238E27FC236}">
                  <a16:creationId xmlns:a16="http://schemas.microsoft.com/office/drawing/2014/main" id="{99388D55-AA89-4821-8AA2-1879246EDC4E}"/>
                </a:ext>
              </a:extLst>
            </p:cNvPr>
            <p:cNvSpPr/>
            <p:nvPr/>
          </p:nvSpPr>
          <p:spPr>
            <a:xfrm>
              <a:off x="1788531" y="1120166"/>
              <a:ext cx="360052" cy="259864"/>
            </a:xfrm>
            <a:custGeom>
              <a:avLst/>
              <a:gdLst>
                <a:gd name="connsiteX0" fmla="*/ 105437 w 360052"/>
                <a:gd name="connsiteY0" fmla="*/ 7 h 259864"/>
                <a:gd name="connsiteX1" fmla="*/ 305387 w 360052"/>
                <a:gd name="connsiteY1" fmla="*/ 80882 h 259864"/>
                <a:gd name="connsiteX2" fmla="*/ 357575 w 360052"/>
                <a:gd name="connsiteY2" fmla="*/ 246269 h 259864"/>
                <a:gd name="connsiteX3" fmla="*/ 360052 w 360052"/>
                <a:gd name="connsiteY3" fmla="*/ 259864 h 259864"/>
                <a:gd name="connsiteX4" fmla="*/ 31799 w 360052"/>
                <a:gd name="connsiteY4" fmla="*/ 259864 h 259864"/>
                <a:gd name="connsiteX5" fmla="*/ 13165 w 360052"/>
                <a:gd name="connsiteY5" fmla="*/ 187185 h 259864"/>
                <a:gd name="connsiteX6" fmla="*/ 0 w 360052"/>
                <a:gd name="connsiteY6" fmla="*/ 69928 h 259864"/>
                <a:gd name="connsiteX7" fmla="*/ 105437 w 360052"/>
                <a:gd name="connsiteY7" fmla="*/ 7 h 259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0052" h="259864">
                  <a:moveTo>
                    <a:pt x="105437" y="7"/>
                  </a:moveTo>
                  <a:cubicBezTo>
                    <a:pt x="185872" y="-693"/>
                    <a:pt x="283908" y="48712"/>
                    <a:pt x="305387" y="80882"/>
                  </a:cubicBezTo>
                  <a:cubicBezTo>
                    <a:pt x="331161" y="119487"/>
                    <a:pt x="349844" y="205617"/>
                    <a:pt x="357575" y="246269"/>
                  </a:cubicBezTo>
                  <a:lnTo>
                    <a:pt x="360052" y="259864"/>
                  </a:lnTo>
                  <a:lnTo>
                    <a:pt x="31799" y="259864"/>
                  </a:lnTo>
                  <a:lnTo>
                    <a:pt x="13165" y="187185"/>
                  </a:lnTo>
                  <a:cubicBezTo>
                    <a:pt x="6069" y="148499"/>
                    <a:pt x="1664" y="109319"/>
                    <a:pt x="0" y="69928"/>
                  </a:cubicBezTo>
                  <a:cubicBezTo>
                    <a:pt x="15251" y="18886"/>
                    <a:pt x="57176" y="428"/>
                    <a:pt x="105437" y="7"/>
                  </a:cubicBezTo>
                  <a:close/>
                </a:path>
              </a:pathLst>
            </a:custGeom>
            <a:solidFill>
              <a:schemeClr val="accent2"/>
            </a:solidFill>
            <a:ln w="9525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354" name="任意多边形: 形状 353">
              <a:extLst>
                <a:ext uri="{FF2B5EF4-FFF2-40B4-BE49-F238E27FC236}">
                  <a16:creationId xmlns:a16="http://schemas.microsoft.com/office/drawing/2014/main" id="{3608E59D-AC74-4C9C-AED4-C9D63383F77F}"/>
                </a:ext>
              </a:extLst>
            </p:cNvPr>
            <p:cNvSpPr/>
            <p:nvPr/>
          </p:nvSpPr>
          <p:spPr>
            <a:xfrm>
              <a:off x="1682466" y="1131268"/>
              <a:ext cx="89858" cy="242534"/>
            </a:xfrm>
            <a:custGeom>
              <a:avLst/>
              <a:gdLst>
                <a:gd name="connsiteX0" fmla="*/ 89858 w 89858"/>
                <a:gd name="connsiteY0" fmla="*/ 0 h 252236"/>
                <a:gd name="connsiteX1" fmla="*/ 64838 w 89858"/>
                <a:gd name="connsiteY1" fmla="*/ 252236 h 252236"/>
                <a:gd name="connsiteX2" fmla="*/ 12781 w 89858"/>
                <a:gd name="connsiteY2" fmla="*/ 252236 h 252236"/>
                <a:gd name="connsiteX3" fmla="*/ 2219 w 89858"/>
                <a:gd name="connsiteY3" fmla="*/ 172728 h 252236"/>
                <a:gd name="connsiteX4" fmla="*/ 89858 w 89858"/>
                <a:gd name="connsiteY4" fmla="*/ 0 h 252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858" h="252236">
                  <a:moveTo>
                    <a:pt x="89858" y="0"/>
                  </a:moveTo>
                  <a:lnTo>
                    <a:pt x="64838" y="252236"/>
                  </a:lnTo>
                  <a:lnTo>
                    <a:pt x="12781" y="252236"/>
                  </a:lnTo>
                  <a:lnTo>
                    <a:pt x="2219" y="172728"/>
                  </a:lnTo>
                  <a:cubicBezTo>
                    <a:pt x="-16542" y="10955"/>
                    <a:pt x="89858" y="0"/>
                    <a:pt x="89858" y="0"/>
                  </a:cubicBezTo>
                  <a:close/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5" name="任意多边形: 形状 354">
              <a:extLst>
                <a:ext uri="{FF2B5EF4-FFF2-40B4-BE49-F238E27FC236}">
                  <a16:creationId xmlns:a16="http://schemas.microsoft.com/office/drawing/2014/main" id="{F2068458-4D88-480B-A21B-36A94E13BE5A}"/>
                </a:ext>
              </a:extLst>
            </p:cNvPr>
            <p:cNvSpPr/>
            <p:nvPr/>
          </p:nvSpPr>
          <p:spPr>
            <a:xfrm>
              <a:off x="2124081" y="1198648"/>
              <a:ext cx="89602" cy="175154"/>
            </a:xfrm>
            <a:custGeom>
              <a:avLst/>
              <a:gdLst>
                <a:gd name="connsiteX0" fmla="*/ 0 w 89602"/>
                <a:gd name="connsiteY0" fmla="*/ 0 h 184856"/>
                <a:gd name="connsiteX1" fmla="*/ 78017 w 89602"/>
                <a:gd name="connsiteY1" fmla="*/ 153481 h 184856"/>
                <a:gd name="connsiteX2" fmla="*/ 89602 w 89602"/>
                <a:gd name="connsiteY2" fmla="*/ 184856 h 184856"/>
                <a:gd name="connsiteX3" fmla="*/ 57024 w 89602"/>
                <a:gd name="connsiteY3" fmla="*/ 184856 h 184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2" h="184856">
                  <a:moveTo>
                    <a:pt x="0" y="0"/>
                  </a:moveTo>
                  <a:cubicBezTo>
                    <a:pt x="0" y="0"/>
                    <a:pt x="36129" y="50835"/>
                    <a:pt x="78017" y="153481"/>
                  </a:cubicBezTo>
                  <a:lnTo>
                    <a:pt x="89602" y="184856"/>
                  </a:lnTo>
                  <a:lnTo>
                    <a:pt x="57024" y="184856"/>
                  </a:lnTo>
                  <a:close/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6" name="任意多边形: 形状 355">
              <a:extLst>
                <a:ext uri="{FF2B5EF4-FFF2-40B4-BE49-F238E27FC236}">
                  <a16:creationId xmlns:a16="http://schemas.microsoft.com/office/drawing/2014/main" id="{6D129B0A-BCC8-4CD4-8DE2-CDDD13233A52}"/>
                </a:ext>
              </a:extLst>
            </p:cNvPr>
            <p:cNvSpPr/>
            <p:nvPr/>
          </p:nvSpPr>
          <p:spPr>
            <a:xfrm>
              <a:off x="1752964" y="947436"/>
              <a:ext cx="366615" cy="432496"/>
            </a:xfrm>
            <a:custGeom>
              <a:avLst/>
              <a:gdLst>
                <a:gd name="connsiteX0" fmla="*/ 0 w 366615"/>
                <a:gd name="connsiteY0" fmla="*/ 0 h 434781"/>
                <a:gd name="connsiteX1" fmla="*/ 366615 w 366615"/>
                <a:gd name="connsiteY1" fmla="*/ 102947 h 434781"/>
                <a:gd name="connsiteX2" fmla="*/ 354609 w 366615"/>
                <a:gd name="connsiteY2" fmla="*/ 360311 h 434781"/>
                <a:gd name="connsiteX3" fmla="*/ 341325 w 366615"/>
                <a:gd name="connsiteY3" fmla="*/ 424514 h 434781"/>
                <a:gd name="connsiteX4" fmla="*/ 338773 w 366615"/>
                <a:gd name="connsiteY4" fmla="*/ 434781 h 434781"/>
                <a:gd name="connsiteX5" fmla="*/ 100761 w 366615"/>
                <a:gd name="connsiteY5" fmla="*/ 434781 h 434781"/>
                <a:gd name="connsiteX6" fmla="*/ 85902 w 366615"/>
                <a:gd name="connsiteY6" fmla="*/ 417293 h 434781"/>
                <a:gd name="connsiteX7" fmla="*/ 68732 w 366615"/>
                <a:gd name="connsiteY7" fmla="*/ 393326 h 434781"/>
                <a:gd name="connsiteX8" fmla="*/ 750 w 366615"/>
                <a:gd name="connsiteY8" fmla="*/ 25662 h 43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6615" h="434781">
                  <a:moveTo>
                    <a:pt x="0" y="0"/>
                  </a:moveTo>
                  <a:lnTo>
                    <a:pt x="366615" y="102947"/>
                  </a:lnTo>
                  <a:cubicBezTo>
                    <a:pt x="366615" y="102947"/>
                    <a:pt x="361362" y="308839"/>
                    <a:pt x="354609" y="360311"/>
                  </a:cubicBezTo>
                  <a:cubicBezTo>
                    <a:pt x="352921" y="373180"/>
                    <a:pt x="347903" y="396609"/>
                    <a:pt x="341325" y="424514"/>
                  </a:cubicBezTo>
                  <a:lnTo>
                    <a:pt x="338773" y="434781"/>
                  </a:lnTo>
                  <a:lnTo>
                    <a:pt x="100761" y="434781"/>
                  </a:lnTo>
                  <a:lnTo>
                    <a:pt x="85902" y="417293"/>
                  </a:lnTo>
                  <a:cubicBezTo>
                    <a:pt x="78064" y="407498"/>
                    <a:pt x="72108" y="399291"/>
                    <a:pt x="68732" y="393326"/>
                  </a:cubicBezTo>
                  <a:cubicBezTo>
                    <a:pt x="41718" y="345605"/>
                    <a:pt x="750" y="25662"/>
                    <a:pt x="750" y="25662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7" name="任意多边形: 形状 356">
              <a:extLst>
                <a:ext uri="{FF2B5EF4-FFF2-40B4-BE49-F238E27FC236}">
                  <a16:creationId xmlns:a16="http://schemas.microsoft.com/office/drawing/2014/main" id="{1DD8BFE5-9FC1-42BA-AF06-C5C36EFCEF31}"/>
                </a:ext>
              </a:extLst>
            </p:cNvPr>
            <p:cNvSpPr/>
            <p:nvPr/>
          </p:nvSpPr>
          <p:spPr>
            <a:xfrm>
              <a:off x="1567988" y="236647"/>
              <a:ext cx="644260" cy="858545"/>
            </a:xfrm>
            <a:custGeom>
              <a:avLst/>
              <a:gdLst>
                <a:gd name="connsiteX0" fmla="*/ 50446 w 408922"/>
                <a:gd name="connsiteY0" fmla="*/ 290175 h 544932"/>
                <a:gd name="connsiteX1" fmla="*/ 3869 w 408922"/>
                <a:gd name="connsiteY1" fmla="*/ 294747 h 544932"/>
                <a:gd name="connsiteX2" fmla="*/ 41303 w 408922"/>
                <a:gd name="connsiteY2" fmla="*/ 390474 h 544932"/>
                <a:gd name="connsiteX3" fmla="*/ 73878 w 408922"/>
                <a:gd name="connsiteY3" fmla="*/ 388092 h 544932"/>
                <a:gd name="connsiteX4" fmla="*/ 98929 w 408922"/>
                <a:gd name="connsiteY4" fmla="*/ 458101 h 544932"/>
                <a:gd name="connsiteX5" fmla="*/ 187321 w 408922"/>
                <a:gd name="connsiteY5" fmla="*/ 528015 h 544932"/>
                <a:gd name="connsiteX6" fmla="*/ 390013 w 408922"/>
                <a:gd name="connsiteY6" fmla="*/ 528015 h 544932"/>
                <a:gd name="connsiteX7" fmla="*/ 406681 w 408922"/>
                <a:gd name="connsiteY7" fmla="*/ 353040 h 544932"/>
                <a:gd name="connsiteX8" fmla="*/ 404395 w 408922"/>
                <a:gd name="connsiteY8" fmla="*/ 175113 h 544932"/>
                <a:gd name="connsiteX9" fmla="*/ 399823 w 408922"/>
                <a:gd name="connsiteY9" fmla="*/ 77673 h 544932"/>
                <a:gd name="connsiteX10" fmla="*/ 164746 w 408922"/>
                <a:gd name="connsiteY10" fmla="*/ 5378 h 544932"/>
                <a:gd name="connsiteX11" fmla="*/ 67211 w 408922"/>
                <a:gd name="connsiteY11" fmla="*/ 119678 h 544932"/>
                <a:gd name="connsiteX12" fmla="*/ 65877 w 408922"/>
                <a:gd name="connsiteY12" fmla="*/ 255028 h 544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8922" h="544932">
                  <a:moveTo>
                    <a:pt x="50446" y="290175"/>
                  </a:moveTo>
                  <a:cubicBezTo>
                    <a:pt x="50446" y="290175"/>
                    <a:pt x="19300" y="257505"/>
                    <a:pt x="3869" y="294747"/>
                  </a:cubicBezTo>
                  <a:cubicBezTo>
                    <a:pt x="-11561" y="331990"/>
                    <a:pt x="22919" y="388092"/>
                    <a:pt x="41303" y="390474"/>
                  </a:cubicBezTo>
                  <a:cubicBezTo>
                    <a:pt x="52210" y="391896"/>
                    <a:pt x="63293" y="391086"/>
                    <a:pt x="73878" y="388092"/>
                  </a:cubicBezTo>
                  <a:cubicBezTo>
                    <a:pt x="73878" y="388092"/>
                    <a:pt x="86927" y="441813"/>
                    <a:pt x="98929" y="458101"/>
                  </a:cubicBezTo>
                  <a:cubicBezTo>
                    <a:pt x="122549" y="487968"/>
                    <a:pt x="152817" y="511908"/>
                    <a:pt x="187321" y="528015"/>
                  </a:cubicBezTo>
                  <a:cubicBezTo>
                    <a:pt x="229802" y="547065"/>
                    <a:pt x="372011" y="553827"/>
                    <a:pt x="390013" y="528015"/>
                  </a:cubicBezTo>
                  <a:cubicBezTo>
                    <a:pt x="408015" y="502202"/>
                    <a:pt x="406967" y="364661"/>
                    <a:pt x="406681" y="353040"/>
                  </a:cubicBezTo>
                  <a:cubicBezTo>
                    <a:pt x="406396" y="341420"/>
                    <a:pt x="404395" y="175113"/>
                    <a:pt x="404395" y="175113"/>
                  </a:cubicBezTo>
                  <a:cubicBezTo>
                    <a:pt x="404395" y="175113"/>
                    <a:pt x="417159" y="117392"/>
                    <a:pt x="399823" y="77673"/>
                  </a:cubicBezTo>
                  <a:cubicBezTo>
                    <a:pt x="382488" y="37953"/>
                    <a:pt x="208466" y="-17577"/>
                    <a:pt x="164746" y="5378"/>
                  </a:cubicBezTo>
                  <a:cubicBezTo>
                    <a:pt x="121027" y="28333"/>
                    <a:pt x="70640" y="68338"/>
                    <a:pt x="67211" y="119678"/>
                  </a:cubicBezTo>
                  <a:cubicBezTo>
                    <a:pt x="63782" y="171018"/>
                    <a:pt x="65877" y="255028"/>
                    <a:pt x="65877" y="255028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8" name="任意多边形: 形状 357">
              <a:extLst>
                <a:ext uri="{FF2B5EF4-FFF2-40B4-BE49-F238E27FC236}">
                  <a16:creationId xmlns:a16="http://schemas.microsoft.com/office/drawing/2014/main" id="{85926650-28E9-4C53-94A6-87315ED72120}"/>
                </a:ext>
              </a:extLst>
            </p:cNvPr>
            <p:cNvSpPr/>
            <p:nvPr/>
          </p:nvSpPr>
          <p:spPr>
            <a:xfrm>
              <a:off x="1978170" y="579771"/>
              <a:ext cx="111310" cy="254865"/>
            </a:xfrm>
            <a:custGeom>
              <a:avLst/>
              <a:gdLst>
                <a:gd name="connsiteX0" fmla="*/ 47272 w 70650"/>
                <a:gd name="connsiteY0" fmla="*/ 0 h 161767"/>
                <a:gd name="connsiteX1" fmla="*/ 69656 w 70650"/>
                <a:gd name="connsiteY1" fmla="*/ 149352 h 161767"/>
                <a:gd name="connsiteX2" fmla="*/ 16030 w 70650"/>
                <a:gd name="connsiteY2" fmla="*/ 151638 h 161767"/>
                <a:gd name="connsiteX3" fmla="*/ 3553 w 70650"/>
                <a:gd name="connsiteY3" fmla="*/ 118967 h 161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50" h="161767">
                  <a:moveTo>
                    <a:pt x="47272" y="0"/>
                  </a:moveTo>
                  <a:cubicBezTo>
                    <a:pt x="47272" y="0"/>
                    <a:pt x="76324" y="133350"/>
                    <a:pt x="69656" y="149352"/>
                  </a:cubicBezTo>
                  <a:cubicBezTo>
                    <a:pt x="62989" y="165354"/>
                    <a:pt x="42129" y="165640"/>
                    <a:pt x="16030" y="151638"/>
                  </a:cubicBezTo>
                  <a:cubicBezTo>
                    <a:pt x="-10068" y="137636"/>
                    <a:pt x="3553" y="118967"/>
                    <a:pt x="3553" y="118967"/>
                  </a:cubicBezTo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9" name="任意多边形: 形状 358">
              <a:extLst>
                <a:ext uri="{FF2B5EF4-FFF2-40B4-BE49-F238E27FC236}">
                  <a16:creationId xmlns:a16="http://schemas.microsoft.com/office/drawing/2014/main" id="{C2706290-AC78-42D4-8CAA-507C0F646ED8}"/>
                </a:ext>
              </a:extLst>
            </p:cNvPr>
            <p:cNvSpPr/>
            <p:nvPr/>
          </p:nvSpPr>
          <p:spPr>
            <a:xfrm>
              <a:off x="1893277" y="822429"/>
              <a:ext cx="185633" cy="69781"/>
            </a:xfrm>
            <a:custGeom>
              <a:avLst/>
              <a:gdLst>
                <a:gd name="connsiteX0" fmla="*/ 0 w 117824"/>
                <a:gd name="connsiteY0" fmla="*/ 0 h 44291"/>
                <a:gd name="connsiteX1" fmla="*/ 35909 w 117824"/>
                <a:gd name="connsiteY1" fmla="*/ 37338 h 44291"/>
                <a:gd name="connsiteX2" fmla="*/ 117824 w 117824"/>
                <a:gd name="connsiteY2" fmla="*/ 44291 h 44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824" h="44291">
                  <a:moveTo>
                    <a:pt x="0" y="0"/>
                  </a:moveTo>
                  <a:cubicBezTo>
                    <a:pt x="0" y="0"/>
                    <a:pt x="12573" y="34957"/>
                    <a:pt x="35909" y="37338"/>
                  </a:cubicBezTo>
                  <a:cubicBezTo>
                    <a:pt x="59246" y="39719"/>
                    <a:pt x="117824" y="44291"/>
                    <a:pt x="117824" y="44291"/>
                  </a:cubicBezTo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0" name="任意多边形: 形状 359">
              <a:extLst>
                <a:ext uri="{FF2B5EF4-FFF2-40B4-BE49-F238E27FC236}">
                  <a16:creationId xmlns:a16="http://schemas.microsoft.com/office/drawing/2014/main" id="{FE47CB11-6D86-4604-BB88-709EA902ABC9}"/>
                </a:ext>
              </a:extLst>
            </p:cNvPr>
            <p:cNvSpPr/>
            <p:nvPr/>
          </p:nvSpPr>
          <p:spPr>
            <a:xfrm>
              <a:off x="1761969" y="557711"/>
              <a:ext cx="219098" cy="136110"/>
            </a:xfrm>
            <a:custGeom>
              <a:avLst/>
              <a:gdLst>
                <a:gd name="connsiteX0" fmla="*/ 0 w 139065"/>
                <a:gd name="connsiteY0" fmla="*/ 18669 h 86391"/>
                <a:gd name="connsiteX1" fmla="*/ 3715 w 139065"/>
                <a:gd name="connsiteY1" fmla="*/ 74676 h 86391"/>
                <a:gd name="connsiteX2" fmla="*/ 74009 w 139065"/>
                <a:gd name="connsiteY2" fmla="*/ 86392 h 86391"/>
                <a:gd name="connsiteX3" fmla="*/ 139065 w 139065"/>
                <a:gd name="connsiteY3" fmla="*/ 74676 h 86391"/>
                <a:gd name="connsiteX4" fmla="*/ 137731 w 139065"/>
                <a:gd name="connsiteY4" fmla="*/ 18669 h 86391"/>
                <a:gd name="connsiteX5" fmla="*/ 0 w 139065"/>
                <a:gd name="connsiteY5" fmla="*/ 18669 h 86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065" h="86391">
                  <a:moveTo>
                    <a:pt x="0" y="18669"/>
                  </a:moveTo>
                  <a:lnTo>
                    <a:pt x="3715" y="74676"/>
                  </a:lnTo>
                  <a:cubicBezTo>
                    <a:pt x="3715" y="74676"/>
                    <a:pt x="25051" y="86392"/>
                    <a:pt x="74009" y="86392"/>
                  </a:cubicBezTo>
                  <a:cubicBezTo>
                    <a:pt x="122968" y="86392"/>
                    <a:pt x="139065" y="74676"/>
                    <a:pt x="139065" y="74676"/>
                  </a:cubicBezTo>
                  <a:lnTo>
                    <a:pt x="137731" y="18669"/>
                  </a:lnTo>
                  <a:cubicBezTo>
                    <a:pt x="137731" y="18669"/>
                    <a:pt x="66675" y="-23336"/>
                    <a:pt x="0" y="18669"/>
                  </a:cubicBezTo>
                  <a:close/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1" name="任意多边形: 形状 360">
              <a:extLst>
                <a:ext uri="{FF2B5EF4-FFF2-40B4-BE49-F238E27FC236}">
                  <a16:creationId xmlns:a16="http://schemas.microsoft.com/office/drawing/2014/main" id="{DC854223-5B50-4C48-AD55-14EFFD9B1860}"/>
                </a:ext>
              </a:extLst>
            </p:cNvPr>
            <p:cNvSpPr/>
            <p:nvPr/>
          </p:nvSpPr>
          <p:spPr>
            <a:xfrm>
              <a:off x="2052948" y="557788"/>
              <a:ext cx="219248" cy="136334"/>
            </a:xfrm>
            <a:custGeom>
              <a:avLst/>
              <a:gdLst>
                <a:gd name="connsiteX0" fmla="*/ 0 w 139160"/>
                <a:gd name="connsiteY0" fmla="*/ 18620 h 86533"/>
                <a:gd name="connsiteX1" fmla="*/ 17716 w 139160"/>
                <a:gd name="connsiteY1" fmla="*/ 77008 h 86533"/>
                <a:gd name="connsiteX2" fmla="*/ 74009 w 139160"/>
                <a:gd name="connsiteY2" fmla="*/ 86533 h 86533"/>
                <a:gd name="connsiteX3" fmla="*/ 139160 w 139160"/>
                <a:gd name="connsiteY3" fmla="*/ 74817 h 86533"/>
                <a:gd name="connsiteX4" fmla="*/ 137731 w 139160"/>
                <a:gd name="connsiteY4" fmla="*/ 18810 h 86533"/>
                <a:gd name="connsiteX5" fmla="*/ 0 w 139160"/>
                <a:gd name="connsiteY5" fmla="*/ 18620 h 8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160" h="86533">
                  <a:moveTo>
                    <a:pt x="0" y="18620"/>
                  </a:moveTo>
                  <a:lnTo>
                    <a:pt x="17716" y="77008"/>
                  </a:lnTo>
                  <a:cubicBezTo>
                    <a:pt x="17716" y="77008"/>
                    <a:pt x="24955" y="86533"/>
                    <a:pt x="74009" y="86533"/>
                  </a:cubicBezTo>
                  <a:cubicBezTo>
                    <a:pt x="123063" y="86533"/>
                    <a:pt x="139160" y="74817"/>
                    <a:pt x="139160" y="74817"/>
                  </a:cubicBezTo>
                  <a:lnTo>
                    <a:pt x="137731" y="18810"/>
                  </a:lnTo>
                  <a:cubicBezTo>
                    <a:pt x="137731" y="18810"/>
                    <a:pt x="66580" y="-23386"/>
                    <a:pt x="0" y="18620"/>
                  </a:cubicBezTo>
                  <a:close/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2" name="任意多边形: 形状 361">
              <a:extLst>
                <a:ext uri="{FF2B5EF4-FFF2-40B4-BE49-F238E27FC236}">
                  <a16:creationId xmlns:a16="http://schemas.microsoft.com/office/drawing/2014/main" id="{2939B31E-8EAC-4BD4-93EE-DC00C7B5D54E}"/>
                </a:ext>
              </a:extLst>
            </p:cNvPr>
            <p:cNvSpPr/>
            <p:nvPr/>
          </p:nvSpPr>
          <p:spPr>
            <a:xfrm>
              <a:off x="1979416" y="587124"/>
              <a:ext cx="73532" cy="15007"/>
            </a:xfrm>
            <a:custGeom>
              <a:avLst/>
              <a:gdLst>
                <a:gd name="connsiteX0" fmla="*/ 0 w 46672"/>
                <a:gd name="connsiteY0" fmla="*/ 0 h 9525"/>
                <a:gd name="connsiteX1" fmla="*/ 46673 w 4667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672" h="9525">
                  <a:moveTo>
                    <a:pt x="0" y="0"/>
                  </a:moveTo>
                  <a:lnTo>
                    <a:pt x="46673" y="0"/>
                  </a:lnTo>
                </a:path>
              </a:pathLst>
            </a:custGeom>
            <a:ln w="9525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3" name="任意多边形: 形状 362">
              <a:extLst>
                <a:ext uri="{FF2B5EF4-FFF2-40B4-BE49-F238E27FC236}">
                  <a16:creationId xmlns:a16="http://schemas.microsoft.com/office/drawing/2014/main" id="{A6FC5E71-84A3-4253-81EB-DE4D969AE3C6}"/>
                </a:ext>
              </a:extLst>
            </p:cNvPr>
            <p:cNvSpPr/>
            <p:nvPr/>
          </p:nvSpPr>
          <p:spPr>
            <a:xfrm>
              <a:off x="1617454" y="587124"/>
              <a:ext cx="144964" cy="84638"/>
            </a:xfrm>
            <a:custGeom>
              <a:avLst/>
              <a:gdLst>
                <a:gd name="connsiteX0" fmla="*/ 92011 w 92011"/>
                <a:gd name="connsiteY0" fmla="*/ 0 h 53721"/>
                <a:gd name="connsiteX1" fmla="*/ 0 w 92011"/>
                <a:gd name="connsiteY1" fmla="*/ 53721 h 53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011" h="53721">
                  <a:moveTo>
                    <a:pt x="92011" y="0"/>
                  </a:moveTo>
                  <a:lnTo>
                    <a:pt x="0" y="53721"/>
                  </a:lnTo>
                </a:path>
              </a:pathLst>
            </a:custGeom>
            <a:ln w="9525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4" name="任意多边形: 形状 363">
              <a:extLst>
                <a:ext uri="{FF2B5EF4-FFF2-40B4-BE49-F238E27FC236}">
                  <a16:creationId xmlns:a16="http://schemas.microsoft.com/office/drawing/2014/main" id="{07C6C4EF-4707-4450-BF41-E754A2AA8CF0}"/>
                </a:ext>
              </a:extLst>
            </p:cNvPr>
            <p:cNvSpPr/>
            <p:nvPr/>
          </p:nvSpPr>
          <p:spPr>
            <a:xfrm>
              <a:off x="1798135" y="521020"/>
              <a:ext cx="128456" cy="21983"/>
            </a:xfrm>
            <a:custGeom>
              <a:avLst/>
              <a:gdLst>
                <a:gd name="connsiteX0" fmla="*/ 0 w 81533"/>
                <a:gd name="connsiteY0" fmla="*/ 13953 h 13953"/>
                <a:gd name="connsiteX1" fmla="*/ 81534 w 81533"/>
                <a:gd name="connsiteY1" fmla="*/ 9286 h 13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533" h="13953">
                  <a:moveTo>
                    <a:pt x="0" y="13953"/>
                  </a:moveTo>
                  <a:cubicBezTo>
                    <a:pt x="0" y="13953"/>
                    <a:pt x="24955" y="-14050"/>
                    <a:pt x="81534" y="9286"/>
                  </a:cubicBezTo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5" name="任意多边形: 形状 364">
              <a:extLst>
                <a:ext uri="{FF2B5EF4-FFF2-40B4-BE49-F238E27FC236}">
                  <a16:creationId xmlns:a16="http://schemas.microsoft.com/office/drawing/2014/main" id="{7C2DD796-B928-4800-A905-EDC2DDD5EC3C}"/>
                </a:ext>
              </a:extLst>
            </p:cNvPr>
            <p:cNvSpPr/>
            <p:nvPr/>
          </p:nvSpPr>
          <p:spPr>
            <a:xfrm>
              <a:off x="2066455" y="523191"/>
              <a:ext cx="95292" cy="19812"/>
            </a:xfrm>
            <a:custGeom>
              <a:avLst/>
              <a:gdLst>
                <a:gd name="connsiteX0" fmla="*/ 0 w 60483"/>
                <a:gd name="connsiteY0" fmla="*/ 12576 h 12575"/>
                <a:gd name="connsiteX1" fmla="*/ 60484 w 60483"/>
                <a:gd name="connsiteY1" fmla="*/ 5622 h 12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483" h="12575">
                  <a:moveTo>
                    <a:pt x="0" y="12576"/>
                  </a:moveTo>
                  <a:cubicBezTo>
                    <a:pt x="17146" y="-1182"/>
                    <a:pt x="40663" y="-3885"/>
                    <a:pt x="60484" y="5622"/>
                  </a:cubicBezTo>
                </a:path>
              </a:pathLst>
            </a:custGeom>
            <a:noFill/>
            <a:ln w="9525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6" name="任意多边形: 形状 365">
              <a:extLst>
                <a:ext uri="{FF2B5EF4-FFF2-40B4-BE49-F238E27FC236}">
                  <a16:creationId xmlns:a16="http://schemas.microsoft.com/office/drawing/2014/main" id="{5D3E7ACB-561A-4A9E-8064-45F4E47F550E}"/>
                </a:ext>
              </a:extLst>
            </p:cNvPr>
            <p:cNvSpPr/>
            <p:nvPr/>
          </p:nvSpPr>
          <p:spPr>
            <a:xfrm>
              <a:off x="1863114" y="597629"/>
              <a:ext cx="28963" cy="60027"/>
            </a:xfrm>
            <a:custGeom>
              <a:avLst/>
              <a:gdLst>
                <a:gd name="connsiteX0" fmla="*/ 18383 w 18383"/>
                <a:gd name="connsiteY0" fmla="*/ 19050 h 38100"/>
                <a:gd name="connsiteX1" fmla="*/ 9525 w 18383"/>
                <a:gd name="connsiteY1" fmla="*/ 38100 h 38100"/>
                <a:gd name="connsiteX2" fmla="*/ 0 w 18383"/>
                <a:gd name="connsiteY2" fmla="*/ 19050 h 38100"/>
                <a:gd name="connsiteX3" fmla="*/ 8953 w 18383"/>
                <a:gd name="connsiteY3" fmla="*/ 0 h 38100"/>
                <a:gd name="connsiteX4" fmla="*/ 18383 w 18383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83" h="38100">
                  <a:moveTo>
                    <a:pt x="18383" y="19050"/>
                  </a:moveTo>
                  <a:cubicBezTo>
                    <a:pt x="18383" y="29337"/>
                    <a:pt x="14668" y="38100"/>
                    <a:pt x="9525" y="38100"/>
                  </a:cubicBezTo>
                  <a:cubicBezTo>
                    <a:pt x="4381" y="38100"/>
                    <a:pt x="0" y="29718"/>
                    <a:pt x="0" y="19050"/>
                  </a:cubicBezTo>
                  <a:cubicBezTo>
                    <a:pt x="0" y="8382"/>
                    <a:pt x="3715" y="0"/>
                    <a:pt x="8953" y="0"/>
                  </a:cubicBezTo>
                  <a:cubicBezTo>
                    <a:pt x="14192" y="0"/>
                    <a:pt x="18193" y="8668"/>
                    <a:pt x="18383" y="1905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7" name="任意多边形: 形状 366">
              <a:extLst>
                <a:ext uri="{FF2B5EF4-FFF2-40B4-BE49-F238E27FC236}">
                  <a16:creationId xmlns:a16="http://schemas.microsoft.com/office/drawing/2014/main" id="{920A7513-A580-4225-811A-6E73921FED44}"/>
                </a:ext>
              </a:extLst>
            </p:cNvPr>
            <p:cNvSpPr/>
            <p:nvPr/>
          </p:nvSpPr>
          <p:spPr>
            <a:xfrm>
              <a:off x="2098419" y="593876"/>
              <a:ext cx="28963" cy="60027"/>
            </a:xfrm>
            <a:custGeom>
              <a:avLst/>
              <a:gdLst>
                <a:gd name="connsiteX0" fmla="*/ 18383 w 18383"/>
                <a:gd name="connsiteY0" fmla="*/ 19050 h 38100"/>
                <a:gd name="connsiteX1" fmla="*/ 9525 w 18383"/>
                <a:gd name="connsiteY1" fmla="*/ 38100 h 38100"/>
                <a:gd name="connsiteX2" fmla="*/ 0 w 18383"/>
                <a:gd name="connsiteY2" fmla="*/ 19050 h 38100"/>
                <a:gd name="connsiteX3" fmla="*/ 8858 w 18383"/>
                <a:gd name="connsiteY3" fmla="*/ 0 h 38100"/>
                <a:gd name="connsiteX4" fmla="*/ 18383 w 18383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83" h="38100">
                  <a:moveTo>
                    <a:pt x="18383" y="19050"/>
                  </a:moveTo>
                  <a:cubicBezTo>
                    <a:pt x="18383" y="29337"/>
                    <a:pt x="14668" y="38100"/>
                    <a:pt x="9525" y="38100"/>
                  </a:cubicBezTo>
                  <a:cubicBezTo>
                    <a:pt x="4381" y="38100"/>
                    <a:pt x="0" y="29718"/>
                    <a:pt x="0" y="19050"/>
                  </a:cubicBezTo>
                  <a:cubicBezTo>
                    <a:pt x="0" y="8382"/>
                    <a:pt x="3715" y="0"/>
                    <a:pt x="8858" y="0"/>
                  </a:cubicBezTo>
                  <a:cubicBezTo>
                    <a:pt x="14002" y="0"/>
                    <a:pt x="18097" y="8763"/>
                    <a:pt x="18383" y="1905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8" name="任意多边形: 形状 367">
              <a:extLst>
                <a:ext uri="{FF2B5EF4-FFF2-40B4-BE49-F238E27FC236}">
                  <a16:creationId xmlns:a16="http://schemas.microsoft.com/office/drawing/2014/main" id="{1AB00CA9-5F1E-405E-8DF2-B78E3A150ADB}"/>
                </a:ext>
              </a:extLst>
            </p:cNvPr>
            <p:cNvSpPr/>
            <p:nvPr/>
          </p:nvSpPr>
          <p:spPr>
            <a:xfrm>
              <a:off x="1531058" y="41662"/>
              <a:ext cx="829400" cy="670493"/>
            </a:xfrm>
            <a:custGeom>
              <a:avLst/>
              <a:gdLst>
                <a:gd name="connsiteX0" fmla="*/ 218667 w 526433"/>
                <a:gd name="connsiteY0" fmla="*/ 153713 h 425572"/>
                <a:gd name="connsiteX1" fmla="*/ 213238 w 526433"/>
                <a:gd name="connsiteY1" fmla="*/ 221436 h 425572"/>
                <a:gd name="connsiteX2" fmla="*/ 156564 w 526433"/>
                <a:gd name="connsiteY2" fmla="*/ 221436 h 425572"/>
                <a:gd name="connsiteX3" fmla="*/ 158374 w 526433"/>
                <a:gd name="connsiteY3" fmla="*/ 292302 h 425572"/>
                <a:gd name="connsiteX4" fmla="*/ 110749 w 526433"/>
                <a:gd name="connsiteY4" fmla="*/ 356024 h 425572"/>
                <a:gd name="connsiteX5" fmla="*/ 105320 w 526433"/>
                <a:gd name="connsiteY5" fmla="*/ 423366 h 425572"/>
                <a:gd name="connsiteX6" fmla="*/ 65791 w 526433"/>
                <a:gd name="connsiteY6" fmla="*/ 402125 h 425572"/>
                <a:gd name="connsiteX7" fmla="*/ 53408 w 526433"/>
                <a:gd name="connsiteY7" fmla="*/ 331259 h 425572"/>
                <a:gd name="connsiteX8" fmla="*/ 44741 w 526433"/>
                <a:gd name="connsiteY8" fmla="*/ 267442 h 425572"/>
                <a:gd name="connsiteX9" fmla="*/ 11117 w 526433"/>
                <a:gd name="connsiteY9" fmla="*/ 196576 h 425572"/>
                <a:gd name="connsiteX10" fmla="*/ 129799 w 526433"/>
                <a:gd name="connsiteY10" fmla="*/ 125710 h 425572"/>
                <a:gd name="connsiteX11" fmla="*/ 180662 w 526433"/>
                <a:gd name="connsiteY11" fmla="*/ 33603 h 425572"/>
                <a:gd name="connsiteX12" fmla="*/ 336110 w 526433"/>
                <a:gd name="connsiteY12" fmla="*/ 15886 h 425572"/>
                <a:gd name="connsiteX13" fmla="*/ 326585 w 526433"/>
                <a:gd name="connsiteY13" fmla="*/ 69036 h 425572"/>
                <a:gd name="connsiteX14" fmla="*/ 476795 w 526433"/>
                <a:gd name="connsiteY14" fmla="*/ 126186 h 425572"/>
                <a:gd name="connsiteX15" fmla="*/ 504512 w 526433"/>
                <a:gd name="connsiteY15" fmla="*/ 243153 h 425572"/>
                <a:gd name="connsiteX16" fmla="*/ 462221 w 526433"/>
                <a:gd name="connsiteY16" fmla="*/ 250201 h 425572"/>
                <a:gd name="connsiteX17" fmla="*/ 491844 w 526433"/>
                <a:gd name="connsiteY17" fmla="*/ 303351 h 425572"/>
                <a:gd name="connsiteX18" fmla="*/ 428026 w 526433"/>
                <a:gd name="connsiteY18" fmla="*/ 299827 h 425572"/>
                <a:gd name="connsiteX19" fmla="*/ 401738 w 526433"/>
                <a:gd name="connsiteY19" fmla="*/ 242677 h 425572"/>
                <a:gd name="connsiteX20" fmla="*/ 218667 w 526433"/>
                <a:gd name="connsiteY20" fmla="*/ 153713 h 425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26433" h="425572">
                  <a:moveTo>
                    <a:pt x="218667" y="153713"/>
                  </a:moveTo>
                  <a:cubicBezTo>
                    <a:pt x="218667" y="153713"/>
                    <a:pt x="241146" y="203338"/>
                    <a:pt x="213238" y="221436"/>
                  </a:cubicBezTo>
                  <a:cubicBezTo>
                    <a:pt x="195708" y="231579"/>
                    <a:pt x="174094" y="231579"/>
                    <a:pt x="156564" y="221436"/>
                  </a:cubicBezTo>
                  <a:cubicBezTo>
                    <a:pt x="171752" y="242415"/>
                    <a:pt x="172471" y="270575"/>
                    <a:pt x="158374" y="292302"/>
                  </a:cubicBezTo>
                  <a:cubicBezTo>
                    <a:pt x="144692" y="315097"/>
                    <a:pt x="128736" y="336447"/>
                    <a:pt x="110749" y="356024"/>
                  </a:cubicBezTo>
                  <a:cubicBezTo>
                    <a:pt x="110749" y="356024"/>
                    <a:pt x="115797" y="416317"/>
                    <a:pt x="105320" y="423366"/>
                  </a:cubicBezTo>
                  <a:cubicBezTo>
                    <a:pt x="94842" y="430414"/>
                    <a:pt x="66267" y="419842"/>
                    <a:pt x="65791" y="402125"/>
                  </a:cubicBezTo>
                  <a:cubicBezTo>
                    <a:pt x="65315" y="384409"/>
                    <a:pt x="53885" y="348976"/>
                    <a:pt x="53408" y="331259"/>
                  </a:cubicBezTo>
                  <a:cubicBezTo>
                    <a:pt x="52932" y="313543"/>
                    <a:pt x="44741" y="267442"/>
                    <a:pt x="44741" y="267442"/>
                  </a:cubicBezTo>
                  <a:cubicBezTo>
                    <a:pt x="44741" y="267442"/>
                    <a:pt x="-26888" y="235533"/>
                    <a:pt x="11117" y="196576"/>
                  </a:cubicBezTo>
                  <a:cubicBezTo>
                    <a:pt x="49122" y="157618"/>
                    <a:pt x="129799" y="125710"/>
                    <a:pt x="129799" y="125710"/>
                  </a:cubicBezTo>
                  <a:cubicBezTo>
                    <a:pt x="129799" y="125710"/>
                    <a:pt x="131608" y="54844"/>
                    <a:pt x="180662" y="33603"/>
                  </a:cubicBezTo>
                  <a:cubicBezTo>
                    <a:pt x="229716" y="12362"/>
                    <a:pt x="335253" y="-19547"/>
                    <a:pt x="336110" y="15886"/>
                  </a:cubicBezTo>
                  <a:cubicBezTo>
                    <a:pt x="337453" y="34122"/>
                    <a:pt x="334177" y="52401"/>
                    <a:pt x="326585" y="69036"/>
                  </a:cubicBezTo>
                  <a:cubicBezTo>
                    <a:pt x="326585" y="69036"/>
                    <a:pt x="415073" y="65512"/>
                    <a:pt x="476795" y="126186"/>
                  </a:cubicBezTo>
                  <a:cubicBezTo>
                    <a:pt x="538517" y="186860"/>
                    <a:pt x="536421" y="243153"/>
                    <a:pt x="504512" y="243153"/>
                  </a:cubicBezTo>
                  <a:cubicBezTo>
                    <a:pt x="472604" y="243153"/>
                    <a:pt x="462221" y="250201"/>
                    <a:pt x="462221" y="250201"/>
                  </a:cubicBezTo>
                  <a:cubicBezTo>
                    <a:pt x="462221" y="250201"/>
                    <a:pt x="523276" y="285634"/>
                    <a:pt x="491844" y="303351"/>
                  </a:cubicBezTo>
                  <a:cubicBezTo>
                    <a:pt x="460412" y="321067"/>
                    <a:pt x="428026" y="299827"/>
                    <a:pt x="428026" y="299827"/>
                  </a:cubicBezTo>
                  <a:cubicBezTo>
                    <a:pt x="428026" y="299827"/>
                    <a:pt x="441552" y="275062"/>
                    <a:pt x="401738" y="242677"/>
                  </a:cubicBezTo>
                  <a:cubicBezTo>
                    <a:pt x="361923" y="210292"/>
                    <a:pt x="218667" y="153713"/>
                    <a:pt x="218667" y="153713"/>
                  </a:cubicBezTo>
                  <a:close/>
                </a:path>
              </a:pathLst>
            </a:custGeom>
            <a:solidFill>
              <a:srgbClr val="263238"/>
            </a:solidFill>
            <a:ln w="9525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</p:grpSp>
      <p:grpSp>
        <p:nvGrpSpPr>
          <p:cNvPr id="452" name="组合 451">
            <a:extLst>
              <a:ext uri="{FF2B5EF4-FFF2-40B4-BE49-F238E27FC236}">
                <a16:creationId xmlns:a16="http://schemas.microsoft.com/office/drawing/2014/main" id="{3DCE614D-F443-468C-8FB5-59735CD4166A}"/>
              </a:ext>
            </a:extLst>
          </p:cNvPr>
          <p:cNvGrpSpPr/>
          <p:nvPr/>
        </p:nvGrpSpPr>
        <p:grpSpPr>
          <a:xfrm>
            <a:off x="3335141" y="603064"/>
            <a:ext cx="1296918" cy="1281808"/>
            <a:chOff x="4925559" y="1874545"/>
            <a:chExt cx="1296918" cy="1281808"/>
          </a:xfrm>
        </p:grpSpPr>
        <p:sp>
          <p:nvSpPr>
            <p:cNvPr id="453" name="任意多边形: 形状 452">
              <a:extLst>
                <a:ext uri="{FF2B5EF4-FFF2-40B4-BE49-F238E27FC236}">
                  <a16:creationId xmlns:a16="http://schemas.microsoft.com/office/drawing/2014/main" id="{C00CAF95-B979-4689-B3E6-E0C3AE734E44}"/>
                </a:ext>
              </a:extLst>
            </p:cNvPr>
            <p:cNvSpPr/>
            <p:nvPr/>
          </p:nvSpPr>
          <p:spPr>
            <a:xfrm>
              <a:off x="5087468" y="2971693"/>
              <a:ext cx="923999" cy="184660"/>
            </a:xfrm>
            <a:custGeom>
              <a:avLst/>
              <a:gdLst>
                <a:gd name="connsiteX0" fmla="*/ 597679 w 923999"/>
                <a:gd name="connsiteY0" fmla="*/ 603 h 184660"/>
                <a:gd name="connsiteX1" fmla="*/ 897050 w 923999"/>
                <a:gd name="connsiteY1" fmla="*/ 53562 h 184660"/>
                <a:gd name="connsiteX2" fmla="*/ 909337 w 923999"/>
                <a:gd name="connsiteY2" fmla="*/ 67754 h 184660"/>
                <a:gd name="connsiteX3" fmla="*/ 923999 w 923999"/>
                <a:gd name="connsiteY3" fmla="*/ 184660 h 184660"/>
                <a:gd name="connsiteX4" fmla="*/ 13298 w 923999"/>
                <a:gd name="connsiteY4" fmla="*/ 184660 h 184660"/>
                <a:gd name="connsiteX5" fmla="*/ 175 w 923999"/>
                <a:gd name="connsiteY5" fmla="*/ 91281 h 184660"/>
                <a:gd name="connsiteX6" fmla="*/ 11129 w 923999"/>
                <a:gd name="connsiteY6" fmla="*/ 73088 h 184660"/>
                <a:gd name="connsiteX7" fmla="*/ 276210 w 923999"/>
                <a:gd name="connsiteY7" fmla="*/ 21844 h 184660"/>
                <a:gd name="connsiteX8" fmla="*/ 597679 w 923999"/>
                <a:gd name="connsiteY8" fmla="*/ 603 h 184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3999" h="184660">
                  <a:moveTo>
                    <a:pt x="597679" y="603"/>
                  </a:moveTo>
                  <a:cubicBezTo>
                    <a:pt x="709788" y="4794"/>
                    <a:pt x="856378" y="42608"/>
                    <a:pt x="897050" y="53562"/>
                  </a:cubicBezTo>
                  <a:cubicBezTo>
                    <a:pt x="903630" y="55387"/>
                    <a:pt x="908473" y="60981"/>
                    <a:pt x="909337" y="67754"/>
                  </a:cubicBezTo>
                  <a:lnTo>
                    <a:pt x="923999" y="184660"/>
                  </a:lnTo>
                  <a:lnTo>
                    <a:pt x="13298" y="184660"/>
                  </a:lnTo>
                  <a:lnTo>
                    <a:pt x="175" y="91281"/>
                  </a:lnTo>
                  <a:cubicBezTo>
                    <a:pt x="-969" y="83382"/>
                    <a:pt x="3613" y="75772"/>
                    <a:pt x="11129" y="73088"/>
                  </a:cubicBezTo>
                  <a:cubicBezTo>
                    <a:pt x="105427" y="38798"/>
                    <a:pt x="276210" y="21844"/>
                    <a:pt x="276210" y="21844"/>
                  </a:cubicBezTo>
                  <a:cubicBezTo>
                    <a:pt x="276210" y="21844"/>
                    <a:pt x="466329" y="-4255"/>
                    <a:pt x="597679" y="603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4" name="任意多边形: 形状 453">
              <a:extLst>
                <a:ext uri="{FF2B5EF4-FFF2-40B4-BE49-F238E27FC236}">
                  <a16:creationId xmlns:a16="http://schemas.microsoft.com/office/drawing/2014/main" id="{3187C27A-C060-4D02-B5E7-7D1132C42A1A}"/>
                </a:ext>
              </a:extLst>
            </p:cNvPr>
            <p:cNvSpPr/>
            <p:nvPr/>
          </p:nvSpPr>
          <p:spPr>
            <a:xfrm>
              <a:off x="5388729" y="1874545"/>
              <a:ext cx="833748" cy="996849"/>
            </a:xfrm>
            <a:custGeom>
              <a:avLst/>
              <a:gdLst>
                <a:gd name="connsiteX0" fmla="*/ 0 w 833748"/>
                <a:gd name="connsiteY0" fmla="*/ 104261 h 996849"/>
                <a:gd name="connsiteX1" fmla="*/ 318897 w 833748"/>
                <a:gd name="connsiteY1" fmla="*/ 18536 h 996849"/>
                <a:gd name="connsiteX2" fmla="*/ 503396 w 833748"/>
                <a:gd name="connsiteY2" fmla="*/ 164650 h 996849"/>
                <a:gd name="connsiteX3" fmla="*/ 630650 w 833748"/>
                <a:gd name="connsiteY3" fmla="*/ 277140 h 996849"/>
                <a:gd name="connsiteX4" fmla="*/ 636556 w 833748"/>
                <a:gd name="connsiteY4" fmla="*/ 426683 h 996849"/>
                <a:gd name="connsiteX5" fmla="*/ 673989 w 833748"/>
                <a:gd name="connsiteY5" fmla="*/ 567272 h 996849"/>
                <a:gd name="connsiteX6" fmla="*/ 744379 w 833748"/>
                <a:gd name="connsiteY6" fmla="*/ 604038 h 996849"/>
                <a:gd name="connsiteX7" fmla="*/ 828199 w 833748"/>
                <a:gd name="connsiteY7" fmla="*/ 734816 h 996849"/>
                <a:gd name="connsiteX8" fmla="*/ 827437 w 833748"/>
                <a:gd name="connsiteY8" fmla="*/ 894646 h 996849"/>
                <a:gd name="connsiteX9" fmla="*/ 606361 w 833748"/>
                <a:gd name="connsiteY9" fmla="*/ 936746 h 996849"/>
                <a:gd name="connsiteX10" fmla="*/ 570071 w 833748"/>
                <a:gd name="connsiteY10" fmla="*/ 875691 h 996849"/>
                <a:gd name="connsiteX11" fmla="*/ 557594 w 833748"/>
                <a:gd name="connsiteY11" fmla="*/ 971417 h 996849"/>
                <a:gd name="connsiteX12" fmla="*/ 275463 w 833748"/>
                <a:gd name="connsiteY12" fmla="*/ 996849 h 996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33748" h="996849">
                  <a:moveTo>
                    <a:pt x="0" y="104261"/>
                  </a:moveTo>
                  <a:cubicBezTo>
                    <a:pt x="82106" y="20632"/>
                    <a:pt x="211645" y="-29089"/>
                    <a:pt x="318897" y="18536"/>
                  </a:cubicBezTo>
                  <a:cubicBezTo>
                    <a:pt x="391097" y="50159"/>
                    <a:pt x="440055" y="117882"/>
                    <a:pt x="503396" y="164650"/>
                  </a:cubicBezTo>
                  <a:cubicBezTo>
                    <a:pt x="549497" y="198749"/>
                    <a:pt x="606457" y="225134"/>
                    <a:pt x="630650" y="277140"/>
                  </a:cubicBezTo>
                  <a:cubicBezTo>
                    <a:pt x="651986" y="322955"/>
                    <a:pt x="641699" y="376391"/>
                    <a:pt x="636556" y="426683"/>
                  </a:cubicBezTo>
                  <a:cubicBezTo>
                    <a:pt x="631412" y="476975"/>
                    <a:pt x="635032" y="534982"/>
                    <a:pt x="673989" y="567272"/>
                  </a:cubicBezTo>
                  <a:cubicBezTo>
                    <a:pt x="694373" y="584131"/>
                    <a:pt x="721614" y="590894"/>
                    <a:pt x="744379" y="604038"/>
                  </a:cubicBezTo>
                  <a:cubicBezTo>
                    <a:pt x="790765" y="630613"/>
                    <a:pt x="818293" y="682334"/>
                    <a:pt x="828199" y="734816"/>
                  </a:cubicBezTo>
                  <a:cubicBezTo>
                    <a:pt x="838105" y="787299"/>
                    <a:pt x="832771" y="841401"/>
                    <a:pt x="827437" y="894646"/>
                  </a:cubicBezTo>
                  <a:lnTo>
                    <a:pt x="606361" y="936746"/>
                  </a:lnTo>
                  <a:lnTo>
                    <a:pt x="570071" y="875691"/>
                  </a:lnTo>
                  <a:lnTo>
                    <a:pt x="557594" y="971417"/>
                  </a:lnTo>
                  <a:lnTo>
                    <a:pt x="275463" y="996849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5" name="任意多边形: 形状 454">
              <a:extLst>
                <a:ext uri="{FF2B5EF4-FFF2-40B4-BE49-F238E27FC236}">
                  <a16:creationId xmlns:a16="http://schemas.microsoft.com/office/drawing/2014/main" id="{76952A9B-528A-4E17-82F1-BCBBDD1CAAFB}"/>
                </a:ext>
              </a:extLst>
            </p:cNvPr>
            <p:cNvSpPr/>
            <p:nvPr/>
          </p:nvSpPr>
          <p:spPr>
            <a:xfrm>
              <a:off x="5334800" y="2045068"/>
              <a:ext cx="588240" cy="1103393"/>
            </a:xfrm>
            <a:custGeom>
              <a:avLst/>
              <a:gdLst>
                <a:gd name="connsiteX0" fmla="*/ 377455 w 588240"/>
                <a:gd name="connsiteY0" fmla="*/ 125 h 1103393"/>
                <a:gd name="connsiteX1" fmla="*/ 585614 w 588240"/>
                <a:gd name="connsiteY1" fmla="*/ 194248 h 1103393"/>
                <a:gd name="connsiteX2" fmla="*/ 572946 w 588240"/>
                <a:gd name="connsiteY2" fmla="*/ 571057 h 1103393"/>
                <a:gd name="connsiteX3" fmla="*/ 390828 w 588240"/>
                <a:gd name="connsiteY3" fmla="*/ 780607 h 1103393"/>
                <a:gd name="connsiteX4" fmla="*/ 381303 w 588240"/>
                <a:gd name="connsiteY4" fmla="*/ 1013112 h 1103393"/>
                <a:gd name="connsiteX5" fmla="*/ 370203 w 588240"/>
                <a:gd name="connsiteY5" fmla="*/ 1089224 h 1103393"/>
                <a:gd name="connsiteX6" fmla="*/ 363363 w 588240"/>
                <a:gd name="connsiteY6" fmla="*/ 1103393 h 1103393"/>
                <a:gd name="connsiteX7" fmla="*/ 31020 w 588240"/>
                <a:gd name="connsiteY7" fmla="*/ 1103393 h 1103393"/>
                <a:gd name="connsiteX8" fmla="*/ 16909 w 588240"/>
                <a:gd name="connsiteY8" fmla="*/ 1084549 h 1103393"/>
                <a:gd name="connsiteX9" fmla="*/ 17 w 588240"/>
                <a:gd name="connsiteY9" fmla="*/ 1008540 h 1103393"/>
                <a:gd name="connsiteX10" fmla="*/ 17448 w 588240"/>
                <a:gd name="connsiteY10" fmla="*/ 86424 h 1103393"/>
                <a:gd name="connsiteX11" fmla="*/ 17448 w 588240"/>
                <a:gd name="connsiteY11" fmla="*/ 24988 h 1103393"/>
                <a:gd name="connsiteX12" fmla="*/ 368920 w 588240"/>
                <a:gd name="connsiteY12" fmla="*/ 604 h 1103393"/>
                <a:gd name="connsiteX13" fmla="*/ 377455 w 588240"/>
                <a:gd name="connsiteY13" fmla="*/ 125 h 110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88240" h="1103393">
                  <a:moveTo>
                    <a:pt x="377455" y="125"/>
                  </a:moveTo>
                  <a:cubicBezTo>
                    <a:pt x="488542" y="-3751"/>
                    <a:pt x="581738" y="83161"/>
                    <a:pt x="585614" y="194248"/>
                  </a:cubicBezTo>
                  <a:cubicBezTo>
                    <a:pt x="590091" y="321406"/>
                    <a:pt x="590567" y="476759"/>
                    <a:pt x="572946" y="571057"/>
                  </a:cubicBezTo>
                  <a:cubicBezTo>
                    <a:pt x="537417" y="760413"/>
                    <a:pt x="390828" y="780607"/>
                    <a:pt x="390828" y="780607"/>
                  </a:cubicBezTo>
                  <a:cubicBezTo>
                    <a:pt x="390828" y="780607"/>
                    <a:pt x="384732" y="899860"/>
                    <a:pt x="381303" y="1013112"/>
                  </a:cubicBezTo>
                  <a:cubicBezTo>
                    <a:pt x="380470" y="1040187"/>
                    <a:pt x="376898" y="1065898"/>
                    <a:pt x="370203" y="1089224"/>
                  </a:cubicBezTo>
                  <a:lnTo>
                    <a:pt x="363363" y="1103393"/>
                  </a:lnTo>
                  <a:lnTo>
                    <a:pt x="31020" y="1103393"/>
                  </a:lnTo>
                  <a:lnTo>
                    <a:pt x="16909" y="1084549"/>
                  </a:lnTo>
                  <a:cubicBezTo>
                    <a:pt x="5744" y="1060981"/>
                    <a:pt x="-364" y="1035258"/>
                    <a:pt x="17" y="1008540"/>
                  </a:cubicBezTo>
                  <a:lnTo>
                    <a:pt x="17448" y="86424"/>
                  </a:lnTo>
                  <a:lnTo>
                    <a:pt x="17448" y="24988"/>
                  </a:lnTo>
                  <a:lnTo>
                    <a:pt x="368920" y="604"/>
                  </a:lnTo>
                  <a:cubicBezTo>
                    <a:pt x="371761" y="384"/>
                    <a:pt x="374607" y="224"/>
                    <a:pt x="377455" y="125"/>
                  </a:cubicBezTo>
                  <a:close/>
                </a:path>
              </a:pathLst>
            </a:custGeom>
            <a:solidFill>
              <a:srgbClr val="FFBE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6" name="任意多边形: 形状 455">
              <a:extLst>
                <a:ext uri="{FF2B5EF4-FFF2-40B4-BE49-F238E27FC236}">
                  <a16:creationId xmlns:a16="http://schemas.microsoft.com/office/drawing/2014/main" id="{C6190DD9-BBB3-465C-96A2-6D4B406CCBFD}"/>
                </a:ext>
              </a:extLst>
            </p:cNvPr>
            <p:cNvSpPr/>
            <p:nvPr/>
          </p:nvSpPr>
          <p:spPr>
            <a:xfrm>
              <a:off x="5820593" y="2338722"/>
              <a:ext cx="48767" cy="46740"/>
            </a:xfrm>
            <a:custGeom>
              <a:avLst/>
              <a:gdLst>
                <a:gd name="connsiteX0" fmla="*/ 48768 w 48767"/>
                <a:gd name="connsiteY0" fmla="*/ 22799 h 46740"/>
                <a:gd name="connsiteX1" fmla="*/ 24575 w 48767"/>
                <a:gd name="connsiteY1" fmla="*/ 46706 h 46740"/>
                <a:gd name="connsiteX2" fmla="*/ 25 w 48767"/>
                <a:gd name="connsiteY2" fmla="*/ 24650 h 46740"/>
                <a:gd name="connsiteX3" fmla="*/ 0 w 48767"/>
                <a:gd name="connsiteY3" fmla="*/ 24037 h 46740"/>
                <a:gd name="connsiteX4" fmla="*/ 24193 w 48767"/>
                <a:gd name="connsiteY4" fmla="*/ 34 h 46740"/>
                <a:gd name="connsiteX5" fmla="*/ 48741 w 48767"/>
                <a:gd name="connsiteY5" fmla="*/ 22092 h 46740"/>
                <a:gd name="connsiteX6" fmla="*/ 48768 w 48767"/>
                <a:gd name="connsiteY6" fmla="*/ 22799 h 46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767" h="46740">
                  <a:moveTo>
                    <a:pt x="48768" y="22799"/>
                  </a:moveTo>
                  <a:cubicBezTo>
                    <a:pt x="48561" y="36027"/>
                    <a:pt x="37804" y="46656"/>
                    <a:pt x="24575" y="46706"/>
                  </a:cubicBezTo>
                  <a:cubicBezTo>
                    <a:pt x="11705" y="47395"/>
                    <a:pt x="713" y="37520"/>
                    <a:pt x="25" y="24650"/>
                  </a:cubicBezTo>
                  <a:cubicBezTo>
                    <a:pt x="14" y="24446"/>
                    <a:pt x="6" y="24241"/>
                    <a:pt x="0" y="24037"/>
                  </a:cubicBezTo>
                  <a:cubicBezTo>
                    <a:pt x="256" y="10814"/>
                    <a:pt x="10969" y="186"/>
                    <a:pt x="24193" y="34"/>
                  </a:cubicBezTo>
                  <a:cubicBezTo>
                    <a:pt x="37063" y="-654"/>
                    <a:pt x="48054" y="9222"/>
                    <a:pt x="48741" y="22092"/>
                  </a:cubicBezTo>
                  <a:cubicBezTo>
                    <a:pt x="48753" y="22328"/>
                    <a:pt x="48762" y="22563"/>
                    <a:pt x="48768" y="22799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7" name="任意多边形: 形状 456">
              <a:extLst>
                <a:ext uri="{FF2B5EF4-FFF2-40B4-BE49-F238E27FC236}">
                  <a16:creationId xmlns:a16="http://schemas.microsoft.com/office/drawing/2014/main" id="{7444E63A-5A66-4071-BB6B-DBDC6767A086}"/>
                </a:ext>
              </a:extLst>
            </p:cNvPr>
            <p:cNvSpPr/>
            <p:nvPr/>
          </p:nvSpPr>
          <p:spPr>
            <a:xfrm>
              <a:off x="5787156" y="2291839"/>
              <a:ext cx="97006" cy="27460"/>
            </a:xfrm>
            <a:custGeom>
              <a:avLst/>
              <a:gdLst>
                <a:gd name="connsiteX0" fmla="*/ 96587 w 97006"/>
                <a:gd name="connsiteY0" fmla="*/ 27010 h 27460"/>
                <a:gd name="connsiteX1" fmla="*/ 48962 w 97006"/>
                <a:gd name="connsiteY1" fmla="*/ 15294 h 27460"/>
                <a:gd name="connsiteX2" fmla="*/ 289 w 97006"/>
                <a:gd name="connsiteY2" fmla="*/ 23867 h 27460"/>
                <a:gd name="connsiteX3" fmla="*/ 10767 w 97006"/>
                <a:gd name="connsiteY3" fmla="*/ 10912 h 27460"/>
                <a:gd name="connsiteX4" fmla="*/ 49819 w 97006"/>
                <a:gd name="connsiteY4" fmla="*/ 54 h 27460"/>
                <a:gd name="connsiteX5" fmla="*/ 87919 w 97006"/>
                <a:gd name="connsiteY5" fmla="*/ 13389 h 27460"/>
                <a:gd name="connsiteX6" fmla="*/ 96587 w 97006"/>
                <a:gd name="connsiteY6" fmla="*/ 27010 h 27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006" h="27460">
                  <a:moveTo>
                    <a:pt x="96587" y="27010"/>
                  </a:moveTo>
                  <a:cubicBezTo>
                    <a:pt x="93444" y="30153"/>
                    <a:pt x="75346" y="15865"/>
                    <a:pt x="48962" y="15294"/>
                  </a:cubicBezTo>
                  <a:cubicBezTo>
                    <a:pt x="22578" y="14722"/>
                    <a:pt x="3052" y="27200"/>
                    <a:pt x="289" y="23867"/>
                  </a:cubicBezTo>
                  <a:cubicBezTo>
                    <a:pt x="-1044" y="22438"/>
                    <a:pt x="2194" y="16818"/>
                    <a:pt x="10767" y="10912"/>
                  </a:cubicBezTo>
                  <a:cubicBezTo>
                    <a:pt x="22326" y="3293"/>
                    <a:pt x="35986" y="-505"/>
                    <a:pt x="49819" y="54"/>
                  </a:cubicBezTo>
                  <a:cubicBezTo>
                    <a:pt x="63624" y="280"/>
                    <a:pt x="76987" y="4957"/>
                    <a:pt x="87919" y="13389"/>
                  </a:cubicBezTo>
                  <a:cubicBezTo>
                    <a:pt x="95539" y="19771"/>
                    <a:pt x="98111" y="25581"/>
                    <a:pt x="96587" y="2701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8" name="任意多边形: 形状 457">
              <a:extLst>
                <a:ext uri="{FF2B5EF4-FFF2-40B4-BE49-F238E27FC236}">
                  <a16:creationId xmlns:a16="http://schemas.microsoft.com/office/drawing/2014/main" id="{128FB65A-51BF-4B64-A915-9549410A7BBA}"/>
                </a:ext>
              </a:extLst>
            </p:cNvPr>
            <p:cNvSpPr/>
            <p:nvPr/>
          </p:nvSpPr>
          <p:spPr>
            <a:xfrm>
              <a:off x="5561703" y="2338722"/>
              <a:ext cx="48767" cy="46740"/>
            </a:xfrm>
            <a:custGeom>
              <a:avLst/>
              <a:gdLst>
                <a:gd name="connsiteX0" fmla="*/ 48768 w 48767"/>
                <a:gd name="connsiteY0" fmla="*/ 22799 h 46740"/>
                <a:gd name="connsiteX1" fmla="*/ 24575 w 48767"/>
                <a:gd name="connsiteY1" fmla="*/ 46706 h 46740"/>
                <a:gd name="connsiteX2" fmla="*/ 25 w 48767"/>
                <a:gd name="connsiteY2" fmla="*/ 24650 h 46740"/>
                <a:gd name="connsiteX3" fmla="*/ 0 w 48767"/>
                <a:gd name="connsiteY3" fmla="*/ 24037 h 46740"/>
                <a:gd name="connsiteX4" fmla="*/ 24193 w 48767"/>
                <a:gd name="connsiteY4" fmla="*/ 34 h 46740"/>
                <a:gd name="connsiteX5" fmla="*/ 48741 w 48767"/>
                <a:gd name="connsiteY5" fmla="*/ 22092 h 46740"/>
                <a:gd name="connsiteX6" fmla="*/ 48768 w 48767"/>
                <a:gd name="connsiteY6" fmla="*/ 22799 h 46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767" h="46740">
                  <a:moveTo>
                    <a:pt x="48768" y="22799"/>
                  </a:moveTo>
                  <a:cubicBezTo>
                    <a:pt x="48510" y="36005"/>
                    <a:pt x="37783" y="46606"/>
                    <a:pt x="24575" y="46706"/>
                  </a:cubicBezTo>
                  <a:cubicBezTo>
                    <a:pt x="11705" y="47395"/>
                    <a:pt x="713" y="37520"/>
                    <a:pt x="25" y="24650"/>
                  </a:cubicBezTo>
                  <a:cubicBezTo>
                    <a:pt x="14" y="24446"/>
                    <a:pt x="6" y="24241"/>
                    <a:pt x="0" y="24037"/>
                  </a:cubicBezTo>
                  <a:cubicBezTo>
                    <a:pt x="256" y="10814"/>
                    <a:pt x="10969" y="186"/>
                    <a:pt x="24193" y="34"/>
                  </a:cubicBezTo>
                  <a:cubicBezTo>
                    <a:pt x="37063" y="-654"/>
                    <a:pt x="48054" y="9222"/>
                    <a:pt x="48741" y="22092"/>
                  </a:cubicBezTo>
                  <a:cubicBezTo>
                    <a:pt x="48753" y="22328"/>
                    <a:pt x="48762" y="22563"/>
                    <a:pt x="48768" y="22799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9" name="任意多边形: 形状 458">
              <a:extLst>
                <a:ext uri="{FF2B5EF4-FFF2-40B4-BE49-F238E27FC236}">
                  <a16:creationId xmlns:a16="http://schemas.microsoft.com/office/drawing/2014/main" id="{997C5B0A-1D5C-44C5-8353-451335C18EC2}"/>
                </a:ext>
              </a:extLst>
            </p:cNvPr>
            <p:cNvSpPr/>
            <p:nvPr/>
          </p:nvSpPr>
          <p:spPr>
            <a:xfrm>
              <a:off x="5528648" y="2289565"/>
              <a:ext cx="97006" cy="27521"/>
            </a:xfrm>
            <a:custGeom>
              <a:avLst/>
              <a:gdLst>
                <a:gd name="connsiteX0" fmla="*/ 96587 w 97006"/>
                <a:gd name="connsiteY0" fmla="*/ 27093 h 27521"/>
                <a:gd name="connsiteX1" fmla="*/ 48962 w 97006"/>
                <a:gd name="connsiteY1" fmla="*/ 15282 h 27521"/>
                <a:gd name="connsiteX2" fmla="*/ 289 w 97006"/>
                <a:gd name="connsiteY2" fmla="*/ 23950 h 27521"/>
                <a:gd name="connsiteX3" fmla="*/ 10767 w 97006"/>
                <a:gd name="connsiteY3" fmla="*/ 10996 h 27521"/>
                <a:gd name="connsiteX4" fmla="*/ 49819 w 97006"/>
                <a:gd name="connsiteY4" fmla="*/ 42 h 27521"/>
                <a:gd name="connsiteX5" fmla="*/ 87919 w 97006"/>
                <a:gd name="connsiteY5" fmla="*/ 13377 h 27521"/>
                <a:gd name="connsiteX6" fmla="*/ 96587 w 97006"/>
                <a:gd name="connsiteY6" fmla="*/ 27093 h 27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006" h="27521">
                  <a:moveTo>
                    <a:pt x="96587" y="27093"/>
                  </a:moveTo>
                  <a:cubicBezTo>
                    <a:pt x="93444" y="30141"/>
                    <a:pt x="75346" y="15949"/>
                    <a:pt x="48962" y="15282"/>
                  </a:cubicBezTo>
                  <a:cubicBezTo>
                    <a:pt x="22578" y="14615"/>
                    <a:pt x="3052" y="27284"/>
                    <a:pt x="289" y="23950"/>
                  </a:cubicBezTo>
                  <a:cubicBezTo>
                    <a:pt x="-1044" y="22521"/>
                    <a:pt x="2194" y="16806"/>
                    <a:pt x="10767" y="10996"/>
                  </a:cubicBezTo>
                  <a:cubicBezTo>
                    <a:pt x="22331" y="3378"/>
                    <a:pt x="35980" y="-451"/>
                    <a:pt x="49819" y="42"/>
                  </a:cubicBezTo>
                  <a:cubicBezTo>
                    <a:pt x="63619" y="295"/>
                    <a:pt x="76974" y="4969"/>
                    <a:pt x="87919" y="13377"/>
                  </a:cubicBezTo>
                  <a:cubicBezTo>
                    <a:pt x="95539" y="19854"/>
                    <a:pt x="98111" y="25665"/>
                    <a:pt x="96587" y="27093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0" name="任意多边形: 形状 459">
              <a:extLst>
                <a:ext uri="{FF2B5EF4-FFF2-40B4-BE49-F238E27FC236}">
                  <a16:creationId xmlns:a16="http://schemas.microsoft.com/office/drawing/2014/main" id="{380550B6-3E56-47E9-93F1-CD7FFC80AD7F}"/>
                </a:ext>
              </a:extLst>
            </p:cNvPr>
            <p:cNvSpPr/>
            <p:nvPr/>
          </p:nvSpPr>
          <p:spPr>
            <a:xfrm>
              <a:off x="5708933" y="2295103"/>
              <a:ext cx="73518" cy="220637"/>
            </a:xfrm>
            <a:custGeom>
              <a:avLst/>
              <a:gdLst>
                <a:gd name="connsiteX0" fmla="*/ 6314 w 73518"/>
                <a:gd name="connsiteY0" fmla="*/ 219389 h 220637"/>
                <a:gd name="connsiteX1" fmla="*/ 49176 w 73518"/>
                <a:gd name="connsiteY1" fmla="*/ 212817 h 220637"/>
                <a:gd name="connsiteX2" fmla="*/ 63559 w 73518"/>
                <a:gd name="connsiteY2" fmla="*/ 206626 h 220637"/>
                <a:gd name="connsiteX3" fmla="*/ 59653 w 73518"/>
                <a:gd name="connsiteY3" fmla="*/ 186623 h 220637"/>
                <a:gd name="connsiteX4" fmla="*/ 41175 w 73518"/>
                <a:gd name="connsiteY4" fmla="*/ 134903 h 220637"/>
                <a:gd name="connsiteX5" fmla="*/ 313 w 73518"/>
                <a:gd name="connsiteY5" fmla="*/ 29 h 220637"/>
                <a:gd name="connsiteX6" fmla="*/ 51938 w 73518"/>
                <a:gd name="connsiteY6" fmla="*/ 131378 h 220637"/>
                <a:gd name="connsiteX7" fmla="*/ 69560 w 73518"/>
                <a:gd name="connsiteY7" fmla="*/ 183290 h 220637"/>
                <a:gd name="connsiteX8" fmla="*/ 72322 w 73518"/>
                <a:gd name="connsiteY8" fmla="*/ 209674 h 220637"/>
                <a:gd name="connsiteX9" fmla="*/ 60987 w 73518"/>
                <a:gd name="connsiteY9" fmla="*/ 219199 h 220637"/>
                <a:gd name="connsiteX10" fmla="*/ 49557 w 73518"/>
                <a:gd name="connsiteY10" fmla="*/ 220437 h 220637"/>
                <a:gd name="connsiteX11" fmla="*/ 6314 w 73518"/>
                <a:gd name="connsiteY11" fmla="*/ 219389 h 220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3518" h="220637">
                  <a:moveTo>
                    <a:pt x="6314" y="219389"/>
                  </a:moveTo>
                  <a:cubicBezTo>
                    <a:pt x="6314" y="217865"/>
                    <a:pt x="22697" y="215484"/>
                    <a:pt x="49176" y="212817"/>
                  </a:cubicBezTo>
                  <a:cubicBezTo>
                    <a:pt x="55939" y="212341"/>
                    <a:pt x="62320" y="211198"/>
                    <a:pt x="63559" y="206626"/>
                  </a:cubicBezTo>
                  <a:cubicBezTo>
                    <a:pt x="64339" y="199716"/>
                    <a:pt x="62975" y="192733"/>
                    <a:pt x="59653" y="186623"/>
                  </a:cubicBezTo>
                  <a:cubicBezTo>
                    <a:pt x="53843" y="170145"/>
                    <a:pt x="47652" y="153000"/>
                    <a:pt x="41175" y="134903"/>
                  </a:cubicBezTo>
                  <a:cubicBezTo>
                    <a:pt x="15648" y="61465"/>
                    <a:pt x="-2640" y="1553"/>
                    <a:pt x="313" y="29"/>
                  </a:cubicBezTo>
                  <a:cubicBezTo>
                    <a:pt x="3265" y="-1495"/>
                    <a:pt x="26411" y="57845"/>
                    <a:pt x="51938" y="131378"/>
                  </a:cubicBezTo>
                  <a:cubicBezTo>
                    <a:pt x="58129" y="149476"/>
                    <a:pt x="64035" y="166716"/>
                    <a:pt x="69560" y="183290"/>
                  </a:cubicBezTo>
                  <a:cubicBezTo>
                    <a:pt x="73611" y="191470"/>
                    <a:pt x="74591" y="200832"/>
                    <a:pt x="72322" y="209674"/>
                  </a:cubicBezTo>
                  <a:cubicBezTo>
                    <a:pt x="70226" y="214436"/>
                    <a:pt x="66039" y="217955"/>
                    <a:pt x="60987" y="219199"/>
                  </a:cubicBezTo>
                  <a:cubicBezTo>
                    <a:pt x="57250" y="220127"/>
                    <a:pt x="53405" y="220543"/>
                    <a:pt x="49557" y="220437"/>
                  </a:cubicBezTo>
                  <a:cubicBezTo>
                    <a:pt x="22887" y="220913"/>
                    <a:pt x="6409" y="220532"/>
                    <a:pt x="6314" y="219389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1" name="任意多边形: 形状 460">
              <a:extLst>
                <a:ext uri="{FF2B5EF4-FFF2-40B4-BE49-F238E27FC236}">
                  <a16:creationId xmlns:a16="http://schemas.microsoft.com/office/drawing/2014/main" id="{56B7020F-8207-480C-B571-34977CC791E9}"/>
                </a:ext>
              </a:extLst>
            </p:cNvPr>
            <p:cNvSpPr/>
            <p:nvPr/>
          </p:nvSpPr>
          <p:spPr>
            <a:xfrm>
              <a:off x="5471692" y="2750617"/>
              <a:ext cx="253174" cy="120761"/>
            </a:xfrm>
            <a:custGeom>
              <a:avLst/>
              <a:gdLst>
                <a:gd name="connsiteX0" fmla="*/ 253175 w 253174"/>
                <a:gd name="connsiteY0" fmla="*/ 75057 h 120761"/>
                <a:gd name="connsiteX1" fmla="*/ 0 w 253174"/>
                <a:gd name="connsiteY1" fmla="*/ 0 h 120761"/>
                <a:gd name="connsiteX2" fmla="*/ 249365 w 253174"/>
                <a:gd name="connsiteY2" fmla="*/ 119920 h 12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3174" h="120761">
                  <a:moveTo>
                    <a:pt x="253175" y="75057"/>
                  </a:moveTo>
                  <a:cubicBezTo>
                    <a:pt x="163459" y="73975"/>
                    <a:pt x="75809" y="47990"/>
                    <a:pt x="0" y="0"/>
                  </a:cubicBezTo>
                  <a:cubicBezTo>
                    <a:pt x="0" y="0"/>
                    <a:pt x="58198" y="132493"/>
                    <a:pt x="249365" y="119920"/>
                  </a:cubicBezTo>
                  <a:close/>
                </a:path>
              </a:pathLst>
            </a:custGeom>
            <a:solidFill>
              <a:srgbClr val="EB996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2" name="任意多边形: 形状 461">
              <a:extLst>
                <a:ext uri="{FF2B5EF4-FFF2-40B4-BE49-F238E27FC236}">
                  <a16:creationId xmlns:a16="http://schemas.microsoft.com/office/drawing/2014/main" id="{4B06C6E2-1B11-4787-8542-64F3538A5A37}"/>
                </a:ext>
              </a:extLst>
            </p:cNvPr>
            <p:cNvSpPr/>
            <p:nvPr/>
          </p:nvSpPr>
          <p:spPr>
            <a:xfrm>
              <a:off x="5623606" y="2557965"/>
              <a:ext cx="81064" cy="57770"/>
            </a:xfrm>
            <a:custGeom>
              <a:avLst/>
              <a:gdLst>
                <a:gd name="connsiteX0" fmla="*/ 78781 w 81064"/>
                <a:gd name="connsiteY0" fmla="*/ 19202 h 57770"/>
                <a:gd name="connsiteX1" fmla="*/ 36776 w 81064"/>
                <a:gd name="connsiteY1" fmla="*/ 152 h 57770"/>
                <a:gd name="connsiteX2" fmla="*/ 6487 w 81064"/>
                <a:gd name="connsiteY2" fmla="*/ 15392 h 57770"/>
                <a:gd name="connsiteX3" fmla="*/ 3534 w 81064"/>
                <a:gd name="connsiteY3" fmla="*/ 46634 h 57770"/>
                <a:gd name="connsiteX4" fmla="*/ 37824 w 81064"/>
                <a:gd name="connsiteY4" fmla="*/ 56159 h 57770"/>
                <a:gd name="connsiteX5" fmla="*/ 71923 w 81064"/>
                <a:gd name="connsiteY5" fmla="*/ 37109 h 57770"/>
                <a:gd name="connsiteX6" fmla="*/ 79639 w 81064"/>
                <a:gd name="connsiteY6" fmla="*/ 29489 h 57770"/>
                <a:gd name="connsiteX7" fmla="*/ 79639 w 81064"/>
                <a:gd name="connsiteY7" fmla="*/ 19964 h 57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064" h="57770">
                  <a:moveTo>
                    <a:pt x="78781" y="19202"/>
                  </a:moveTo>
                  <a:cubicBezTo>
                    <a:pt x="68994" y="6043"/>
                    <a:pt x="53124" y="-1154"/>
                    <a:pt x="36776" y="152"/>
                  </a:cubicBezTo>
                  <a:cubicBezTo>
                    <a:pt x="25029" y="907"/>
                    <a:pt x="14094" y="6409"/>
                    <a:pt x="6487" y="15392"/>
                  </a:cubicBezTo>
                  <a:cubicBezTo>
                    <a:pt x="-918" y="24170"/>
                    <a:pt x="-2095" y="36623"/>
                    <a:pt x="3534" y="46634"/>
                  </a:cubicBezTo>
                  <a:cubicBezTo>
                    <a:pt x="11982" y="56457"/>
                    <a:pt x="25520" y="60217"/>
                    <a:pt x="37824" y="56159"/>
                  </a:cubicBezTo>
                  <a:cubicBezTo>
                    <a:pt x="50322" y="52089"/>
                    <a:pt x="61905" y="45618"/>
                    <a:pt x="71923" y="37109"/>
                  </a:cubicBezTo>
                  <a:cubicBezTo>
                    <a:pt x="74967" y="35096"/>
                    <a:pt x="77588" y="32507"/>
                    <a:pt x="79639" y="29489"/>
                  </a:cubicBezTo>
                  <a:cubicBezTo>
                    <a:pt x="81539" y="26598"/>
                    <a:pt x="81539" y="22854"/>
                    <a:pt x="79639" y="19964"/>
                  </a:cubicBezTo>
                </a:path>
              </a:pathLst>
            </a:custGeom>
            <a:solidFill>
              <a:srgbClr val="EB996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3" name="任意多边形: 形状 462">
              <a:extLst>
                <a:ext uri="{FF2B5EF4-FFF2-40B4-BE49-F238E27FC236}">
                  <a16:creationId xmlns:a16="http://schemas.microsoft.com/office/drawing/2014/main" id="{E909AF71-5AF3-42EC-8070-6A1095C22B0E}"/>
                </a:ext>
              </a:extLst>
            </p:cNvPr>
            <p:cNvSpPr/>
            <p:nvPr/>
          </p:nvSpPr>
          <p:spPr>
            <a:xfrm>
              <a:off x="5632720" y="2530205"/>
              <a:ext cx="86526" cy="77253"/>
            </a:xfrm>
            <a:custGeom>
              <a:avLst/>
              <a:gdLst>
                <a:gd name="connsiteX0" fmla="*/ 4707 w 86526"/>
                <a:gd name="connsiteY0" fmla="*/ 4 h 77253"/>
                <a:gd name="connsiteX1" fmla="*/ 32044 w 86526"/>
                <a:gd name="connsiteY1" fmla="*/ 49343 h 77253"/>
                <a:gd name="connsiteX2" fmla="*/ 86527 w 86526"/>
                <a:gd name="connsiteY2" fmla="*/ 71918 h 77253"/>
                <a:gd name="connsiteX3" fmla="*/ 66715 w 86526"/>
                <a:gd name="connsiteY3" fmla="*/ 77252 h 77253"/>
                <a:gd name="connsiteX4" fmla="*/ 21280 w 86526"/>
                <a:gd name="connsiteY4" fmla="*/ 60011 h 77253"/>
                <a:gd name="connsiteX5" fmla="*/ 135 w 86526"/>
                <a:gd name="connsiteY5" fmla="*/ 18768 h 77253"/>
                <a:gd name="connsiteX6" fmla="*/ 4707 w 86526"/>
                <a:gd name="connsiteY6" fmla="*/ 4 h 7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6526" h="77253">
                  <a:moveTo>
                    <a:pt x="4707" y="4"/>
                  </a:moveTo>
                  <a:cubicBezTo>
                    <a:pt x="8993" y="4"/>
                    <a:pt x="8231" y="28579"/>
                    <a:pt x="32044" y="49343"/>
                  </a:cubicBezTo>
                  <a:cubicBezTo>
                    <a:pt x="55856" y="70108"/>
                    <a:pt x="86431" y="67917"/>
                    <a:pt x="86527" y="71918"/>
                  </a:cubicBezTo>
                  <a:cubicBezTo>
                    <a:pt x="86527" y="73727"/>
                    <a:pt x="79573" y="77347"/>
                    <a:pt x="66715" y="77252"/>
                  </a:cubicBezTo>
                  <a:cubicBezTo>
                    <a:pt x="50005" y="77072"/>
                    <a:pt x="33903" y="70962"/>
                    <a:pt x="21280" y="60011"/>
                  </a:cubicBezTo>
                  <a:cubicBezTo>
                    <a:pt x="9134" y="49539"/>
                    <a:pt x="1548" y="34744"/>
                    <a:pt x="135" y="18768"/>
                  </a:cubicBezTo>
                  <a:cubicBezTo>
                    <a:pt x="-722" y="6767"/>
                    <a:pt x="2707" y="-187"/>
                    <a:pt x="4707" y="4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4" name="任意多边形: 形状 463">
              <a:extLst>
                <a:ext uri="{FF2B5EF4-FFF2-40B4-BE49-F238E27FC236}">
                  <a16:creationId xmlns:a16="http://schemas.microsoft.com/office/drawing/2014/main" id="{399A5497-9528-4236-8D8A-CD3AE84BD452}"/>
                </a:ext>
              </a:extLst>
            </p:cNvPr>
            <p:cNvSpPr/>
            <p:nvPr/>
          </p:nvSpPr>
          <p:spPr>
            <a:xfrm>
              <a:off x="5513340" y="2219061"/>
              <a:ext cx="120424" cy="33538"/>
            </a:xfrm>
            <a:custGeom>
              <a:avLst/>
              <a:gdLst>
                <a:gd name="connsiteX0" fmla="*/ 120277 w 120424"/>
                <a:gd name="connsiteY0" fmla="*/ 21111 h 33538"/>
                <a:gd name="connsiteX1" fmla="*/ 60365 w 120424"/>
                <a:gd name="connsiteY1" fmla="*/ 26921 h 33538"/>
                <a:gd name="connsiteX2" fmla="*/ 357 w 120424"/>
                <a:gd name="connsiteY2" fmla="*/ 31017 h 33538"/>
                <a:gd name="connsiteX3" fmla="*/ 13406 w 120424"/>
                <a:gd name="connsiteY3" fmla="*/ 14634 h 33538"/>
                <a:gd name="connsiteX4" fmla="*/ 104751 w 120424"/>
                <a:gd name="connsiteY4" fmla="*/ 7110 h 33538"/>
                <a:gd name="connsiteX5" fmla="*/ 120277 w 120424"/>
                <a:gd name="connsiteY5" fmla="*/ 21111 h 3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0424" h="33538">
                  <a:moveTo>
                    <a:pt x="120277" y="21111"/>
                  </a:moveTo>
                  <a:cubicBezTo>
                    <a:pt x="117419" y="28160"/>
                    <a:pt x="91702" y="24064"/>
                    <a:pt x="60365" y="26921"/>
                  </a:cubicBezTo>
                  <a:cubicBezTo>
                    <a:pt x="29027" y="29779"/>
                    <a:pt x="4262" y="37494"/>
                    <a:pt x="357" y="31017"/>
                  </a:cubicBezTo>
                  <a:cubicBezTo>
                    <a:pt x="-1357" y="27874"/>
                    <a:pt x="3119" y="21492"/>
                    <a:pt x="13406" y="14634"/>
                  </a:cubicBezTo>
                  <a:cubicBezTo>
                    <a:pt x="41085" y="-1765"/>
                    <a:pt x="74762" y="-4539"/>
                    <a:pt x="104751" y="7110"/>
                  </a:cubicBezTo>
                  <a:cubicBezTo>
                    <a:pt x="115895" y="11967"/>
                    <a:pt x="121420" y="17777"/>
                    <a:pt x="120277" y="21111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5" name="任意多边形: 形状 464">
              <a:extLst>
                <a:ext uri="{FF2B5EF4-FFF2-40B4-BE49-F238E27FC236}">
                  <a16:creationId xmlns:a16="http://schemas.microsoft.com/office/drawing/2014/main" id="{D5B99B28-06C4-4FEA-A8DF-CE32201F5977}"/>
                </a:ext>
              </a:extLst>
            </p:cNvPr>
            <p:cNvSpPr/>
            <p:nvPr/>
          </p:nvSpPr>
          <p:spPr>
            <a:xfrm>
              <a:off x="5775885" y="2236899"/>
              <a:ext cx="109700" cy="31204"/>
            </a:xfrm>
            <a:custGeom>
              <a:avLst/>
              <a:gdLst>
                <a:gd name="connsiteX0" fmla="*/ 108811 w 109700"/>
                <a:gd name="connsiteY0" fmla="*/ 28895 h 31204"/>
                <a:gd name="connsiteX1" fmla="*/ 54614 w 109700"/>
                <a:gd name="connsiteY1" fmla="*/ 26800 h 31204"/>
                <a:gd name="connsiteX2" fmla="*/ 607 w 109700"/>
                <a:gd name="connsiteY2" fmla="*/ 23085 h 31204"/>
                <a:gd name="connsiteX3" fmla="*/ 12132 w 109700"/>
                <a:gd name="connsiteY3" fmla="*/ 8798 h 31204"/>
                <a:gd name="connsiteX4" fmla="*/ 56424 w 109700"/>
                <a:gd name="connsiteY4" fmla="*/ 225 h 31204"/>
                <a:gd name="connsiteX5" fmla="*/ 99286 w 109700"/>
                <a:gd name="connsiteY5" fmla="*/ 13370 h 31204"/>
                <a:gd name="connsiteX6" fmla="*/ 108811 w 109700"/>
                <a:gd name="connsiteY6" fmla="*/ 28895 h 31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9700" h="31204">
                  <a:moveTo>
                    <a:pt x="108811" y="28895"/>
                  </a:moveTo>
                  <a:cubicBezTo>
                    <a:pt x="103001" y="34706"/>
                    <a:pt x="81189" y="27848"/>
                    <a:pt x="54614" y="26800"/>
                  </a:cubicBezTo>
                  <a:cubicBezTo>
                    <a:pt x="28039" y="25752"/>
                    <a:pt x="5655" y="29467"/>
                    <a:pt x="607" y="23085"/>
                  </a:cubicBezTo>
                  <a:cubicBezTo>
                    <a:pt x="-1584" y="20037"/>
                    <a:pt x="2131" y="14132"/>
                    <a:pt x="12132" y="8798"/>
                  </a:cubicBezTo>
                  <a:cubicBezTo>
                    <a:pt x="25881" y="2081"/>
                    <a:pt x="41162" y="-877"/>
                    <a:pt x="56424" y="225"/>
                  </a:cubicBezTo>
                  <a:cubicBezTo>
                    <a:pt x="71624" y="727"/>
                    <a:pt x="86418" y="5264"/>
                    <a:pt x="99286" y="13370"/>
                  </a:cubicBezTo>
                  <a:cubicBezTo>
                    <a:pt x="108430" y="19751"/>
                    <a:pt x="111383" y="26038"/>
                    <a:pt x="108811" y="28895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6" name="任意多边形: 形状 465">
              <a:extLst>
                <a:ext uri="{FF2B5EF4-FFF2-40B4-BE49-F238E27FC236}">
                  <a16:creationId xmlns:a16="http://schemas.microsoft.com/office/drawing/2014/main" id="{5C21682F-002A-4953-8577-E6BAE7033B71}"/>
                </a:ext>
              </a:extLst>
            </p:cNvPr>
            <p:cNvSpPr/>
            <p:nvPr/>
          </p:nvSpPr>
          <p:spPr>
            <a:xfrm>
              <a:off x="4935766" y="3029618"/>
              <a:ext cx="225001" cy="126735"/>
            </a:xfrm>
            <a:custGeom>
              <a:avLst/>
              <a:gdLst>
                <a:gd name="connsiteX0" fmla="*/ 242155 w 247175"/>
                <a:gd name="connsiteY0" fmla="*/ 0 h 139225"/>
                <a:gd name="connsiteX1" fmla="*/ 245834 w 247175"/>
                <a:gd name="connsiteY1" fmla="*/ 101050 h 139225"/>
                <a:gd name="connsiteX2" fmla="*/ 247175 w 247175"/>
                <a:gd name="connsiteY2" fmla="*/ 139225 h 139225"/>
                <a:gd name="connsiteX3" fmla="*/ 0 w 247175"/>
                <a:gd name="connsiteY3" fmla="*/ 139225 h 139225"/>
                <a:gd name="connsiteX4" fmla="*/ 18243 w 247175"/>
                <a:gd name="connsiteY4" fmla="*/ 119928 h 139225"/>
                <a:gd name="connsiteX5" fmla="*/ 242155 w 247175"/>
                <a:gd name="connsiteY5" fmla="*/ 0 h 13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7175" h="139225">
                  <a:moveTo>
                    <a:pt x="242155" y="0"/>
                  </a:moveTo>
                  <a:cubicBezTo>
                    <a:pt x="242155" y="0"/>
                    <a:pt x="243673" y="40618"/>
                    <a:pt x="245834" y="101050"/>
                  </a:cubicBezTo>
                  <a:lnTo>
                    <a:pt x="247175" y="139225"/>
                  </a:lnTo>
                  <a:lnTo>
                    <a:pt x="0" y="139225"/>
                  </a:lnTo>
                  <a:lnTo>
                    <a:pt x="18243" y="119928"/>
                  </a:lnTo>
                  <a:cubicBezTo>
                    <a:pt x="122497" y="28054"/>
                    <a:pt x="242155" y="0"/>
                    <a:pt x="24215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7" name="任意多边形: 形状 466">
              <a:extLst>
                <a:ext uri="{FF2B5EF4-FFF2-40B4-BE49-F238E27FC236}">
                  <a16:creationId xmlns:a16="http://schemas.microsoft.com/office/drawing/2014/main" id="{AB17F6DA-FCC5-4381-BA56-37A79F2522D9}"/>
                </a:ext>
              </a:extLst>
            </p:cNvPr>
            <p:cNvSpPr/>
            <p:nvPr/>
          </p:nvSpPr>
          <p:spPr>
            <a:xfrm>
              <a:off x="5992754" y="3029618"/>
              <a:ext cx="185855" cy="126735"/>
            </a:xfrm>
            <a:custGeom>
              <a:avLst/>
              <a:gdLst>
                <a:gd name="connsiteX0" fmla="*/ 0 w 182261"/>
                <a:gd name="connsiteY0" fmla="*/ 0 h 124284"/>
                <a:gd name="connsiteX1" fmla="*/ 160974 w 182261"/>
                <a:gd name="connsiteY1" fmla="*/ 95078 h 124284"/>
                <a:gd name="connsiteX2" fmla="*/ 182261 w 182261"/>
                <a:gd name="connsiteY2" fmla="*/ 124284 h 124284"/>
                <a:gd name="connsiteX3" fmla="*/ 15629 w 182261"/>
                <a:gd name="connsiteY3" fmla="*/ 124284 h 124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261" h="124284">
                  <a:moveTo>
                    <a:pt x="0" y="0"/>
                  </a:moveTo>
                  <a:cubicBezTo>
                    <a:pt x="64127" y="10287"/>
                    <a:pt x="117295" y="46518"/>
                    <a:pt x="160974" y="95078"/>
                  </a:cubicBezTo>
                  <a:lnTo>
                    <a:pt x="182261" y="124284"/>
                  </a:lnTo>
                  <a:lnTo>
                    <a:pt x="15629" y="124284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8" name="任意多边形: 形状 467">
              <a:extLst>
                <a:ext uri="{FF2B5EF4-FFF2-40B4-BE49-F238E27FC236}">
                  <a16:creationId xmlns:a16="http://schemas.microsoft.com/office/drawing/2014/main" id="{03462F35-867C-41EC-AF83-3BB291B8CC3D}"/>
                </a:ext>
              </a:extLst>
            </p:cNvPr>
            <p:cNvSpPr/>
            <p:nvPr/>
          </p:nvSpPr>
          <p:spPr>
            <a:xfrm>
              <a:off x="4925559" y="1944152"/>
              <a:ext cx="636127" cy="955029"/>
            </a:xfrm>
            <a:custGeom>
              <a:avLst/>
              <a:gdLst>
                <a:gd name="connsiteX0" fmla="*/ 562706 w 636127"/>
                <a:gd name="connsiteY0" fmla="*/ 13414 h 955029"/>
                <a:gd name="connsiteX1" fmla="*/ 634239 w 636127"/>
                <a:gd name="connsiteY1" fmla="*/ 177625 h 955029"/>
                <a:gd name="connsiteX2" fmla="*/ 578994 w 636127"/>
                <a:gd name="connsiteY2" fmla="*/ 271065 h 955029"/>
                <a:gd name="connsiteX3" fmla="*/ 542290 w 636127"/>
                <a:gd name="connsiteY3" fmla="*/ 266059 h 955029"/>
                <a:gd name="connsiteX4" fmla="*/ 537560 w 636127"/>
                <a:gd name="connsiteY4" fmla="*/ 255825 h 955029"/>
                <a:gd name="connsiteX5" fmla="*/ 537560 w 636127"/>
                <a:gd name="connsiteY5" fmla="*/ 255825 h 955029"/>
                <a:gd name="connsiteX6" fmla="*/ 503175 w 636127"/>
                <a:gd name="connsiteY6" fmla="*/ 438610 h 955029"/>
                <a:gd name="connsiteX7" fmla="*/ 485935 w 636127"/>
                <a:gd name="connsiteY7" fmla="*/ 527859 h 955029"/>
                <a:gd name="connsiteX8" fmla="*/ 526702 w 636127"/>
                <a:gd name="connsiteY8" fmla="*/ 605011 h 955029"/>
                <a:gd name="connsiteX9" fmla="*/ 557848 w 636127"/>
                <a:gd name="connsiteY9" fmla="*/ 819610 h 955029"/>
                <a:gd name="connsiteX10" fmla="*/ 528797 w 636127"/>
                <a:gd name="connsiteY10" fmla="*/ 871426 h 955029"/>
                <a:gd name="connsiteX11" fmla="*/ 522796 w 636127"/>
                <a:gd name="connsiteY11" fmla="*/ 904954 h 955029"/>
                <a:gd name="connsiteX12" fmla="*/ 500222 w 636127"/>
                <a:gd name="connsiteY12" fmla="*/ 933529 h 955029"/>
                <a:gd name="connsiteX13" fmla="*/ 26829 w 636127"/>
                <a:gd name="connsiteY13" fmla="*/ 947721 h 955029"/>
                <a:gd name="connsiteX14" fmla="*/ 3684 w 636127"/>
                <a:gd name="connsiteY14" fmla="*/ 928099 h 955029"/>
                <a:gd name="connsiteX15" fmla="*/ 38355 w 636127"/>
                <a:gd name="connsiteY15" fmla="*/ 770365 h 955029"/>
                <a:gd name="connsiteX16" fmla="*/ 115603 w 636127"/>
                <a:gd name="connsiteY16" fmla="*/ 604440 h 955029"/>
                <a:gd name="connsiteX17" fmla="*/ 132462 w 636127"/>
                <a:gd name="connsiteY17" fmla="*/ 432990 h 955029"/>
                <a:gd name="connsiteX18" fmla="*/ 275337 w 636127"/>
                <a:gd name="connsiteY18" fmla="*/ 277447 h 955029"/>
                <a:gd name="connsiteX19" fmla="*/ 340774 w 636127"/>
                <a:gd name="connsiteY19" fmla="*/ 88852 h 955029"/>
                <a:gd name="connsiteX20" fmla="*/ 562992 w 636127"/>
                <a:gd name="connsiteY20" fmla="*/ 13318 h 95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36127" h="955029">
                  <a:moveTo>
                    <a:pt x="562706" y="13414"/>
                  </a:moveTo>
                  <a:cubicBezTo>
                    <a:pt x="597187" y="59705"/>
                    <a:pt x="613570" y="95233"/>
                    <a:pt x="634239" y="177625"/>
                  </a:cubicBezTo>
                  <a:cubicBezTo>
                    <a:pt x="644431" y="217915"/>
                    <a:pt x="611569" y="246395"/>
                    <a:pt x="578994" y="271065"/>
                  </a:cubicBezTo>
                  <a:cubicBezTo>
                    <a:pt x="567476" y="279818"/>
                    <a:pt x="551043" y="277577"/>
                    <a:pt x="542290" y="266059"/>
                  </a:cubicBezTo>
                  <a:cubicBezTo>
                    <a:pt x="539989" y="263031"/>
                    <a:pt x="538375" y="259539"/>
                    <a:pt x="537560" y="255825"/>
                  </a:cubicBezTo>
                  <a:lnTo>
                    <a:pt x="537560" y="255825"/>
                  </a:lnTo>
                  <a:cubicBezTo>
                    <a:pt x="537560" y="255825"/>
                    <a:pt x="548800" y="382031"/>
                    <a:pt x="503175" y="438610"/>
                  </a:cubicBezTo>
                  <a:cubicBezTo>
                    <a:pt x="481839" y="465184"/>
                    <a:pt x="480886" y="499189"/>
                    <a:pt x="485935" y="527859"/>
                  </a:cubicBezTo>
                  <a:cubicBezTo>
                    <a:pt x="491660" y="557019"/>
                    <a:pt x="505837" y="583850"/>
                    <a:pt x="526702" y="605011"/>
                  </a:cubicBezTo>
                  <a:cubicBezTo>
                    <a:pt x="579661" y="660637"/>
                    <a:pt x="594329" y="751411"/>
                    <a:pt x="557848" y="819610"/>
                  </a:cubicBezTo>
                  <a:cubicBezTo>
                    <a:pt x="547279" y="836370"/>
                    <a:pt x="537583" y="853666"/>
                    <a:pt x="528797" y="871426"/>
                  </a:cubicBezTo>
                  <a:cubicBezTo>
                    <a:pt x="524355" y="882024"/>
                    <a:pt x="522306" y="893472"/>
                    <a:pt x="522796" y="904954"/>
                  </a:cubicBezTo>
                  <a:cubicBezTo>
                    <a:pt x="523957" y="918933"/>
                    <a:pt x="514090" y="931423"/>
                    <a:pt x="500222" y="933529"/>
                  </a:cubicBezTo>
                  <a:cubicBezTo>
                    <a:pt x="343474" y="956200"/>
                    <a:pt x="184654" y="960961"/>
                    <a:pt x="26829" y="947721"/>
                  </a:cubicBezTo>
                  <a:cubicBezTo>
                    <a:pt x="15702" y="946826"/>
                    <a:pt x="6387" y="938930"/>
                    <a:pt x="3684" y="928099"/>
                  </a:cubicBezTo>
                  <a:cubicBezTo>
                    <a:pt x="-8699" y="875140"/>
                    <a:pt x="11971" y="817990"/>
                    <a:pt x="38355" y="770365"/>
                  </a:cubicBezTo>
                  <a:cubicBezTo>
                    <a:pt x="67882" y="716549"/>
                    <a:pt x="105030" y="664924"/>
                    <a:pt x="115603" y="604440"/>
                  </a:cubicBezTo>
                  <a:cubicBezTo>
                    <a:pt x="125128" y="547290"/>
                    <a:pt x="109602" y="486139"/>
                    <a:pt x="132462" y="432990"/>
                  </a:cubicBezTo>
                  <a:cubicBezTo>
                    <a:pt x="161037" y="367934"/>
                    <a:pt x="237237" y="337168"/>
                    <a:pt x="275337" y="277447"/>
                  </a:cubicBezTo>
                  <a:cubicBezTo>
                    <a:pt x="311437" y="221154"/>
                    <a:pt x="308484" y="147335"/>
                    <a:pt x="340774" y="88852"/>
                  </a:cubicBezTo>
                  <a:cubicBezTo>
                    <a:pt x="382303" y="13604"/>
                    <a:pt x="484315" y="-21067"/>
                    <a:pt x="562992" y="13318"/>
                  </a:cubicBezTo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9" name="任意多边形: 形状 468">
              <a:extLst>
                <a:ext uri="{FF2B5EF4-FFF2-40B4-BE49-F238E27FC236}">
                  <a16:creationId xmlns:a16="http://schemas.microsoft.com/office/drawing/2014/main" id="{54FFD27F-96C5-416E-A58C-F0E623DB35E3}"/>
                </a:ext>
              </a:extLst>
            </p:cNvPr>
            <p:cNvSpPr/>
            <p:nvPr/>
          </p:nvSpPr>
          <p:spPr>
            <a:xfrm>
              <a:off x="5489694" y="1953078"/>
              <a:ext cx="405649" cy="234208"/>
            </a:xfrm>
            <a:custGeom>
              <a:avLst/>
              <a:gdLst>
                <a:gd name="connsiteX0" fmla="*/ 7334 w 405649"/>
                <a:gd name="connsiteY0" fmla="*/ 74306 h 234208"/>
                <a:gd name="connsiteX1" fmla="*/ 153162 w 405649"/>
                <a:gd name="connsiteY1" fmla="*/ 212324 h 234208"/>
                <a:gd name="connsiteX2" fmla="*/ 332899 w 405649"/>
                <a:gd name="connsiteY2" fmla="*/ 225944 h 234208"/>
                <a:gd name="connsiteX3" fmla="*/ 326136 w 405649"/>
                <a:gd name="connsiteY3" fmla="*/ 185558 h 234208"/>
                <a:gd name="connsiteX4" fmla="*/ 348615 w 405649"/>
                <a:gd name="connsiteY4" fmla="*/ 218229 h 234208"/>
                <a:gd name="connsiteX5" fmla="*/ 385477 w 405649"/>
                <a:gd name="connsiteY5" fmla="*/ 226992 h 234208"/>
                <a:gd name="connsiteX6" fmla="*/ 403384 w 405649"/>
                <a:gd name="connsiteY6" fmla="*/ 169842 h 234208"/>
                <a:gd name="connsiteX7" fmla="*/ 350425 w 405649"/>
                <a:gd name="connsiteY7" fmla="*/ 80117 h 234208"/>
                <a:gd name="connsiteX8" fmla="*/ 0 w 405649"/>
                <a:gd name="connsiteY8" fmla="*/ 52113 h 23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5649" h="234208">
                  <a:moveTo>
                    <a:pt x="7334" y="74306"/>
                  </a:moveTo>
                  <a:cubicBezTo>
                    <a:pt x="67246" y="105167"/>
                    <a:pt x="94964" y="178414"/>
                    <a:pt x="153162" y="212324"/>
                  </a:cubicBezTo>
                  <a:cubicBezTo>
                    <a:pt x="206121" y="243184"/>
                    <a:pt x="272224" y="235088"/>
                    <a:pt x="332899" y="225944"/>
                  </a:cubicBezTo>
                  <a:cubicBezTo>
                    <a:pt x="330708" y="212514"/>
                    <a:pt x="328422" y="198988"/>
                    <a:pt x="326136" y="185558"/>
                  </a:cubicBezTo>
                  <a:cubicBezTo>
                    <a:pt x="331595" y="197716"/>
                    <a:pt x="339211" y="208785"/>
                    <a:pt x="348615" y="218229"/>
                  </a:cubicBezTo>
                  <a:cubicBezTo>
                    <a:pt x="358346" y="227724"/>
                    <a:pt x="372514" y="231092"/>
                    <a:pt x="385477" y="226992"/>
                  </a:cubicBezTo>
                  <a:cubicBezTo>
                    <a:pt x="405860" y="218801"/>
                    <a:pt x="408527" y="190797"/>
                    <a:pt x="403384" y="169842"/>
                  </a:cubicBezTo>
                  <a:cubicBezTo>
                    <a:pt x="394069" y="135737"/>
                    <a:pt x="375781" y="104753"/>
                    <a:pt x="350425" y="80117"/>
                  </a:cubicBezTo>
                  <a:cubicBezTo>
                    <a:pt x="256773" y="-14933"/>
                    <a:pt x="107558" y="-26857"/>
                    <a:pt x="0" y="52113"/>
                  </a:cubicBezTo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0" name="任意多边形: 形状 469">
              <a:extLst>
                <a:ext uri="{FF2B5EF4-FFF2-40B4-BE49-F238E27FC236}">
                  <a16:creationId xmlns:a16="http://schemas.microsoft.com/office/drawing/2014/main" id="{9948A6FF-3F5F-4AD7-B9A8-8B8A91C7577A}"/>
                </a:ext>
              </a:extLst>
            </p:cNvPr>
            <p:cNvSpPr/>
            <p:nvPr/>
          </p:nvSpPr>
          <p:spPr>
            <a:xfrm>
              <a:off x="5033944" y="2013995"/>
              <a:ext cx="240865" cy="205276"/>
            </a:xfrm>
            <a:custGeom>
              <a:avLst/>
              <a:gdLst>
                <a:gd name="connsiteX0" fmla="*/ 230769 w 240865"/>
                <a:gd name="connsiteY0" fmla="*/ 169218 h 205276"/>
                <a:gd name="connsiteX1" fmla="*/ 202861 w 240865"/>
                <a:gd name="connsiteY1" fmla="*/ 35868 h 205276"/>
                <a:gd name="connsiteX2" fmla="*/ 68082 w 240865"/>
                <a:gd name="connsiteY2" fmla="*/ 6722 h 205276"/>
                <a:gd name="connsiteX3" fmla="*/ 15409 w 240865"/>
                <a:gd name="connsiteY3" fmla="*/ 43298 h 205276"/>
                <a:gd name="connsiteX4" fmla="*/ 20743 w 240865"/>
                <a:gd name="connsiteY4" fmla="*/ 154645 h 205276"/>
                <a:gd name="connsiteX5" fmla="*/ 124851 w 240865"/>
                <a:gd name="connsiteY5" fmla="*/ 205223 h 205276"/>
                <a:gd name="connsiteX6" fmla="*/ 240866 w 240865"/>
                <a:gd name="connsiteY6" fmla="*/ 181220 h 205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0865" h="205276">
                  <a:moveTo>
                    <a:pt x="230769" y="169218"/>
                  </a:moveTo>
                  <a:cubicBezTo>
                    <a:pt x="249486" y="123232"/>
                    <a:pt x="238448" y="70490"/>
                    <a:pt x="202861" y="35868"/>
                  </a:cubicBezTo>
                  <a:cubicBezTo>
                    <a:pt x="166458" y="2598"/>
                    <a:pt x="114980" y="-8535"/>
                    <a:pt x="68082" y="6722"/>
                  </a:cubicBezTo>
                  <a:cubicBezTo>
                    <a:pt x="47099" y="13038"/>
                    <a:pt x="28658" y="25844"/>
                    <a:pt x="15409" y="43298"/>
                  </a:cubicBezTo>
                  <a:cubicBezTo>
                    <a:pt x="-7927" y="75493"/>
                    <a:pt x="-3641" y="122927"/>
                    <a:pt x="20743" y="154645"/>
                  </a:cubicBezTo>
                  <a:cubicBezTo>
                    <a:pt x="46551" y="185700"/>
                    <a:pt x="84487" y="204130"/>
                    <a:pt x="124851" y="205223"/>
                  </a:cubicBezTo>
                  <a:cubicBezTo>
                    <a:pt x="164833" y="206021"/>
                    <a:pt x="204483" y="197818"/>
                    <a:pt x="240866" y="181220"/>
                  </a:cubicBezTo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471" name="任意多边形: 形状 470">
              <a:extLst>
                <a:ext uri="{FF2B5EF4-FFF2-40B4-BE49-F238E27FC236}">
                  <a16:creationId xmlns:a16="http://schemas.microsoft.com/office/drawing/2014/main" id="{7258067C-A192-4893-B80A-DB996242B14B}"/>
                </a:ext>
              </a:extLst>
            </p:cNvPr>
            <p:cNvSpPr/>
            <p:nvPr/>
          </p:nvSpPr>
          <p:spPr>
            <a:xfrm>
              <a:off x="5251360" y="2960376"/>
              <a:ext cx="579424" cy="195977"/>
            </a:xfrm>
            <a:custGeom>
              <a:avLst/>
              <a:gdLst>
                <a:gd name="connsiteX0" fmla="*/ 467887 w 579424"/>
                <a:gd name="connsiteY0" fmla="*/ 0 h 195977"/>
                <a:gd name="connsiteX1" fmla="*/ 579424 w 579424"/>
                <a:gd name="connsiteY1" fmla="*/ 118586 h 195977"/>
                <a:gd name="connsiteX2" fmla="*/ 541860 w 579424"/>
                <a:gd name="connsiteY2" fmla="*/ 195977 h 195977"/>
                <a:gd name="connsiteX3" fmla="*/ 0 w 579424"/>
                <a:gd name="connsiteY3" fmla="*/ 195977 h 195977"/>
                <a:gd name="connsiteX4" fmla="*/ 82981 w 579424"/>
                <a:gd name="connsiteY4" fmla="*/ 34290 h 195977"/>
                <a:gd name="connsiteX5" fmla="*/ 295865 w 579424"/>
                <a:gd name="connsiteY5" fmla="*/ 136207 h 195977"/>
                <a:gd name="connsiteX6" fmla="*/ 467887 w 579424"/>
                <a:gd name="connsiteY6" fmla="*/ 0 h 195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424" h="195977">
                  <a:moveTo>
                    <a:pt x="467887" y="0"/>
                  </a:moveTo>
                  <a:lnTo>
                    <a:pt x="579424" y="118586"/>
                  </a:lnTo>
                  <a:lnTo>
                    <a:pt x="541860" y="195977"/>
                  </a:lnTo>
                  <a:lnTo>
                    <a:pt x="0" y="195977"/>
                  </a:lnTo>
                  <a:lnTo>
                    <a:pt x="82981" y="34290"/>
                  </a:lnTo>
                  <a:cubicBezTo>
                    <a:pt x="82981" y="34290"/>
                    <a:pt x="129178" y="143161"/>
                    <a:pt x="295865" y="136207"/>
                  </a:cubicBezTo>
                  <a:cubicBezTo>
                    <a:pt x="462553" y="129254"/>
                    <a:pt x="467887" y="0"/>
                    <a:pt x="4678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3" name="任意多边形: 形状 472">
              <a:extLst>
                <a:ext uri="{FF2B5EF4-FFF2-40B4-BE49-F238E27FC236}">
                  <a16:creationId xmlns:a16="http://schemas.microsoft.com/office/drawing/2014/main" id="{04342127-AC4E-447E-9AE4-3F3BCB808BB2}"/>
                </a:ext>
              </a:extLst>
            </p:cNvPr>
            <p:cNvSpPr/>
            <p:nvPr/>
          </p:nvSpPr>
          <p:spPr>
            <a:xfrm>
              <a:off x="5038843" y="3095991"/>
              <a:ext cx="101229" cy="36244"/>
            </a:xfrm>
            <a:custGeom>
              <a:avLst/>
              <a:gdLst>
                <a:gd name="connsiteX0" fmla="*/ 101156 w 101229"/>
                <a:gd name="connsiteY0" fmla="*/ 35889 h 36244"/>
                <a:gd name="connsiteX1" fmla="*/ 50673 w 101229"/>
                <a:gd name="connsiteY1" fmla="*/ 18173 h 36244"/>
                <a:gd name="connsiteX2" fmla="*/ 0 w 101229"/>
                <a:gd name="connsiteY2" fmla="*/ 1600 h 36244"/>
                <a:gd name="connsiteX3" fmla="*/ 54102 w 101229"/>
                <a:gd name="connsiteY3" fmla="*/ 8743 h 36244"/>
                <a:gd name="connsiteX4" fmla="*/ 101156 w 101229"/>
                <a:gd name="connsiteY4" fmla="*/ 35889 h 36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29" h="36244">
                  <a:moveTo>
                    <a:pt x="101156" y="35889"/>
                  </a:moveTo>
                  <a:cubicBezTo>
                    <a:pt x="99631" y="38366"/>
                    <a:pt x="78391" y="27412"/>
                    <a:pt x="50673" y="18173"/>
                  </a:cubicBezTo>
                  <a:cubicBezTo>
                    <a:pt x="22955" y="8934"/>
                    <a:pt x="0" y="4457"/>
                    <a:pt x="0" y="1600"/>
                  </a:cubicBezTo>
                  <a:cubicBezTo>
                    <a:pt x="0" y="-1258"/>
                    <a:pt x="25146" y="-1068"/>
                    <a:pt x="54102" y="8743"/>
                  </a:cubicBezTo>
                  <a:cubicBezTo>
                    <a:pt x="83058" y="18554"/>
                    <a:pt x="102584" y="33603"/>
                    <a:pt x="101156" y="35889"/>
                  </a:cubicBezTo>
                  <a:close/>
                </a:path>
              </a:pathLst>
            </a:custGeom>
            <a:solidFill>
              <a:srgbClr val="FAFAF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4" name="任意多边形: 形状 473">
              <a:extLst>
                <a:ext uri="{FF2B5EF4-FFF2-40B4-BE49-F238E27FC236}">
                  <a16:creationId xmlns:a16="http://schemas.microsoft.com/office/drawing/2014/main" id="{A03AF423-7314-4CAA-8F58-408A8C403E54}"/>
                </a:ext>
              </a:extLst>
            </p:cNvPr>
            <p:cNvSpPr/>
            <p:nvPr/>
          </p:nvSpPr>
          <p:spPr>
            <a:xfrm>
              <a:off x="5277498" y="3050178"/>
              <a:ext cx="45719" cy="70784"/>
            </a:xfrm>
            <a:custGeom>
              <a:avLst/>
              <a:gdLst>
                <a:gd name="connsiteX0" fmla="*/ 725 w 30433"/>
                <a:gd name="connsiteY0" fmla="*/ 100698 h 100722"/>
                <a:gd name="connsiteX1" fmla="*/ 10822 w 30433"/>
                <a:gd name="connsiteY1" fmla="*/ 48978 h 100722"/>
                <a:gd name="connsiteX2" fmla="*/ 29872 w 30433"/>
                <a:gd name="connsiteY2" fmla="*/ 19 h 100722"/>
                <a:gd name="connsiteX3" fmla="*/ 20347 w 30433"/>
                <a:gd name="connsiteY3" fmla="*/ 51740 h 100722"/>
                <a:gd name="connsiteX4" fmla="*/ 725 w 30433"/>
                <a:gd name="connsiteY4" fmla="*/ 100698 h 100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33" h="100722">
                  <a:moveTo>
                    <a:pt x="725" y="100698"/>
                  </a:moveTo>
                  <a:cubicBezTo>
                    <a:pt x="-1846" y="99936"/>
                    <a:pt x="2630" y="76791"/>
                    <a:pt x="10822" y="48978"/>
                  </a:cubicBezTo>
                  <a:cubicBezTo>
                    <a:pt x="19013" y="21165"/>
                    <a:pt x="27776" y="-743"/>
                    <a:pt x="29872" y="19"/>
                  </a:cubicBezTo>
                  <a:cubicBezTo>
                    <a:pt x="31967" y="781"/>
                    <a:pt x="28062" y="23927"/>
                    <a:pt x="20347" y="51740"/>
                  </a:cubicBezTo>
                  <a:cubicBezTo>
                    <a:pt x="12632" y="79553"/>
                    <a:pt x="3392" y="101556"/>
                    <a:pt x="725" y="100698"/>
                  </a:cubicBezTo>
                  <a:close/>
                </a:path>
              </a:pathLst>
            </a:custGeom>
            <a:solidFill>
              <a:srgbClr val="FAFAF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475" name="任意多边形: 形状 474">
              <a:extLst>
                <a:ext uri="{FF2B5EF4-FFF2-40B4-BE49-F238E27FC236}">
                  <a16:creationId xmlns:a16="http://schemas.microsoft.com/office/drawing/2014/main" id="{9FF60D56-4427-48C4-BE04-E616C8C8B76E}"/>
                </a:ext>
              </a:extLst>
            </p:cNvPr>
            <p:cNvSpPr/>
            <p:nvPr/>
          </p:nvSpPr>
          <p:spPr>
            <a:xfrm>
              <a:off x="5999596" y="3100496"/>
              <a:ext cx="48524" cy="45719"/>
            </a:xfrm>
            <a:custGeom>
              <a:avLst/>
              <a:gdLst>
                <a:gd name="connsiteX0" fmla="*/ 71902 w 72163"/>
                <a:gd name="connsiteY0" fmla="*/ 149 h 67991"/>
                <a:gd name="connsiteX1" fmla="*/ 42184 w 72163"/>
                <a:gd name="connsiteY1" fmla="*/ 40439 h 67991"/>
                <a:gd name="connsiteX2" fmla="*/ 83 w 72163"/>
                <a:gd name="connsiteY2" fmla="*/ 67681 h 67991"/>
                <a:gd name="connsiteX3" fmla="*/ 35326 w 72163"/>
                <a:gd name="connsiteY3" fmla="*/ 33296 h 67991"/>
                <a:gd name="connsiteX4" fmla="*/ 71902 w 72163"/>
                <a:gd name="connsiteY4" fmla="*/ 149 h 67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163" h="67991">
                  <a:moveTo>
                    <a:pt x="71902" y="149"/>
                  </a:moveTo>
                  <a:cubicBezTo>
                    <a:pt x="74093" y="1673"/>
                    <a:pt x="62377" y="21389"/>
                    <a:pt x="42184" y="40439"/>
                  </a:cubicBezTo>
                  <a:cubicBezTo>
                    <a:pt x="21991" y="59489"/>
                    <a:pt x="1512" y="69967"/>
                    <a:pt x="83" y="67681"/>
                  </a:cubicBezTo>
                  <a:cubicBezTo>
                    <a:pt x="-1345" y="65395"/>
                    <a:pt x="15800" y="51679"/>
                    <a:pt x="35326" y="33296"/>
                  </a:cubicBezTo>
                  <a:cubicBezTo>
                    <a:pt x="54852" y="14913"/>
                    <a:pt x="69616" y="-1756"/>
                    <a:pt x="71902" y="149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6" name="任意多边形: 形状 475">
              <a:extLst>
                <a:ext uri="{FF2B5EF4-FFF2-40B4-BE49-F238E27FC236}">
                  <a16:creationId xmlns:a16="http://schemas.microsoft.com/office/drawing/2014/main" id="{2DC24601-5561-4FD1-BC1E-2558D4CA3077}"/>
                </a:ext>
              </a:extLst>
            </p:cNvPr>
            <p:cNvSpPr/>
            <p:nvPr/>
          </p:nvSpPr>
          <p:spPr>
            <a:xfrm>
              <a:off x="5798947" y="3055414"/>
              <a:ext cx="129852" cy="34492"/>
            </a:xfrm>
            <a:custGeom>
              <a:avLst/>
              <a:gdLst>
                <a:gd name="connsiteX0" fmla="*/ 129849 w 129852"/>
                <a:gd name="connsiteY0" fmla="*/ 33436 h 34492"/>
                <a:gd name="connsiteX1" fmla="*/ 63174 w 129852"/>
                <a:gd name="connsiteY1" fmla="*/ 24673 h 34492"/>
                <a:gd name="connsiteX2" fmla="*/ 23 w 129852"/>
                <a:gd name="connsiteY2" fmla="*/ 479 h 34492"/>
                <a:gd name="connsiteX3" fmla="*/ 65651 w 129852"/>
                <a:gd name="connsiteY3" fmla="*/ 15053 h 34492"/>
                <a:gd name="connsiteX4" fmla="*/ 129849 w 129852"/>
                <a:gd name="connsiteY4" fmla="*/ 33436 h 3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852" h="34492">
                  <a:moveTo>
                    <a:pt x="129849" y="33436"/>
                  </a:moveTo>
                  <a:cubicBezTo>
                    <a:pt x="129849" y="36103"/>
                    <a:pt x="99083" y="33912"/>
                    <a:pt x="63174" y="24673"/>
                  </a:cubicBezTo>
                  <a:cubicBezTo>
                    <a:pt x="27265" y="15434"/>
                    <a:pt x="-929" y="3051"/>
                    <a:pt x="23" y="479"/>
                  </a:cubicBezTo>
                  <a:cubicBezTo>
                    <a:pt x="976" y="-2092"/>
                    <a:pt x="29837" y="6099"/>
                    <a:pt x="65651" y="15053"/>
                  </a:cubicBezTo>
                  <a:cubicBezTo>
                    <a:pt x="101465" y="24006"/>
                    <a:pt x="130230" y="30579"/>
                    <a:pt x="129849" y="33436"/>
                  </a:cubicBezTo>
                  <a:close/>
                </a:path>
              </a:pathLst>
            </a:custGeom>
            <a:solidFill>
              <a:srgbClr val="FAFAF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7" name="任意多边形: 形状 476">
              <a:extLst>
                <a:ext uri="{FF2B5EF4-FFF2-40B4-BE49-F238E27FC236}">
                  <a16:creationId xmlns:a16="http://schemas.microsoft.com/office/drawing/2014/main" id="{CE8FB764-70C4-432E-B69B-246F82071359}"/>
                </a:ext>
              </a:extLst>
            </p:cNvPr>
            <p:cNvSpPr/>
            <p:nvPr/>
          </p:nvSpPr>
          <p:spPr>
            <a:xfrm>
              <a:off x="5199446" y="2184503"/>
              <a:ext cx="238336" cy="51907"/>
            </a:xfrm>
            <a:custGeom>
              <a:avLst/>
              <a:gdLst>
                <a:gd name="connsiteX0" fmla="*/ 21 w 238336"/>
                <a:gd name="connsiteY0" fmla="*/ 44 h 51907"/>
                <a:gd name="connsiteX1" fmla="*/ 31358 w 238336"/>
                <a:gd name="connsiteY1" fmla="*/ 19094 h 51907"/>
                <a:gd name="connsiteX2" fmla="*/ 67839 w 238336"/>
                <a:gd name="connsiteY2" fmla="*/ 35000 h 51907"/>
                <a:gd name="connsiteX3" fmla="*/ 115464 w 238336"/>
                <a:gd name="connsiteY3" fmla="*/ 45573 h 51907"/>
                <a:gd name="connsiteX4" fmla="*/ 164137 w 238336"/>
                <a:gd name="connsiteY4" fmla="*/ 46049 h 51907"/>
                <a:gd name="connsiteX5" fmla="*/ 203380 w 238336"/>
                <a:gd name="connsiteY5" fmla="*/ 38810 h 51907"/>
                <a:gd name="connsiteX6" fmla="*/ 238336 w 238336"/>
                <a:gd name="connsiteY6" fmla="*/ 26999 h 51907"/>
                <a:gd name="connsiteX7" fmla="*/ 229669 w 238336"/>
                <a:gd name="connsiteY7" fmla="*/ 32048 h 51907"/>
                <a:gd name="connsiteX8" fmla="*/ 219001 w 238336"/>
                <a:gd name="connsiteY8" fmla="*/ 36905 h 51907"/>
                <a:gd name="connsiteX9" fmla="*/ 204332 w 238336"/>
                <a:gd name="connsiteY9" fmla="*/ 42239 h 51907"/>
                <a:gd name="connsiteX10" fmla="*/ 164613 w 238336"/>
                <a:gd name="connsiteY10" fmla="*/ 50621 h 51907"/>
                <a:gd name="connsiteX11" fmla="*/ 114892 w 238336"/>
                <a:gd name="connsiteY11" fmla="*/ 50621 h 51907"/>
                <a:gd name="connsiteX12" fmla="*/ 66505 w 238336"/>
                <a:gd name="connsiteY12" fmla="*/ 39382 h 51907"/>
                <a:gd name="connsiteX13" fmla="*/ 29739 w 238336"/>
                <a:gd name="connsiteY13" fmla="*/ 22237 h 51907"/>
                <a:gd name="connsiteX14" fmla="*/ 16690 w 238336"/>
                <a:gd name="connsiteY14" fmla="*/ 13760 h 51907"/>
                <a:gd name="connsiteX15" fmla="*/ 7165 w 238336"/>
                <a:gd name="connsiteY15" fmla="*/ 6521 h 51907"/>
                <a:gd name="connsiteX16" fmla="*/ 21 w 238336"/>
                <a:gd name="connsiteY16" fmla="*/ 44 h 5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8336" h="51907">
                  <a:moveTo>
                    <a:pt x="21" y="44"/>
                  </a:moveTo>
                  <a:cubicBezTo>
                    <a:pt x="592" y="-718"/>
                    <a:pt x="11451" y="8616"/>
                    <a:pt x="31358" y="19094"/>
                  </a:cubicBezTo>
                  <a:cubicBezTo>
                    <a:pt x="43056" y="25399"/>
                    <a:pt x="55258" y="30720"/>
                    <a:pt x="67839" y="35000"/>
                  </a:cubicBezTo>
                  <a:cubicBezTo>
                    <a:pt x="83348" y="40007"/>
                    <a:pt x="99293" y="43547"/>
                    <a:pt x="115464" y="45573"/>
                  </a:cubicBezTo>
                  <a:cubicBezTo>
                    <a:pt x="131635" y="47294"/>
                    <a:pt x="147935" y="47453"/>
                    <a:pt x="164137" y="46049"/>
                  </a:cubicBezTo>
                  <a:cubicBezTo>
                    <a:pt x="177411" y="44835"/>
                    <a:pt x="190546" y="42412"/>
                    <a:pt x="203380" y="38810"/>
                  </a:cubicBezTo>
                  <a:cubicBezTo>
                    <a:pt x="225287" y="32714"/>
                    <a:pt x="237860" y="26142"/>
                    <a:pt x="238336" y="26999"/>
                  </a:cubicBezTo>
                  <a:cubicBezTo>
                    <a:pt x="235659" y="29022"/>
                    <a:pt x="232749" y="30716"/>
                    <a:pt x="229669" y="32048"/>
                  </a:cubicBezTo>
                  <a:cubicBezTo>
                    <a:pt x="226222" y="33897"/>
                    <a:pt x="222658" y="35520"/>
                    <a:pt x="219001" y="36905"/>
                  </a:cubicBezTo>
                  <a:cubicBezTo>
                    <a:pt x="214208" y="38939"/>
                    <a:pt x="209312" y="40720"/>
                    <a:pt x="204332" y="42239"/>
                  </a:cubicBezTo>
                  <a:cubicBezTo>
                    <a:pt x="191400" y="46332"/>
                    <a:pt x="178096" y="49140"/>
                    <a:pt x="164613" y="50621"/>
                  </a:cubicBezTo>
                  <a:cubicBezTo>
                    <a:pt x="148084" y="52336"/>
                    <a:pt x="131422" y="52336"/>
                    <a:pt x="114892" y="50621"/>
                  </a:cubicBezTo>
                  <a:cubicBezTo>
                    <a:pt x="98414" y="48579"/>
                    <a:pt x="82197" y="44812"/>
                    <a:pt x="66505" y="39382"/>
                  </a:cubicBezTo>
                  <a:cubicBezTo>
                    <a:pt x="53722" y="34875"/>
                    <a:pt x="41408" y="29133"/>
                    <a:pt x="29739" y="22237"/>
                  </a:cubicBezTo>
                  <a:cubicBezTo>
                    <a:pt x="24691" y="19475"/>
                    <a:pt x="20214" y="16331"/>
                    <a:pt x="16690" y="13760"/>
                  </a:cubicBezTo>
                  <a:cubicBezTo>
                    <a:pt x="13357" y="11562"/>
                    <a:pt x="10175" y="9143"/>
                    <a:pt x="7165" y="6521"/>
                  </a:cubicBezTo>
                  <a:cubicBezTo>
                    <a:pt x="2402" y="2711"/>
                    <a:pt x="-265" y="329"/>
                    <a:pt x="21" y="44"/>
                  </a:cubicBezTo>
                  <a:close/>
                </a:path>
              </a:pathLst>
            </a:custGeom>
            <a:solidFill>
              <a:srgbClr val="455A6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8" name="任意多边形: 形状 477">
              <a:extLst>
                <a:ext uri="{FF2B5EF4-FFF2-40B4-BE49-F238E27FC236}">
                  <a16:creationId xmlns:a16="http://schemas.microsoft.com/office/drawing/2014/main" id="{804939D2-36C7-492C-836D-4F09655A3BD8}"/>
                </a:ext>
              </a:extLst>
            </p:cNvPr>
            <p:cNvSpPr/>
            <p:nvPr/>
          </p:nvSpPr>
          <p:spPr>
            <a:xfrm>
              <a:off x="5205278" y="2220932"/>
              <a:ext cx="240220" cy="87355"/>
            </a:xfrm>
            <a:custGeom>
              <a:avLst/>
              <a:gdLst>
                <a:gd name="connsiteX0" fmla="*/ 240220 w 240220"/>
                <a:gd name="connsiteY0" fmla="*/ 73247 h 87355"/>
                <a:gd name="connsiteX1" fmla="*/ 229838 w 240220"/>
                <a:gd name="connsiteY1" fmla="*/ 76391 h 87355"/>
                <a:gd name="connsiteX2" fmla="*/ 201263 w 240220"/>
                <a:gd name="connsiteY2" fmla="*/ 82487 h 87355"/>
                <a:gd name="connsiteX3" fmla="*/ 103727 w 240220"/>
                <a:gd name="connsiteY3" fmla="*/ 83058 h 87355"/>
                <a:gd name="connsiteX4" fmla="*/ 19431 w 240220"/>
                <a:gd name="connsiteY4" fmla="*/ 35433 h 87355"/>
                <a:gd name="connsiteX5" fmla="*/ 3429 w 240220"/>
                <a:gd name="connsiteY5" fmla="*/ 10287 h 87355"/>
                <a:gd name="connsiteX6" fmla="*/ 0 w 240220"/>
                <a:gd name="connsiteY6" fmla="*/ 0 h 87355"/>
                <a:gd name="connsiteX7" fmla="*/ 22098 w 240220"/>
                <a:gd name="connsiteY7" fmla="*/ 33147 h 87355"/>
                <a:gd name="connsiteX8" fmla="*/ 104775 w 240220"/>
                <a:gd name="connsiteY8" fmla="*/ 78581 h 87355"/>
                <a:gd name="connsiteX9" fmla="*/ 200787 w 240220"/>
                <a:gd name="connsiteY9" fmla="*/ 79438 h 87355"/>
                <a:gd name="connsiteX10" fmla="*/ 229362 w 240220"/>
                <a:gd name="connsiteY10" fmla="*/ 74867 h 87355"/>
                <a:gd name="connsiteX11" fmla="*/ 240220 w 240220"/>
                <a:gd name="connsiteY11" fmla="*/ 73247 h 87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0220" h="87355">
                  <a:moveTo>
                    <a:pt x="240220" y="73247"/>
                  </a:moveTo>
                  <a:cubicBezTo>
                    <a:pt x="236887" y="74678"/>
                    <a:pt x="233405" y="75732"/>
                    <a:pt x="229838" y="76391"/>
                  </a:cubicBezTo>
                  <a:cubicBezTo>
                    <a:pt x="223075" y="78105"/>
                    <a:pt x="213265" y="80391"/>
                    <a:pt x="201263" y="82487"/>
                  </a:cubicBezTo>
                  <a:cubicBezTo>
                    <a:pt x="169074" y="88780"/>
                    <a:pt x="135988" y="88974"/>
                    <a:pt x="103727" y="83058"/>
                  </a:cubicBezTo>
                  <a:cubicBezTo>
                    <a:pt x="71199" y="76768"/>
                    <a:pt x="41606" y="60049"/>
                    <a:pt x="19431" y="35433"/>
                  </a:cubicBezTo>
                  <a:cubicBezTo>
                    <a:pt x="12935" y="27849"/>
                    <a:pt x="7548" y="19383"/>
                    <a:pt x="3429" y="10287"/>
                  </a:cubicBezTo>
                  <a:cubicBezTo>
                    <a:pt x="1752" y="7060"/>
                    <a:pt x="595" y="3588"/>
                    <a:pt x="0" y="0"/>
                  </a:cubicBezTo>
                  <a:cubicBezTo>
                    <a:pt x="6031" y="11883"/>
                    <a:pt x="13449" y="23010"/>
                    <a:pt x="22098" y="33147"/>
                  </a:cubicBezTo>
                  <a:cubicBezTo>
                    <a:pt x="44297" y="56475"/>
                    <a:pt x="73181" y="72349"/>
                    <a:pt x="104775" y="78581"/>
                  </a:cubicBezTo>
                  <a:cubicBezTo>
                    <a:pt x="136502" y="84280"/>
                    <a:pt x="168964" y="84570"/>
                    <a:pt x="200787" y="79438"/>
                  </a:cubicBezTo>
                  <a:cubicBezTo>
                    <a:pt x="213074" y="77724"/>
                    <a:pt x="222980" y="76010"/>
                    <a:pt x="229362" y="74867"/>
                  </a:cubicBezTo>
                  <a:cubicBezTo>
                    <a:pt x="232906" y="73904"/>
                    <a:pt x="236550" y="73361"/>
                    <a:pt x="240220" y="73247"/>
                  </a:cubicBezTo>
                  <a:close/>
                </a:path>
              </a:pathLst>
            </a:custGeom>
            <a:solidFill>
              <a:srgbClr val="455A6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9" name="任意多边形: 形状 478">
              <a:extLst>
                <a:ext uri="{FF2B5EF4-FFF2-40B4-BE49-F238E27FC236}">
                  <a16:creationId xmlns:a16="http://schemas.microsoft.com/office/drawing/2014/main" id="{6CB10DE8-FC45-4C32-B9F8-6ECF5D25C9F4}"/>
                </a:ext>
              </a:extLst>
            </p:cNvPr>
            <p:cNvSpPr/>
            <p:nvPr/>
          </p:nvSpPr>
          <p:spPr>
            <a:xfrm>
              <a:off x="5093326" y="2310848"/>
              <a:ext cx="241872" cy="566261"/>
            </a:xfrm>
            <a:custGeom>
              <a:avLst/>
              <a:gdLst>
                <a:gd name="connsiteX0" fmla="*/ 12986 w 241872"/>
                <a:gd name="connsiteY0" fmla="*/ 566261 h 566261"/>
                <a:gd name="connsiteX1" fmla="*/ 11748 w 241872"/>
                <a:gd name="connsiteY1" fmla="*/ 564928 h 566261"/>
                <a:gd name="connsiteX2" fmla="*/ 8510 w 241872"/>
                <a:gd name="connsiteY2" fmla="*/ 560642 h 566261"/>
                <a:gd name="connsiteX3" fmla="*/ 985 w 241872"/>
                <a:gd name="connsiteY3" fmla="*/ 541592 h 566261"/>
                <a:gd name="connsiteX4" fmla="*/ 21845 w 241872"/>
                <a:gd name="connsiteY4" fmla="*/ 470821 h 566261"/>
                <a:gd name="connsiteX5" fmla="*/ 61754 w 241872"/>
                <a:gd name="connsiteY5" fmla="*/ 437198 h 566261"/>
                <a:gd name="connsiteX6" fmla="*/ 112142 w 241872"/>
                <a:gd name="connsiteY6" fmla="*/ 405860 h 566261"/>
                <a:gd name="connsiteX7" fmla="*/ 157957 w 241872"/>
                <a:gd name="connsiteY7" fmla="*/ 360997 h 566261"/>
                <a:gd name="connsiteX8" fmla="*/ 169387 w 241872"/>
                <a:gd name="connsiteY8" fmla="*/ 329565 h 566261"/>
                <a:gd name="connsiteX9" fmla="*/ 167577 w 241872"/>
                <a:gd name="connsiteY9" fmla="*/ 294894 h 566261"/>
                <a:gd name="connsiteX10" fmla="*/ 143479 w 241872"/>
                <a:gd name="connsiteY10" fmla="*/ 229267 h 566261"/>
                <a:gd name="connsiteX11" fmla="*/ 127382 w 241872"/>
                <a:gd name="connsiteY11" fmla="*/ 165068 h 566261"/>
                <a:gd name="connsiteX12" fmla="*/ 160052 w 241872"/>
                <a:gd name="connsiteY12" fmla="*/ 59531 h 566261"/>
                <a:gd name="connsiteX13" fmla="*/ 216155 w 241872"/>
                <a:gd name="connsiteY13" fmla="*/ 10001 h 566261"/>
                <a:gd name="connsiteX14" fmla="*/ 226823 w 241872"/>
                <a:gd name="connsiteY14" fmla="*/ 4858 h 566261"/>
                <a:gd name="connsiteX15" fmla="*/ 235014 w 241872"/>
                <a:gd name="connsiteY15" fmla="*/ 2000 h 566261"/>
                <a:gd name="connsiteX16" fmla="*/ 241872 w 241872"/>
                <a:gd name="connsiteY16" fmla="*/ 0 h 566261"/>
                <a:gd name="connsiteX17" fmla="*/ 235395 w 241872"/>
                <a:gd name="connsiteY17" fmla="*/ 2953 h 566261"/>
                <a:gd name="connsiteX18" fmla="*/ 227489 w 241872"/>
                <a:gd name="connsiteY18" fmla="*/ 6287 h 566261"/>
                <a:gd name="connsiteX19" fmla="*/ 217107 w 241872"/>
                <a:gd name="connsiteY19" fmla="*/ 11716 h 566261"/>
                <a:gd name="connsiteX20" fmla="*/ 162910 w 241872"/>
                <a:gd name="connsiteY20" fmla="*/ 61532 h 566261"/>
                <a:gd name="connsiteX21" fmla="*/ 131954 w 241872"/>
                <a:gd name="connsiteY21" fmla="*/ 164878 h 566261"/>
                <a:gd name="connsiteX22" fmla="*/ 147956 w 241872"/>
                <a:gd name="connsiteY22" fmla="*/ 227362 h 566261"/>
                <a:gd name="connsiteX23" fmla="*/ 172435 w 241872"/>
                <a:gd name="connsiteY23" fmla="*/ 294037 h 566261"/>
                <a:gd name="connsiteX24" fmla="*/ 174245 w 241872"/>
                <a:gd name="connsiteY24" fmla="*/ 330422 h 566261"/>
                <a:gd name="connsiteX25" fmla="*/ 162148 w 241872"/>
                <a:gd name="connsiteY25" fmla="*/ 363760 h 566261"/>
                <a:gd name="connsiteX26" fmla="*/ 114523 w 241872"/>
                <a:gd name="connsiteY26" fmla="*/ 409861 h 566261"/>
                <a:gd name="connsiteX27" fmla="*/ 63850 w 241872"/>
                <a:gd name="connsiteY27" fmla="*/ 440912 h 566261"/>
                <a:gd name="connsiteX28" fmla="*/ 24416 w 241872"/>
                <a:gd name="connsiteY28" fmla="*/ 473297 h 566261"/>
                <a:gd name="connsiteX29" fmla="*/ 2699 w 241872"/>
                <a:gd name="connsiteY29" fmla="*/ 541401 h 566261"/>
                <a:gd name="connsiteX30" fmla="*/ 12986 w 241872"/>
                <a:gd name="connsiteY30" fmla="*/ 566261 h 566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41872" h="566261">
                  <a:moveTo>
                    <a:pt x="12986" y="566261"/>
                  </a:moveTo>
                  <a:cubicBezTo>
                    <a:pt x="12532" y="565857"/>
                    <a:pt x="12117" y="565411"/>
                    <a:pt x="11748" y="564928"/>
                  </a:cubicBezTo>
                  <a:cubicBezTo>
                    <a:pt x="11081" y="563975"/>
                    <a:pt x="9843" y="562642"/>
                    <a:pt x="8510" y="560642"/>
                  </a:cubicBezTo>
                  <a:cubicBezTo>
                    <a:pt x="4818" y="554825"/>
                    <a:pt x="2264" y="548361"/>
                    <a:pt x="985" y="541592"/>
                  </a:cubicBezTo>
                  <a:cubicBezTo>
                    <a:pt x="-2883" y="516077"/>
                    <a:pt x="4757" y="490159"/>
                    <a:pt x="21845" y="470821"/>
                  </a:cubicBezTo>
                  <a:cubicBezTo>
                    <a:pt x="33454" y="457744"/>
                    <a:pt x="46897" y="446418"/>
                    <a:pt x="61754" y="437198"/>
                  </a:cubicBezTo>
                  <a:cubicBezTo>
                    <a:pt x="77375" y="426911"/>
                    <a:pt x="94901" y="417481"/>
                    <a:pt x="112142" y="405860"/>
                  </a:cubicBezTo>
                  <a:cubicBezTo>
                    <a:pt x="130406" y="394304"/>
                    <a:pt x="146019" y="379015"/>
                    <a:pt x="157957" y="360997"/>
                  </a:cubicBezTo>
                  <a:cubicBezTo>
                    <a:pt x="163923" y="351435"/>
                    <a:pt x="167817" y="340727"/>
                    <a:pt x="169387" y="329565"/>
                  </a:cubicBezTo>
                  <a:cubicBezTo>
                    <a:pt x="170870" y="317993"/>
                    <a:pt x="170257" y="306248"/>
                    <a:pt x="167577" y="294894"/>
                  </a:cubicBezTo>
                  <a:cubicBezTo>
                    <a:pt x="161324" y="272405"/>
                    <a:pt x="153265" y="250458"/>
                    <a:pt x="143479" y="229267"/>
                  </a:cubicBezTo>
                  <a:cubicBezTo>
                    <a:pt x="134212" y="209039"/>
                    <a:pt x="128755" y="187275"/>
                    <a:pt x="127382" y="165068"/>
                  </a:cubicBezTo>
                  <a:cubicBezTo>
                    <a:pt x="126249" y="127237"/>
                    <a:pt x="137744" y="90106"/>
                    <a:pt x="160052" y="59531"/>
                  </a:cubicBezTo>
                  <a:cubicBezTo>
                    <a:pt x="174545" y="38792"/>
                    <a:pt x="193779" y="21811"/>
                    <a:pt x="216155" y="10001"/>
                  </a:cubicBezTo>
                  <a:lnTo>
                    <a:pt x="226823" y="4858"/>
                  </a:lnTo>
                  <a:lnTo>
                    <a:pt x="235014" y="2000"/>
                  </a:lnTo>
                  <a:cubicBezTo>
                    <a:pt x="237235" y="1128"/>
                    <a:pt x="239531" y="459"/>
                    <a:pt x="241872" y="0"/>
                  </a:cubicBezTo>
                  <a:cubicBezTo>
                    <a:pt x="239799" y="1163"/>
                    <a:pt x="237633" y="2151"/>
                    <a:pt x="235395" y="2953"/>
                  </a:cubicBezTo>
                  <a:lnTo>
                    <a:pt x="227489" y="6287"/>
                  </a:lnTo>
                  <a:lnTo>
                    <a:pt x="217107" y="11716"/>
                  </a:lnTo>
                  <a:cubicBezTo>
                    <a:pt x="195473" y="23962"/>
                    <a:pt x="176932" y="41004"/>
                    <a:pt x="162910" y="61532"/>
                  </a:cubicBezTo>
                  <a:cubicBezTo>
                    <a:pt x="141576" y="91672"/>
                    <a:pt x="130703" y="127972"/>
                    <a:pt x="131954" y="164878"/>
                  </a:cubicBezTo>
                  <a:cubicBezTo>
                    <a:pt x="133409" y="186511"/>
                    <a:pt x="138833" y="207692"/>
                    <a:pt x="147956" y="227362"/>
                  </a:cubicBezTo>
                  <a:cubicBezTo>
                    <a:pt x="157933" y="248877"/>
                    <a:pt x="166120" y="271177"/>
                    <a:pt x="172435" y="294037"/>
                  </a:cubicBezTo>
                  <a:cubicBezTo>
                    <a:pt x="175172" y="305965"/>
                    <a:pt x="175785" y="318282"/>
                    <a:pt x="174245" y="330422"/>
                  </a:cubicBezTo>
                  <a:cubicBezTo>
                    <a:pt x="172614" y="342265"/>
                    <a:pt x="168491" y="353627"/>
                    <a:pt x="162148" y="363760"/>
                  </a:cubicBezTo>
                  <a:cubicBezTo>
                    <a:pt x="149729" y="382336"/>
                    <a:pt x="133493" y="398052"/>
                    <a:pt x="114523" y="409861"/>
                  </a:cubicBezTo>
                  <a:cubicBezTo>
                    <a:pt x="96997" y="421481"/>
                    <a:pt x="79376" y="430816"/>
                    <a:pt x="63850" y="440912"/>
                  </a:cubicBezTo>
                  <a:cubicBezTo>
                    <a:pt x="49211" y="449747"/>
                    <a:pt x="35928" y="460655"/>
                    <a:pt x="24416" y="473297"/>
                  </a:cubicBezTo>
                  <a:cubicBezTo>
                    <a:pt x="7707" y="491811"/>
                    <a:pt x="-208" y="516632"/>
                    <a:pt x="2699" y="541401"/>
                  </a:cubicBezTo>
                  <a:cubicBezTo>
                    <a:pt x="4431" y="550292"/>
                    <a:pt x="7929" y="558746"/>
                    <a:pt x="12986" y="566261"/>
                  </a:cubicBezTo>
                  <a:close/>
                </a:path>
              </a:pathLst>
            </a:custGeom>
            <a:solidFill>
              <a:srgbClr val="455A6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0" name="任意多边形: 形状 479">
              <a:extLst>
                <a:ext uri="{FF2B5EF4-FFF2-40B4-BE49-F238E27FC236}">
                  <a16:creationId xmlns:a16="http://schemas.microsoft.com/office/drawing/2014/main" id="{17BFDE0A-74ED-4D8E-85E3-AE69E9052DB2}"/>
                </a:ext>
              </a:extLst>
            </p:cNvPr>
            <p:cNvSpPr/>
            <p:nvPr/>
          </p:nvSpPr>
          <p:spPr>
            <a:xfrm>
              <a:off x="5292628" y="2334470"/>
              <a:ext cx="113056" cy="546068"/>
            </a:xfrm>
            <a:custGeom>
              <a:avLst/>
              <a:gdLst>
                <a:gd name="connsiteX0" fmla="*/ 67431 w 113056"/>
                <a:gd name="connsiteY0" fmla="*/ 546068 h 546068"/>
                <a:gd name="connsiteX1" fmla="*/ 61907 w 113056"/>
                <a:gd name="connsiteY1" fmla="*/ 542925 h 546068"/>
                <a:gd name="connsiteX2" fmla="*/ 49619 w 113056"/>
                <a:gd name="connsiteY2" fmla="*/ 529590 h 546068"/>
                <a:gd name="connsiteX3" fmla="*/ 41047 w 113056"/>
                <a:gd name="connsiteY3" fmla="*/ 502158 h 546068"/>
                <a:gd name="connsiteX4" fmla="*/ 45238 w 113056"/>
                <a:gd name="connsiteY4" fmla="*/ 464058 h 546068"/>
                <a:gd name="connsiteX5" fmla="*/ 93815 w 113056"/>
                <a:gd name="connsiteY5" fmla="*/ 378333 h 546068"/>
                <a:gd name="connsiteX6" fmla="*/ 108198 w 113056"/>
                <a:gd name="connsiteY6" fmla="*/ 324041 h 546068"/>
                <a:gd name="connsiteX7" fmla="*/ 92863 w 113056"/>
                <a:gd name="connsiteY7" fmla="*/ 265271 h 546068"/>
                <a:gd name="connsiteX8" fmla="*/ 27712 w 113056"/>
                <a:gd name="connsiteY8" fmla="*/ 164687 h 546068"/>
                <a:gd name="connsiteX9" fmla="*/ 5233 w 113056"/>
                <a:gd name="connsiteY9" fmla="*/ 117062 h 546068"/>
                <a:gd name="connsiteX10" fmla="*/ 566 w 113056"/>
                <a:gd name="connsiteY10" fmla="*/ 71152 h 546068"/>
                <a:gd name="connsiteX11" fmla="*/ 28379 w 113056"/>
                <a:gd name="connsiteY11" fmla="*/ 11621 h 546068"/>
                <a:gd name="connsiteX12" fmla="*/ 43619 w 113056"/>
                <a:gd name="connsiteY12" fmla="*/ 2096 h 546068"/>
                <a:gd name="connsiteX13" fmla="*/ 49524 w 113056"/>
                <a:gd name="connsiteY13" fmla="*/ 0 h 546068"/>
                <a:gd name="connsiteX14" fmla="*/ 29617 w 113056"/>
                <a:gd name="connsiteY14" fmla="*/ 13335 h 546068"/>
                <a:gd name="connsiteX15" fmla="*/ 4090 w 113056"/>
                <a:gd name="connsiteY15" fmla="*/ 71723 h 546068"/>
                <a:gd name="connsiteX16" fmla="*/ 9233 w 113056"/>
                <a:gd name="connsiteY16" fmla="*/ 116110 h 546068"/>
                <a:gd name="connsiteX17" fmla="*/ 31617 w 113056"/>
                <a:gd name="connsiteY17" fmla="*/ 162878 h 546068"/>
                <a:gd name="connsiteX18" fmla="*/ 64669 w 113056"/>
                <a:gd name="connsiteY18" fmla="*/ 210503 h 546068"/>
                <a:gd name="connsiteX19" fmla="*/ 97340 w 113056"/>
                <a:gd name="connsiteY19" fmla="*/ 263938 h 546068"/>
                <a:gd name="connsiteX20" fmla="*/ 113056 w 113056"/>
                <a:gd name="connsiteY20" fmla="*/ 324803 h 546068"/>
                <a:gd name="connsiteX21" fmla="*/ 97911 w 113056"/>
                <a:gd name="connsiteY21" fmla="*/ 381286 h 546068"/>
                <a:gd name="connsiteX22" fmla="*/ 48572 w 113056"/>
                <a:gd name="connsiteY22" fmla="*/ 465487 h 546068"/>
                <a:gd name="connsiteX23" fmla="*/ 43809 w 113056"/>
                <a:gd name="connsiteY23" fmla="*/ 502158 h 546068"/>
                <a:gd name="connsiteX24" fmla="*/ 51239 w 113056"/>
                <a:gd name="connsiteY24" fmla="*/ 528828 h 546068"/>
                <a:gd name="connsiteX25" fmla="*/ 67431 w 113056"/>
                <a:gd name="connsiteY25" fmla="*/ 546068 h 546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3056" h="546068">
                  <a:moveTo>
                    <a:pt x="67431" y="546068"/>
                  </a:moveTo>
                  <a:cubicBezTo>
                    <a:pt x="65474" y="545238"/>
                    <a:pt x="63620" y="544183"/>
                    <a:pt x="61907" y="542925"/>
                  </a:cubicBezTo>
                  <a:cubicBezTo>
                    <a:pt x="56948" y="539361"/>
                    <a:pt x="52767" y="534824"/>
                    <a:pt x="49619" y="529590"/>
                  </a:cubicBezTo>
                  <a:cubicBezTo>
                    <a:pt x="44713" y="521217"/>
                    <a:pt x="41781" y="511835"/>
                    <a:pt x="41047" y="502158"/>
                  </a:cubicBezTo>
                  <a:cubicBezTo>
                    <a:pt x="40035" y="489308"/>
                    <a:pt x="41457" y="476382"/>
                    <a:pt x="45238" y="464058"/>
                  </a:cubicBezTo>
                  <a:cubicBezTo>
                    <a:pt x="52953" y="436150"/>
                    <a:pt x="76289" y="410718"/>
                    <a:pt x="93815" y="378333"/>
                  </a:cubicBezTo>
                  <a:cubicBezTo>
                    <a:pt x="103360" y="361840"/>
                    <a:pt x="108326" y="343096"/>
                    <a:pt x="108198" y="324041"/>
                  </a:cubicBezTo>
                  <a:cubicBezTo>
                    <a:pt x="107226" y="303598"/>
                    <a:pt x="102003" y="283583"/>
                    <a:pt x="92863" y="265271"/>
                  </a:cubicBezTo>
                  <a:cubicBezTo>
                    <a:pt x="74765" y="227171"/>
                    <a:pt x="46952" y="196501"/>
                    <a:pt x="27712" y="164687"/>
                  </a:cubicBezTo>
                  <a:cubicBezTo>
                    <a:pt x="18259" y="149814"/>
                    <a:pt x="10707" y="133814"/>
                    <a:pt x="5233" y="117062"/>
                  </a:cubicBezTo>
                  <a:cubicBezTo>
                    <a:pt x="621" y="102225"/>
                    <a:pt x="-966" y="86613"/>
                    <a:pt x="566" y="71152"/>
                  </a:cubicBezTo>
                  <a:cubicBezTo>
                    <a:pt x="2041" y="48522"/>
                    <a:pt x="11968" y="27273"/>
                    <a:pt x="28379" y="11621"/>
                  </a:cubicBezTo>
                  <a:cubicBezTo>
                    <a:pt x="32971" y="7725"/>
                    <a:pt x="38104" y="4516"/>
                    <a:pt x="43619" y="2096"/>
                  </a:cubicBezTo>
                  <a:cubicBezTo>
                    <a:pt x="45504" y="1183"/>
                    <a:pt x="47485" y="480"/>
                    <a:pt x="49524" y="0"/>
                  </a:cubicBezTo>
                  <a:cubicBezTo>
                    <a:pt x="42336" y="3558"/>
                    <a:pt x="35643" y="8041"/>
                    <a:pt x="29617" y="13335"/>
                  </a:cubicBezTo>
                  <a:cubicBezTo>
                    <a:pt x="14324" y="29068"/>
                    <a:pt x="5255" y="49813"/>
                    <a:pt x="4090" y="71723"/>
                  </a:cubicBezTo>
                  <a:cubicBezTo>
                    <a:pt x="2822" y="86714"/>
                    <a:pt x="4571" y="101806"/>
                    <a:pt x="9233" y="116110"/>
                  </a:cubicBezTo>
                  <a:cubicBezTo>
                    <a:pt x="14666" y="132591"/>
                    <a:pt x="22188" y="148309"/>
                    <a:pt x="31617" y="162878"/>
                  </a:cubicBezTo>
                  <a:cubicBezTo>
                    <a:pt x="41142" y="178403"/>
                    <a:pt x="52953" y="193929"/>
                    <a:pt x="64669" y="210503"/>
                  </a:cubicBezTo>
                  <a:cubicBezTo>
                    <a:pt x="77172" y="227277"/>
                    <a:pt x="88108" y="245163"/>
                    <a:pt x="97340" y="263938"/>
                  </a:cubicBezTo>
                  <a:cubicBezTo>
                    <a:pt x="106865" y="282871"/>
                    <a:pt x="112224" y="303625"/>
                    <a:pt x="113056" y="324803"/>
                  </a:cubicBezTo>
                  <a:cubicBezTo>
                    <a:pt x="113089" y="344638"/>
                    <a:pt x="107863" y="364128"/>
                    <a:pt x="97911" y="381286"/>
                  </a:cubicBezTo>
                  <a:cubicBezTo>
                    <a:pt x="79623" y="413766"/>
                    <a:pt x="56287" y="438436"/>
                    <a:pt x="48572" y="465487"/>
                  </a:cubicBezTo>
                  <a:cubicBezTo>
                    <a:pt x="44788" y="477324"/>
                    <a:pt x="43175" y="489747"/>
                    <a:pt x="43809" y="502158"/>
                  </a:cubicBezTo>
                  <a:cubicBezTo>
                    <a:pt x="44331" y="511480"/>
                    <a:pt x="46866" y="520579"/>
                    <a:pt x="51239" y="528828"/>
                  </a:cubicBezTo>
                  <a:cubicBezTo>
                    <a:pt x="55361" y="535651"/>
                    <a:pt x="60879" y="541526"/>
                    <a:pt x="67431" y="546068"/>
                  </a:cubicBezTo>
                  <a:close/>
                </a:path>
              </a:pathLst>
            </a:custGeom>
            <a:solidFill>
              <a:srgbClr val="455A6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1" name="任意多边形: 形状 480">
              <a:extLst>
                <a:ext uri="{FF2B5EF4-FFF2-40B4-BE49-F238E27FC236}">
                  <a16:creationId xmlns:a16="http://schemas.microsoft.com/office/drawing/2014/main" id="{DD28F285-A441-4D71-B2E2-A2201C1C3A56}"/>
                </a:ext>
              </a:extLst>
            </p:cNvPr>
            <p:cNvSpPr/>
            <p:nvPr/>
          </p:nvSpPr>
          <p:spPr>
            <a:xfrm>
              <a:off x="5468358" y="1929376"/>
              <a:ext cx="267569" cy="236120"/>
            </a:xfrm>
            <a:custGeom>
              <a:avLst/>
              <a:gdLst>
                <a:gd name="connsiteX0" fmla="*/ 267557 w 267569"/>
                <a:gd name="connsiteY0" fmla="*/ 236121 h 236120"/>
                <a:gd name="connsiteX1" fmla="*/ 263938 w 267569"/>
                <a:gd name="connsiteY1" fmla="*/ 234597 h 236120"/>
                <a:gd name="connsiteX2" fmla="*/ 254413 w 267569"/>
                <a:gd name="connsiteY2" fmla="*/ 228596 h 236120"/>
                <a:gd name="connsiteX3" fmla="*/ 227076 w 267569"/>
                <a:gd name="connsiteY3" fmla="*/ 198021 h 236120"/>
                <a:gd name="connsiteX4" fmla="*/ 200692 w 267569"/>
                <a:gd name="connsiteY4" fmla="*/ 143347 h 236120"/>
                <a:gd name="connsiteX5" fmla="*/ 185833 w 267569"/>
                <a:gd name="connsiteY5" fmla="*/ 111153 h 236120"/>
                <a:gd name="connsiteX6" fmla="*/ 164878 w 267569"/>
                <a:gd name="connsiteY6" fmla="*/ 79720 h 236120"/>
                <a:gd name="connsiteX7" fmla="*/ 54769 w 267569"/>
                <a:gd name="connsiteY7" fmla="*/ 8759 h 236120"/>
                <a:gd name="connsiteX8" fmla="*/ 0 w 267569"/>
                <a:gd name="connsiteY8" fmla="*/ 948 h 236120"/>
                <a:gd name="connsiteX9" fmla="*/ 14954 w 267569"/>
                <a:gd name="connsiteY9" fmla="*/ 91 h 236120"/>
                <a:gd name="connsiteX10" fmla="*/ 55626 w 267569"/>
                <a:gd name="connsiteY10" fmla="*/ 5330 h 236120"/>
                <a:gd name="connsiteX11" fmla="*/ 168688 w 267569"/>
                <a:gd name="connsiteY11" fmla="*/ 76577 h 236120"/>
                <a:gd name="connsiteX12" fmla="*/ 190310 w 267569"/>
                <a:gd name="connsiteY12" fmla="*/ 108867 h 236120"/>
                <a:gd name="connsiteX13" fmla="*/ 204978 w 267569"/>
                <a:gd name="connsiteY13" fmla="*/ 141633 h 236120"/>
                <a:gd name="connsiteX14" fmla="*/ 230124 w 267569"/>
                <a:gd name="connsiteY14" fmla="*/ 196211 h 236120"/>
                <a:gd name="connsiteX15" fmla="*/ 255746 w 267569"/>
                <a:gd name="connsiteY15" fmla="*/ 227072 h 236120"/>
                <a:gd name="connsiteX16" fmla="*/ 267557 w 267569"/>
                <a:gd name="connsiteY16" fmla="*/ 236121 h 23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7569" h="236120">
                  <a:moveTo>
                    <a:pt x="267557" y="236121"/>
                  </a:moveTo>
                  <a:cubicBezTo>
                    <a:pt x="267557" y="236121"/>
                    <a:pt x="266224" y="236121"/>
                    <a:pt x="263938" y="234597"/>
                  </a:cubicBezTo>
                  <a:cubicBezTo>
                    <a:pt x="260635" y="232807"/>
                    <a:pt x="257453" y="230803"/>
                    <a:pt x="254413" y="228596"/>
                  </a:cubicBezTo>
                  <a:cubicBezTo>
                    <a:pt x="243514" y="220154"/>
                    <a:pt x="234250" y="209793"/>
                    <a:pt x="227076" y="198021"/>
                  </a:cubicBezTo>
                  <a:cubicBezTo>
                    <a:pt x="216657" y="180626"/>
                    <a:pt x="207826" y="162327"/>
                    <a:pt x="200692" y="143347"/>
                  </a:cubicBezTo>
                  <a:cubicBezTo>
                    <a:pt x="196310" y="132870"/>
                    <a:pt x="191167" y="121916"/>
                    <a:pt x="185833" y="111153"/>
                  </a:cubicBezTo>
                  <a:cubicBezTo>
                    <a:pt x="179864" y="100032"/>
                    <a:pt x="172847" y="89507"/>
                    <a:pt x="164878" y="79720"/>
                  </a:cubicBezTo>
                  <a:cubicBezTo>
                    <a:pt x="136442" y="45198"/>
                    <a:pt x="97955" y="20394"/>
                    <a:pt x="54769" y="8759"/>
                  </a:cubicBezTo>
                  <a:cubicBezTo>
                    <a:pt x="36800" y="4431"/>
                    <a:pt x="18462" y="1815"/>
                    <a:pt x="0" y="948"/>
                  </a:cubicBezTo>
                  <a:cubicBezTo>
                    <a:pt x="4939" y="121"/>
                    <a:pt x="9953" y="-166"/>
                    <a:pt x="14954" y="91"/>
                  </a:cubicBezTo>
                  <a:cubicBezTo>
                    <a:pt x="28655" y="439"/>
                    <a:pt x="42284" y="2195"/>
                    <a:pt x="55626" y="5330"/>
                  </a:cubicBezTo>
                  <a:cubicBezTo>
                    <a:pt x="100024" y="16232"/>
                    <a:pt x="139694" y="41230"/>
                    <a:pt x="168688" y="76577"/>
                  </a:cubicBezTo>
                  <a:cubicBezTo>
                    <a:pt x="176913" y="86623"/>
                    <a:pt x="184154" y="97436"/>
                    <a:pt x="190310" y="108867"/>
                  </a:cubicBezTo>
                  <a:cubicBezTo>
                    <a:pt x="196120" y="119916"/>
                    <a:pt x="200692" y="131060"/>
                    <a:pt x="204978" y="141633"/>
                  </a:cubicBezTo>
                  <a:cubicBezTo>
                    <a:pt x="211894" y="160466"/>
                    <a:pt x="220302" y="178717"/>
                    <a:pt x="230124" y="196211"/>
                  </a:cubicBezTo>
                  <a:cubicBezTo>
                    <a:pt x="236945" y="207812"/>
                    <a:pt x="245597" y="218234"/>
                    <a:pt x="255746" y="227072"/>
                  </a:cubicBezTo>
                  <a:cubicBezTo>
                    <a:pt x="263080" y="233263"/>
                    <a:pt x="267843" y="235740"/>
                    <a:pt x="267557" y="236121"/>
                  </a:cubicBezTo>
                  <a:close/>
                </a:path>
              </a:pathLst>
            </a:custGeom>
            <a:solidFill>
              <a:srgbClr val="455A6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2" name="任意多边形: 形状 481">
              <a:extLst>
                <a:ext uri="{FF2B5EF4-FFF2-40B4-BE49-F238E27FC236}">
                  <a16:creationId xmlns:a16="http://schemas.microsoft.com/office/drawing/2014/main" id="{941D1B78-C2B3-4279-856A-08864EDCCA76}"/>
                </a:ext>
              </a:extLst>
            </p:cNvPr>
            <p:cNvSpPr/>
            <p:nvPr/>
          </p:nvSpPr>
          <p:spPr>
            <a:xfrm>
              <a:off x="5471882" y="1919057"/>
              <a:ext cx="396907" cy="245689"/>
            </a:xfrm>
            <a:custGeom>
              <a:avLst/>
              <a:gdLst>
                <a:gd name="connsiteX0" fmla="*/ 396907 w 396907"/>
                <a:gd name="connsiteY0" fmla="*/ 245677 h 245689"/>
                <a:gd name="connsiteX1" fmla="*/ 391763 w 396907"/>
                <a:gd name="connsiteY1" fmla="*/ 245106 h 245689"/>
                <a:gd name="connsiteX2" fmla="*/ 377476 w 396907"/>
                <a:gd name="connsiteY2" fmla="*/ 241391 h 245689"/>
                <a:gd name="connsiteX3" fmla="*/ 332042 w 396907"/>
                <a:gd name="connsiteY3" fmla="*/ 211959 h 245689"/>
                <a:gd name="connsiteX4" fmla="*/ 284988 w 396907"/>
                <a:gd name="connsiteY4" fmla="*/ 146808 h 245689"/>
                <a:gd name="connsiteX5" fmla="*/ 233172 w 396907"/>
                <a:gd name="connsiteY5" fmla="*/ 64321 h 245689"/>
                <a:gd name="connsiteX6" fmla="*/ 152305 w 396907"/>
                <a:gd name="connsiteY6" fmla="*/ 13934 h 245689"/>
                <a:gd name="connsiteX7" fmla="*/ 73723 w 396907"/>
                <a:gd name="connsiteY7" fmla="*/ 3362 h 245689"/>
                <a:gd name="connsiteX8" fmla="*/ 19812 w 396907"/>
                <a:gd name="connsiteY8" fmla="*/ 4314 h 245689"/>
                <a:gd name="connsiteX9" fmla="*/ 5143 w 396907"/>
                <a:gd name="connsiteY9" fmla="*/ 4885 h 245689"/>
                <a:gd name="connsiteX10" fmla="*/ 0 w 396907"/>
                <a:gd name="connsiteY10" fmla="*/ 4885 h 245689"/>
                <a:gd name="connsiteX11" fmla="*/ 5048 w 396907"/>
                <a:gd name="connsiteY11" fmla="*/ 4028 h 245689"/>
                <a:gd name="connsiteX12" fmla="*/ 19717 w 396907"/>
                <a:gd name="connsiteY12" fmla="*/ 2504 h 245689"/>
                <a:gd name="connsiteX13" fmla="*/ 73723 w 396907"/>
                <a:gd name="connsiteY13" fmla="*/ 28 h 245689"/>
                <a:gd name="connsiteX14" fmla="*/ 153543 w 396907"/>
                <a:gd name="connsiteY14" fmla="*/ 9553 h 245689"/>
                <a:gd name="connsiteX15" fmla="*/ 236887 w 396907"/>
                <a:gd name="connsiteY15" fmla="*/ 61178 h 245689"/>
                <a:gd name="connsiteX16" fmla="*/ 288893 w 396907"/>
                <a:gd name="connsiteY16" fmla="*/ 144712 h 245689"/>
                <a:gd name="connsiteX17" fmla="*/ 334518 w 396907"/>
                <a:gd name="connsiteY17" fmla="*/ 209482 h 245689"/>
                <a:gd name="connsiteX18" fmla="*/ 378142 w 396907"/>
                <a:gd name="connsiteY18" fmla="*/ 239677 h 245689"/>
                <a:gd name="connsiteX19" fmla="*/ 396907 w 396907"/>
                <a:gd name="connsiteY19" fmla="*/ 245677 h 24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6907" h="245689">
                  <a:moveTo>
                    <a:pt x="396907" y="245677"/>
                  </a:moveTo>
                  <a:cubicBezTo>
                    <a:pt x="395173" y="245742"/>
                    <a:pt x="393440" y="245550"/>
                    <a:pt x="391763" y="245106"/>
                  </a:cubicBezTo>
                  <a:cubicBezTo>
                    <a:pt x="386888" y="244349"/>
                    <a:pt x="382102" y="243105"/>
                    <a:pt x="377476" y="241391"/>
                  </a:cubicBezTo>
                  <a:cubicBezTo>
                    <a:pt x="360346" y="235052"/>
                    <a:pt x="344830" y="225001"/>
                    <a:pt x="332042" y="211959"/>
                  </a:cubicBezTo>
                  <a:cubicBezTo>
                    <a:pt x="313252" y="192663"/>
                    <a:pt x="297398" y="170711"/>
                    <a:pt x="284988" y="146808"/>
                  </a:cubicBezTo>
                  <a:cubicBezTo>
                    <a:pt x="270034" y="120614"/>
                    <a:pt x="255556" y="90515"/>
                    <a:pt x="233172" y="64321"/>
                  </a:cubicBezTo>
                  <a:cubicBezTo>
                    <a:pt x="211841" y="39841"/>
                    <a:pt x="183680" y="22294"/>
                    <a:pt x="152305" y="13934"/>
                  </a:cubicBezTo>
                  <a:cubicBezTo>
                    <a:pt x="126659" y="7122"/>
                    <a:pt x="100257" y="3570"/>
                    <a:pt x="73723" y="3362"/>
                  </a:cubicBezTo>
                  <a:cubicBezTo>
                    <a:pt x="50959" y="2885"/>
                    <a:pt x="32575" y="3361"/>
                    <a:pt x="19812" y="4314"/>
                  </a:cubicBezTo>
                  <a:lnTo>
                    <a:pt x="5143" y="4885"/>
                  </a:lnTo>
                  <a:cubicBezTo>
                    <a:pt x="3437" y="5118"/>
                    <a:pt x="1707" y="5118"/>
                    <a:pt x="0" y="4885"/>
                  </a:cubicBezTo>
                  <a:cubicBezTo>
                    <a:pt x="1634" y="4362"/>
                    <a:pt x="3333" y="4073"/>
                    <a:pt x="5048" y="4028"/>
                  </a:cubicBezTo>
                  <a:lnTo>
                    <a:pt x="19717" y="2504"/>
                  </a:lnTo>
                  <a:cubicBezTo>
                    <a:pt x="32385" y="1456"/>
                    <a:pt x="50863" y="-68"/>
                    <a:pt x="73723" y="28"/>
                  </a:cubicBezTo>
                  <a:cubicBezTo>
                    <a:pt x="100634" y="-335"/>
                    <a:pt x="127474" y="2868"/>
                    <a:pt x="153543" y="9553"/>
                  </a:cubicBezTo>
                  <a:cubicBezTo>
                    <a:pt x="185914" y="17918"/>
                    <a:pt x="214979" y="35922"/>
                    <a:pt x="236887" y="61178"/>
                  </a:cubicBezTo>
                  <a:cubicBezTo>
                    <a:pt x="259937" y="88134"/>
                    <a:pt x="274320" y="118328"/>
                    <a:pt x="288893" y="144712"/>
                  </a:cubicBezTo>
                  <a:cubicBezTo>
                    <a:pt x="300971" y="168346"/>
                    <a:pt x="316331" y="190152"/>
                    <a:pt x="334518" y="209482"/>
                  </a:cubicBezTo>
                  <a:cubicBezTo>
                    <a:pt x="346778" y="222498"/>
                    <a:pt x="361642" y="232786"/>
                    <a:pt x="378142" y="239677"/>
                  </a:cubicBezTo>
                  <a:cubicBezTo>
                    <a:pt x="389954" y="244249"/>
                    <a:pt x="397002" y="245106"/>
                    <a:pt x="396907" y="245677"/>
                  </a:cubicBezTo>
                  <a:close/>
                </a:path>
              </a:pathLst>
            </a:custGeom>
            <a:solidFill>
              <a:srgbClr val="455A6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3" name="任意多边形: 形状 482">
              <a:extLst>
                <a:ext uri="{FF2B5EF4-FFF2-40B4-BE49-F238E27FC236}">
                  <a16:creationId xmlns:a16="http://schemas.microsoft.com/office/drawing/2014/main" id="{73406583-DC8A-439D-A670-D4AEB46FE05D}"/>
                </a:ext>
              </a:extLst>
            </p:cNvPr>
            <p:cNvSpPr/>
            <p:nvPr/>
          </p:nvSpPr>
          <p:spPr>
            <a:xfrm>
              <a:off x="5936498" y="2326374"/>
              <a:ext cx="172088" cy="456533"/>
            </a:xfrm>
            <a:custGeom>
              <a:avLst/>
              <a:gdLst>
                <a:gd name="connsiteX0" fmla="*/ 157176 w 172088"/>
                <a:gd name="connsiteY0" fmla="*/ 456533 h 456533"/>
                <a:gd name="connsiteX1" fmla="*/ 162796 w 172088"/>
                <a:gd name="connsiteY1" fmla="*/ 437483 h 456533"/>
                <a:gd name="connsiteX2" fmla="*/ 168511 w 172088"/>
                <a:gd name="connsiteY2" fmla="*/ 383762 h 456533"/>
                <a:gd name="connsiteX3" fmla="*/ 148318 w 172088"/>
                <a:gd name="connsiteY3" fmla="*/ 306800 h 456533"/>
                <a:gd name="connsiteX4" fmla="*/ 121076 w 172088"/>
                <a:gd name="connsiteY4" fmla="*/ 268224 h 456533"/>
                <a:gd name="connsiteX5" fmla="*/ 84691 w 172088"/>
                <a:gd name="connsiteY5" fmla="*/ 232124 h 456533"/>
                <a:gd name="connsiteX6" fmla="*/ 49353 w 172088"/>
                <a:gd name="connsiteY6" fmla="*/ 194024 h 456533"/>
                <a:gd name="connsiteX7" fmla="*/ 23921 w 172088"/>
                <a:gd name="connsiteY7" fmla="*/ 152971 h 456533"/>
                <a:gd name="connsiteX8" fmla="*/ 1442 w 172088"/>
                <a:gd name="connsiteY8" fmla="*/ 74676 h 456533"/>
                <a:gd name="connsiteX9" fmla="*/ 2014 w 172088"/>
                <a:gd name="connsiteY9" fmla="*/ 19717 h 456533"/>
                <a:gd name="connsiteX10" fmla="*/ 4586 w 172088"/>
                <a:gd name="connsiteY10" fmla="*/ 5048 h 456533"/>
                <a:gd name="connsiteX11" fmla="*/ 6014 w 172088"/>
                <a:gd name="connsiteY11" fmla="*/ 0 h 456533"/>
                <a:gd name="connsiteX12" fmla="*/ 3919 w 172088"/>
                <a:gd name="connsiteY12" fmla="*/ 20003 h 456533"/>
                <a:gd name="connsiteX13" fmla="*/ 4871 w 172088"/>
                <a:gd name="connsiteY13" fmla="*/ 74200 h 456533"/>
                <a:gd name="connsiteX14" fmla="*/ 28017 w 172088"/>
                <a:gd name="connsiteY14" fmla="*/ 150971 h 456533"/>
                <a:gd name="connsiteX15" fmla="*/ 53163 w 172088"/>
                <a:gd name="connsiteY15" fmla="*/ 191072 h 456533"/>
                <a:gd name="connsiteX16" fmla="*/ 88025 w 172088"/>
                <a:gd name="connsiteY16" fmla="*/ 228314 h 456533"/>
                <a:gd name="connsiteX17" fmla="*/ 124696 w 172088"/>
                <a:gd name="connsiteY17" fmla="*/ 264795 h 456533"/>
                <a:gd name="connsiteX18" fmla="*/ 152318 w 172088"/>
                <a:gd name="connsiteY18" fmla="*/ 304514 h 456533"/>
                <a:gd name="connsiteX19" fmla="*/ 172035 w 172088"/>
                <a:gd name="connsiteY19" fmla="*/ 383476 h 456533"/>
                <a:gd name="connsiteX20" fmla="*/ 164701 w 172088"/>
                <a:gd name="connsiteY20" fmla="*/ 437864 h 456533"/>
                <a:gd name="connsiteX21" fmla="*/ 159462 w 172088"/>
                <a:gd name="connsiteY21" fmla="*/ 451866 h 456533"/>
                <a:gd name="connsiteX22" fmla="*/ 157176 w 172088"/>
                <a:gd name="connsiteY22" fmla="*/ 456533 h 45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088" h="456533">
                  <a:moveTo>
                    <a:pt x="157176" y="456533"/>
                  </a:moveTo>
                  <a:cubicBezTo>
                    <a:pt x="156700" y="456533"/>
                    <a:pt x="159653" y="449771"/>
                    <a:pt x="162796" y="437483"/>
                  </a:cubicBezTo>
                  <a:cubicBezTo>
                    <a:pt x="167364" y="419960"/>
                    <a:pt x="169290" y="401854"/>
                    <a:pt x="168511" y="383762"/>
                  </a:cubicBezTo>
                  <a:cubicBezTo>
                    <a:pt x="167604" y="356923"/>
                    <a:pt x="160705" y="330627"/>
                    <a:pt x="148318" y="306800"/>
                  </a:cubicBezTo>
                  <a:cubicBezTo>
                    <a:pt x="140934" y="292824"/>
                    <a:pt x="131778" y="279858"/>
                    <a:pt x="121076" y="268224"/>
                  </a:cubicBezTo>
                  <a:cubicBezTo>
                    <a:pt x="110027" y="255937"/>
                    <a:pt x="97359" y="244316"/>
                    <a:pt x="84691" y="232124"/>
                  </a:cubicBezTo>
                  <a:cubicBezTo>
                    <a:pt x="71901" y="220401"/>
                    <a:pt x="60083" y="207659"/>
                    <a:pt x="49353" y="194024"/>
                  </a:cubicBezTo>
                  <a:cubicBezTo>
                    <a:pt x="39496" y="181244"/>
                    <a:pt x="30974" y="167488"/>
                    <a:pt x="23921" y="152971"/>
                  </a:cubicBezTo>
                  <a:cubicBezTo>
                    <a:pt x="12055" y="128332"/>
                    <a:pt x="4454" y="101858"/>
                    <a:pt x="1442" y="74676"/>
                  </a:cubicBezTo>
                  <a:cubicBezTo>
                    <a:pt x="-656" y="56404"/>
                    <a:pt x="-464" y="37941"/>
                    <a:pt x="2014" y="19717"/>
                  </a:cubicBezTo>
                  <a:cubicBezTo>
                    <a:pt x="2558" y="14777"/>
                    <a:pt x="3417" y="9878"/>
                    <a:pt x="4586" y="5048"/>
                  </a:cubicBezTo>
                  <a:cubicBezTo>
                    <a:pt x="4836" y="3310"/>
                    <a:pt x="5316" y="1612"/>
                    <a:pt x="6014" y="0"/>
                  </a:cubicBezTo>
                  <a:cubicBezTo>
                    <a:pt x="6491" y="0"/>
                    <a:pt x="4967" y="7144"/>
                    <a:pt x="3919" y="20003"/>
                  </a:cubicBezTo>
                  <a:cubicBezTo>
                    <a:pt x="2189" y="38046"/>
                    <a:pt x="2509" y="56228"/>
                    <a:pt x="4871" y="74200"/>
                  </a:cubicBezTo>
                  <a:cubicBezTo>
                    <a:pt x="8436" y="100863"/>
                    <a:pt x="16250" y="126782"/>
                    <a:pt x="28017" y="150971"/>
                  </a:cubicBezTo>
                  <a:cubicBezTo>
                    <a:pt x="35053" y="165136"/>
                    <a:pt x="43476" y="178569"/>
                    <a:pt x="53163" y="191072"/>
                  </a:cubicBezTo>
                  <a:cubicBezTo>
                    <a:pt x="63818" y="204356"/>
                    <a:pt x="75473" y="216806"/>
                    <a:pt x="88025" y="228314"/>
                  </a:cubicBezTo>
                  <a:cubicBezTo>
                    <a:pt x="100788" y="240506"/>
                    <a:pt x="113456" y="252222"/>
                    <a:pt x="124696" y="264795"/>
                  </a:cubicBezTo>
                  <a:cubicBezTo>
                    <a:pt x="135611" y="276761"/>
                    <a:pt x="144899" y="290117"/>
                    <a:pt x="152318" y="304514"/>
                  </a:cubicBezTo>
                  <a:cubicBezTo>
                    <a:pt x="164819" y="328990"/>
                    <a:pt x="171563" y="355997"/>
                    <a:pt x="172035" y="383476"/>
                  </a:cubicBezTo>
                  <a:cubicBezTo>
                    <a:pt x="172492" y="401880"/>
                    <a:pt x="170016" y="420239"/>
                    <a:pt x="164701" y="437864"/>
                  </a:cubicBezTo>
                  <a:cubicBezTo>
                    <a:pt x="163314" y="442658"/>
                    <a:pt x="161563" y="447339"/>
                    <a:pt x="159462" y="451866"/>
                  </a:cubicBezTo>
                  <a:cubicBezTo>
                    <a:pt x="158940" y="453528"/>
                    <a:pt x="158170" y="455102"/>
                    <a:pt x="157176" y="456533"/>
                  </a:cubicBezTo>
                  <a:close/>
                </a:path>
              </a:pathLst>
            </a:custGeom>
            <a:solidFill>
              <a:srgbClr val="455A6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4" name="任意多边形: 形状 483">
              <a:extLst>
                <a:ext uri="{FF2B5EF4-FFF2-40B4-BE49-F238E27FC236}">
                  <a16:creationId xmlns:a16="http://schemas.microsoft.com/office/drawing/2014/main" id="{4A7B1C76-8135-40A9-8A75-04F2DF2F4677}"/>
                </a:ext>
              </a:extLst>
            </p:cNvPr>
            <p:cNvSpPr/>
            <p:nvPr/>
          </p:nvSpPr>
          <p:spPr>
            <a:xfrm>
              <a:off x="5050210" y="2070314"/>
              <a:ext cx="182690" cy="86896"/>
            </a:xfrm>
            <a:custGeom>
              <a:avLst/>
              <a:gdLst>
                <a:gd name="connsiteX0" fmla="*/ 1 w 182690"/>
                <a:gd name="connsiteY0" fmla="*/ 86896 h 86896"/>
                <a:gd name="connsiteX1" fmla="*/ 1239 w 182690"/>
                <a:gd name="connsiteY1" fmla="*/ 77371 h 86896"/>
                <a:gd name="connsiteX2" fmla="*/ 10288 w 182690"/>
                <a:gd name="connsiteY2" fmla="*/ 53654 h 86896"/>
                <a:gd name="connsiteX3" fmla="*/ 148326 w 182690"/>
                <a:gd name="connsiteY3" fmla="*/ 12183 h 86896"/>
                <a:gd name="connsiteX4" fmla="*/ 158306 w 182690"/>
                <a:gd name="connsiteY4" fmla="*/ 18316 h 86896"/>
                <a:gd name="connsiteX5" fmla="*/ 177356 w 182690"/>
                <a:gd name="connsiteY5" fmla="*/ 35366 h 86896"/>
                <a:gd name="connsiteX6" fmla="*/ 182690 w 182690"/>
                <a:gd name="connsiteY6" fmla="*/ 43176 h 86896"/>
                <a:gd name="connsiteX7" fmla="*/ 156306 w 182690"/>
                <a:gd name="connsiteY7" fmla="*/ 21269 h 86896"/>
                <a:gd name="connsiteX8" fmla="*/ 16220 w 182690"/>
                <a:gd name="connsiteY8" fmla="*/ 50920 h 86896"/>
                <a:gd name="connsiteX9" fmla="*/ 13431 w 182690"/>
                <a:gd name="connsiteY9" fmla="*/ 55464 h 86896"/>
                <a:gd name="connsiteX10" fmla="*/ 1 w 182690"/>
                <a:gd name="connsiteY10" fmla="*/ 86896 h 86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2690" h="86896">
                  <a:moveTo>
                    <a:pt x="1" y="86896"/>
                  </a:moveTo>
                  <a:cubicBezTo>
                    <a:pt x="-22" y="83680"/>
                    <a:pt x="395" y="80475"/>
                    <a:pt x="1239" y="77371"/>
                  </a:cubicBezTo>
                  <a:cubicBezTo>
                    <a:pt x="3165" y="69091"/>
                    <a:pt x="6209" y="61112"/>
                    <a:pt x="10288" y="53654"/>
                  </a:cubicBezTo>
                  <a:cubicBezTo>
                    <a:pt x="36954" y="4084"/>
                    <a:pt x="98756" y="-14484"/>
                    <a:pt x="148326" y="12183"/>
                  </a:cubicBezTo>
                  <a:cubicBezTo>
                    <a:pt x="151767" y="14034"/>
                    <a:pt x="155100" y="16082"/>
                    <a:pt x="158306" y="18316"/>
                  </a:cubicBezTo>
                  <a:cubicBezTo>
                    <a:pt x="165442" y="23056"/>
                    <a:pt x="171857" y="28798"/>
                    <a:pt x="177356" y="35366"/>
                  </a:cubicBezTo>
                  <a:cubicBezTo>
                    <a:pt x="179556" y="37655"/>
                    <a:pt x="181359" y="40295"/>
                    <a:pt x="182690" y="43176"/>
                  </a:cubicBezTo>
                  <a:cubicBezTo>
                    <a:pt x="174636" y="35026"/>
                    <a:pt x="165798" y="27688"/>
                    <a:pt x="156306" y="21269"/>
                  </a:cubicBezTo>
                  <a:cubicBezTo>
                    <a:pt x="109434" y="-9227"/>
                    <a:pt x="46715" y="4049"/>
                    <a:pt x="16220" y="50920"/>
                  </a:cubicBezTo>
                  <a:cubicBezTo>
                    <a:pt x="15250" y="52410"/>
                    <a:pt x="14321" y="53925"/>
                    <a:pt x="13431" y="55464"/>
                  </a:cubicBezTo>
                  <a:cubicBezTo>
                    <a:pt x="7950" y="65483"/>
                    <a:pt x="3452" y="76010"/>
                    <a:pt x="1" y="86896"/>
                  </a:cubicBezTo>
                  <a:close/>
                </a:path>
              </a:pathLst>
            </a:custGeom>
            <a:solidFill>
              <a:srgbClr val="455A6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5" name="任意多边形: 形状 484">
              <a:extLst>
                <a:ext uri="{FF2B5EF4-FFF2-40B4-BE49-F238E27FC236}">
                  <a16:creationId xmlns:a16="http://schemas.microsoft.com/office/drawing/2014/main" id="{BD5B3FE9-9F66-4C04-8410-30B47BEEBBBC}"/>
                </a:ext>
              </a:extLst>
            </p:cNvPr>
            <p:cNvSpPr/>
            <p:nvPr/>
          </p:nvSpPr>
          <p:spPr>
            <a:xfrm>
              <a:off x="5142504" y="2113166"/>
              <a:ext cx="92140" cy="84143"/>
            </a:xfrm>
            <a:custGeom>
              <a:avLst/>
              <a:gdLst>
                <a:gd name="connsiteX0" fmla="*/ 4 w 92140"/>
                <a:gd name="connsiteY0" fmla="*/ 84144 h 84143"/>
                <a:gd name="connsiteX1" fmla="*/ 2671 w 92140"/>
                <a:gd name="connsiteY1" fmla="*/ 62522 h 84143"/>
                <a:gd name="connsiteX2" fmla="*/ 25245 w 92140"/>
                <a:gd name="connsiteY2" fmla="*/ 14897 h 84143"/>
                <a:gd name="connsiteX3" fmla="*/ 75727 w 92140"/>
                <a:gd name="connsiteY3" fmla="*/ 2133 h 84143"/>
                <a:gd name="connsiteX4" fmla="*/ 89253 w 92140"/>
                <a:gd name="connsiteY4" fmla="*/ 11658 h 84143"/>
                <a:gd name="connsiteX5" fmla="*/ 92110 w 92140"/>
                <a:gd name="connsiteY5" fmla="*/ 16897 h 84143"/>
                <a:gd name="connsiteX6" fmla="*/ 74680 w 92140"/>
                <a:gd name="connsiteY6" fmla="*/ 5753 h 84143"/>
                <a:gd name="connsiteX7" fmla="*/ 28769 w 92140"/>
                <a:gd name="connsiteY7" fmla="*/ 18707 h 84143"/>
                <a:gd name="connsiteX8" fmla="*/ 6100 w 92140"/>
                <a:gd name="connsiteY8" fmla="*/ 63760 h 84143"/>
                <a:gd name="connsiteX9" fmla="*/ 4 w 92140"/>
                <a:gd name="connsiteY9" fmla="*/ 84144 h 8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2140" h="84143">
                  <a:moveTo>
                    <a:pt x="4" y="84144"/>
                  </a:moveTo>
                  <a:cubicBezTo>
                    <a:pt x="-64" y="76850"/>
                    <a:pt x="833" y="69580"/>
                    <a:pt x="2671" y="62522"/>
                  </a:cubicBezTo>
                  <a:cubicBezTo>
                    <a:pt x="5601" y="44850"/>
                    <a:pt x="13421" y="28353"/>
                    <a:pt x="25245" y="14897"/>
                  </a:cubicBezTo>
                  <a:cubicBezTo>
                    <a:pt x="38443" y="1679"/>
                    <a:pt x="57833" y="-3223"/>
                    <a:pt x="75727" y="2133"/>
                  </a:cubicBezTo>
                  <a:cubicBezTo>
                    <a:pt x="81005" y="4044"/>
                    <a:pt x="85676" y="7333"/>
                    <a:pt x="89253" y="11658"/>
                  </a:cubicBezTo>
                  <a:cubicBezTo>
                    <a:pt x="91634" y="14706"/>
                    <a:pt x="92301" y="16802"/>
                    <a:pt x="92110" y="16897"/>
                  </a:cubicBezTo>
                  <a:cubicBezTo>
                    <a:pt x="87257" y="11864"/>
                    <a:pt x="81285" y="8046"/>
                    <a:pt x="74680" y="5753"/>
                  </a:cubicBezTo>
                  <a:cubicBezTo>
                    <a:pt x="58165" y="1819"/>
                    <a:pt x="40792" y="6721"/>
                    <a:pt x="28769" y="18707"/>
                  </a:cubicBezTo>
                  <a:cubicBezTo>
                    <a:pt x="17614" y="31626"/>
                    <a:pt x="9827" y="47103"/>
                    <a:pt x="6100" y="63760"/>
                  </a:cubicBezTo>
                  <a:cubicBezTo>
                    <a:pt x="4693" y="70726"/>
                    <a:pt x="2653" y="77549"/>
                    <a:pt x="4" y="84144"/>
                  </a:cubicBezTo>
                  <a:close/>
                </a:path>
              </a:pathLst>
            </a:custGeom>
            <a:solidFill>
              <a:srgbClr val="455A6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6" name="任意多边形: 形状 485">
              <a:extLst>
                <a:ext uri="{FF2B5EF4-FFF2-40B4-BE49-F238E27FC236}">
                  <a16:creationId xmlns:a16="http://schemas.microsoft.com/office/drawing/2014/main" id="{10288DC5-FBE1-4784-96A6-0A77218ABC46}"/>
                </a:ext>
              </a:extLst>
            </p:cNvPr>
            <p:cNvSpPr/>
            <p:nvPr/>
          </p:nvSpPr>
          <p:spPr>
            <a:xfrm>
              <a:off x="5225354" y="2057769"/>
              <a:ext cx="38311" cy="108013"/>
            </a:xfrm>
            <a:custGeom>
              <a:avLst/>
              <a:gdLst>
                <a:gd name="connsiteX0" fmla="*/ 38216 w 38311"/>
                <a:gd name="connsiteY0" fmla="*/ 0 h 108013"/>
                <a:gd name="connsiteX1" fmla="*/ 13165 w 38311"/>
                <a:gd name="connsiteY1" fmla="*/ 51911 h 108013"/>
                <a:gd name="connsiteX2" fmla="*/ 211 w 38311"/>
                <a:gd name="connsiteY2" fmla="*/ 108013 h 108013"/>
                <a:gd name="connsiteX3" fmla="*/ 38311 w 38311"/>
                <a:gd name="connsiteY3" fmla="*/ 0 h 10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11" h="108013">
                  <a:moveTo>
                    <a:pt x="38216" y="0"/>
                  </a:moveTo>
                  <a:cubicBezTo>
                    <a:pt x="28664" y="16698"/>
                    <a:pt x="20293" y="34044"/>
                    <a:pt x="13165" y="51911"/>
                  </a:cubicBezTo>
                  <a:cubicBezTo>
                    <a:pt x="7656" y="70317"/>
                    <a:pt x="3329" y="89056"/>
                    <a:pt x="211" y="108013"/>
                  </a:cubicBezTo>
                  <a:cubicBezTo>
                    <a:pt x="-1895" y="68384"/>
                    <a:pt x="11808" y="29538"/>
                    <a:pt x="3831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05" name="组合 504">
            <a:extLst>
              <a:ext uri="{FF2B5EF4-FFF2-40B4-BE49-F238E27FC236}">
                <a16:creationId xmlns:a16="http://schemas.microsoft.com/office/drawing/2014/main" id="{420D55F5-3D18-4550-BE23-35C978D05616}"/>
              </a:ext>
            </a:extLst>
          </p:cNvPr>
          <p:cNvGrpSpPr/>
          <p:nvPr/>
        </p:nvGrpSpPr>
        <p:grpSpPr>
          <a:xfrm>
            <a:off x="8995199" y="5073395"/>
            <a:ext cx="1413866" cy="1403436"/>
            <a:chOff x="5426861" y="1808179"/>
            <a:chExt cx="1367739" cy="1338737"/>
          </a:xfrm>
        </p:grpSpPr>
        <p:sp>
          <p:nvSpPr>
            <p:cNvPr id="506" name="任意多边形: 形状 505">
              <a:extLst>
                <a:ext uri="{FF2B5EF4-FFF2-40B4-BE49-F238E27FC236}">
                  <a16:creationId xmlns:a16="http://schemas.microsoft.com/office/drawing/2014/main" id="{4D867C0C-83BF-4036-ACBE-19D133158A1C}"/>
                </a:ext>
              </a:extLst>
            </p:cNvPr>
            <p:cNvSpPr/>
            <p:nvPr/>
          </p:nvSpPr>
          <p:spPr>
            <a:xfrm>
              <a:off x="5828044" y="2921993"/>
              <a:ext cx="569612" cy="223035"/>
            </a:xfrm>
            <a:custGeom>
              <a:avLst/>
              <a:gdLst>
                <a:gd name="connsiteX0" fmla="*/ 410255 w 569609"/>
                <a:gd name="connsiteY0" fmla="*/ 0 h 223033"/>
                <a:gd name="connsiteX1" fmla="*/ 545320 w 569609"/>
                <a:gd name="connsiteY1" fmla="*/ 17479 h 223033"/>
                <a:gd name="connsiteX2" fmla="*/ 560182 w 569609"/>
                <a:gd name="connsiteY2" fmla="*/ 56270 h 223033"/>
                <a:gd name="connsiteX3" fmla="*/ 569609 w 569609"/>
                <a:gd name="connsiteY3" fmla="*/ 223033 h 223033"/>
                <a:gd name="connsiteX4" fmla="*/ 0 w 569609"/>
                <a:gd name="connsiteY4" fmla="*/ 223033 h 223033"/>
                <a:gd name="connsiteX5" fmla="*/ 24125 w 569609"/>
                <a:gd name="connsiteY5" fmla="*/ 157686 h 223033"/>
                <a:gd name="connsiteX6" fmla="*/ 79553 w 569609"/>
                <a:gd name="connsiteY6" fmla="*/ 17479 h 223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9609" h="223033">
                  <a:moveTo>
                    <a:pt x="410255" y="0"/>
                  </a:moveTo>
                  <a:lnTo>
                    <a:pt x="545320" y="17479"/>
                  </a:lnTo>
                  <a:lnTo>
                    <a:pt x="560182" y="56270"/>
                  </a:lnTo>
                  <a:lnTo>
                    <a:pt x="569609" y="223033"/>
                  </a:lnTo>
                  <a:lnTo>
                    <a:pt x="0" y="223033"/>
                  </a:lnTo>
                  <a:lnTo>
                    <a:pt x="24125" y="157686"/>
                  </a:lnTo>
                  <a:lnTo>
                    <a:pt x="79553" y="17479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7" name="任意多边形: 形状 506">
              <a:extLst>
                <a:ext uri="{FF2B5EF4-FFF2-40B4-BE49-F238E27FC236}">
                  <a16:creationId xmlns:a16="http://schemas.microsoft.com/office/drawing/2014/main" id="{8A84FDE2-E1DC-4F9E-B788-68A299E2E5ED}"/>
                </a:ext>
              </a:extLst>
            </p:cNvPr>
            <p:cNvSpPr/>
            <p:nvPr/>
          </p:nvSpPr>
          <p:spPr>
            <a:xfrm>
              <a:off x="5612693" y="2147204"/>
              <a:ext cx="485211" cy="796754"/>
            </a:xfrm>
            <a:custGeom>
              <a:avLst/>
              <a:gdLst>
                <a:gd name="connsiteX0" fmla="*/ 98298 w 494442"/>
                <a:gd name="connsiteY0" fmla="*/ 0 h 811910"/>
                <a:gd name="connsiteX1" fmla="*/ 2572 w 494442"/>
                <a:gd name="connsiteY1" fmla="*/ 562832 h 811910"/>
                <a:gd name="connsiteX2" fmla="*/ 0 w 494442"/>
                <a:gd name="connsiteY2" fmla="*/ 640461 h 811910"/>
                <a:gd name="connsiteX3" fmla="*/ 357664 w 494442"/>
                <a:gd name="connsiteY3" fmla="*/ 811911 h 811910"/>
                <a:gd name="connsiteX4" fmla="*/ 494443 w 494442"/>
                <a:gd name="connsiteY4" fmla="*/ 475678 h 811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42" h="811910">
                  <a:moveTo>
                    <a:pt x="98298" y="0"/>
                  </a:moveTo>
                  <a:cubicBezTo>
                    <a:pt x="98298" y="0"/>
                    <a:pt x="10192" y="329565"/>
                    <a:pt x="2572" y="562832"/>
                  </a:cubicBezTo>
                  <a:lnTo>
                    <a:pt x="0" y="640461"/>
                  </a:lnTo>
                  <a:cubicBezTo>
                    <a:pt x="0" y="640461"/>
                    <a:pt x="194596" y="802386"/>
                    <a:pt x="357664" y="811911"/>
                  </a:cubicBezTo>
                  <a:lnTo>
                    <a:pt x="494443" y="475678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8" name="任意多边形: 形状 507">
              <a:extLst>
                <a:ext uri="{FF2B5EF4-FFF2-40B4-BE49-F238E27FC236}">
                  <a16:creationId xmlns:a16="http://schemas.microsoft.com/office/drawing/2014/main" id="{D475F5A0-1376-4584-88C9-8215F65C300A}"/>
                </a:ext>
              </a:extLst>
            </p:cNvPr>
            <p:cNvSpPr/>
            <p:nvPr/>
          </p:nvSpPr>
          <p:spPr>
            <a:xfrm>
              <a:off x="5671187" y="1808179"/>
              <a:ext cx="902339" cy="1011461"/>
            </a:xfrm>
            <a:custGeom>
              <a:avLst/>
              <a:gdLst>
                <a:gd name="connsiteX0" fmla="*/ 902608 w 919505"/>
                <a:gd name="connsiteY0" fmla="*/ 547593 h 1030701"/>
                <a:gd name="connsiteX1" fmla="*/ 717442 w 919505"/>
                <a:gd name="connsiteY1" fmla="*/ 94965 h 1030701"/>
                <a:gd name="connsiteX2" fmla="*/ 379305 w 919505"/>
                <a:gd name="connsiteY2" fmla="*/ 763 h 1030701"/>
                <a:gd name="connsiteX3" fmla="*/ 193186 w 919505"/>
                <a:gd name="connsiteY3" fmla="*/ 62485 h 1030701"/>
                <a:gd name="connsiteX4" fmla="*/ 52026 w 919505"/>
                <a:gd name="connsiteY4" fmla="*/ 266701 h 1030701"/>
                <a:gd name="connsiteX5" fmla="*/ 38024 w 919505"/>
                <a:gd name="connsiteY5" fmla="*/ 689230 h 1030701"/>
                <a:gd name="connsiteX6" fmla="*/ 684676 w 919505"/>
                <a:gd name="connsiteY6" fmla="*/ 1030701 h 1030701"/>
                <a:gd name="connsiteX7" fmla="*/ 915372 w 919505"/>
                <a:gd name="connsiteY7" fmla="*/ 764668 h 1030701"/>
                <a:gd name="connsiteX8" fmla="*/ 902608 w 919505"/>
                <a:gd name="connsiteY8" fmla="*/ 547593 h 1030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505" h="1030701">
                  <a:moveTo>
                    <a:pt x="902608" y="547593"/>
                  </a:moveTo>
                  <a:cubicBezTo>
                    <a:pt x="865461" y="386811"/>
                    <a:pt x="851173" y="199740"/>
                    <a:pt x="717442" y="94965"/>
                  </a:cubicBezTo>
                  <a:cubicBezTo>
                    <a:pt x="618287" y="17146"/>
                    <a:pt x="505225" y="-4571"/>
                    <a:pt x="379305" y="763"/>
                  </a:cubicBezTo>
                  <a:cubicBezTo>
                    <a:pt x="317297" y="3335"/>
                    <a:pt x="247288" y="31910"/>
                    <a:pt x="193186" y="62485"/>
                  </a:cubicBezTo>
                  <a:cubicBezTo>
                    <a:pt x="119177" y="104395"/>
                    <a:pt x="87840" y="189453"/>
                    <a:pt x="52026" y="266701"/>
                  </a:cubicBezTo>
                  <a:cubicBezTo>
                    <a:pt x="-19507" y="421482"/>
                    <a:pt x="-10458" y="631032"/>
                    <a:pt x="38024" y="689230"/>
                  </a:cubicBezTo>
                  <a:lnTo>
                    <a:pt x="684676" y="1030701"/>
                  </a:lnTo>
                  <a:cubicBezTo>
                    <a:pt x="813835" y="963550"/>
                    <a:pt x="894703" y="936785"/>
                    <a:pt x="915372" y="764668"/>
                  </a:cubicBezTo>
                  <a:cubicBezTo>
                    <a:pt x="923720" y="692117"/>
                    <a:pt x="919401" y="618667"/>
                    <a:pt x="902608" y="547593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9" name="任意多边形: 形状 508">
              <a:extLst>
                <a:ext uri="{FF2B5EF4-FFF2-40B4-BE49-F238E27FC236}">
                  <a16:creationId xmlns:a16="http://schemas.microsoft.com/office/drawing/2014/main" id="{843AE9BD-657E-4F14-8EB7-2E17428116E8}"/>
                </a:ext>
              </a:extLst>
            </p:cNvPr>
            <p:cNvSpPr/>
            <p:nvPr/>
          </p:nvSpPr>
          <p:spPr>
            <a:xfrm>
              <a:off x="5715580" y="1907314"/>
              <a:ext cx="718120" cy="1227701"/>
            </a:xfrm>
            <a:custGeom>
              <a:avLst/>
              <a:gdLst>
                <a:gd name="connsiteX0" fmla="*/ 665443 w 731781"/>
                <a:gd name="connsiteY0" fmla="*/ 121675 h 1251054"/>
                <a:gd name="connsiteX1" fmla="*/ 258535 w 731781"/>
                <a:gd name="connsiteY1" fmla="*/ 1565 h 1251054"/>
                <a:gd name="connsiteX2" fmla="*/ 19934 w 731781"/>
                <a:gd name="connsiteY2" fmla="*/ 272932 h 1251054"/>
                <a:gd name="connsiteX3" fmla="*/ 5456 w 731781"/>
                <a:gd name="connsiteY3" fmla="*/ 708892 h 1251054"/>
                <a:gd name="connsiteX4" fmla="*/ 199480 w 731781"/>
                <a:gd name="connsiteY4" fmla="*/ 965114 h 1251054"/>
                <a:gd name="connsiteX5" fmla="*/ 198242 w 731781"/>
                <a:gd name="connsiteY5" fmla="*/ 1054078 h 1251054"/>
                <a:gd name="connsiteX6" fmla="*/ 383599 w 731781"/>
                <a:gd name="connsiteY6" fmla="*/ 1251055 h 1251054"/>
                <a:gd name="connsiteX7" fmla="*/ 666872 w 731781"/>
                <a:gd name="connsiteY7" fmla="*/ 1061698 h 1251054"/>
                <a:gd name="connsiteX8" fmla="*/ 731642 w 731781"/>
                <a:gd name="connsiteY8" fmla="*/ 202924 h 1251054"/>
                <a:gd name="connsiteX9" fmla="*/ 665443 w 731781"/>
                <a:gd name="connsiteY9" fmla="*/ 121675 h 1251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31781" h="1251054">
                  <a:moveTo>
                    <a:pt x="665443" y="121675"/>
                  </a:moveTo>
                  <a:lnTo>
                    <a:pt x="258535" y="1565"/>
                  </a:lnTo>
                  <a:cubicBezTo>
                    <a:pt x="127376" y="-17485"/>
                    <a:pt x="33459" y="141107"/>
                    <a:pt x="19934" y="272932"/>
                  </a:cubicBezTo>
                  <a:cubicBezTo>
                    <a:pt x="4980" y="419332"/>
                    <a:pt x="-7593" y="598687"/>
                    <a:pt x="5456" y="708892"/>
                  </a:cubicBezTo>
                  <a:cubicBezTo>
                    <a:pt x="31745" y="930443"/>
                    <a:pt x="199480" y="965114"/>
                    <a:pt x="199480" y="965114"/>
                  </a:cubicBezTo>
                  <a:cubicBezTo>
                    <a:pt x="199480" y="965114"/>
                    <a:pt x="198242" y="1054078"/>
                    <a:pt x="198242" y="1054078"/>
                  </a:cubicBezTo>
                  <a:lnTo>
                    <a:pt x="383599" y="1251055"/>
                  </a:lnTo>
                  <a:lnTo>
                    <a:pt x="666872" y="1061698"/>
                  </a:lnTo>
                  <a:lnTo>
                    <a:pt x="731642" y="202924"/>
                  </a:lnTo>
                  <a:cubicBezTo>
                    <a:pt x="734037" y="162755"/>
                    <a:pt x="705268" y="127445"/>
                    <a:pt x="665443" y="121675"/>
                  </a:cubicBezTo>
                  <a:close/>
                </a:path>
              </a:pathLst>
            </a:custGeom>
            <a:solidFill>
              <a:srgbClr val="FFBF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0" name="任意多边形: 形状 509">
              <a:extLst>
                <a:ext uri="{FF2B5EF4-FFF2-40B4-BE49-F238E27FC236}">
                  <a16:creationId xmlns:a16="http://schemas.microsoft.com/office/drawing/2014/main" id="{EA8EEB19-60F6-45FB-A6A7-AAADD4D33B13}"/>
                </a:ext>
              </a:extLst>
            </p:cNvPr>
            <p:cNvSpPr/>
            <p:nvPr/>
          </p:nvSpPr>
          <p:spPr>
            <a:xfrm>
              <a:off x="5808405" y="2347878"/>
              <a:ext cx="55187" cy="53203"/>
            </a:xfrm>
            <a:custGeom>
              <a:avLst/>
              <a:gdLst>
                <a:gd name="connsiteX0" fmla="*/ 20 w 56237"/>
                <a:gd name="connsiteY0" fmla="*/ 24489 h 54216"/>
                <a:gd name="connsiteX1" fmla="*/ 26118 w 56237"/>
                <a:gd name="connsiteY1" fmla="*/ 54017 h 54216"/>
                <a:gd name="connsiteX2" fmla="*/ 56133 w 56237"/>
                <a:gd name="connsiteY2" fmla="*/ 30515 h 54216"/>
                <a:gd name="connsiteX3" fmla="*/ 56217 w 56237"/>
                <a:gd name="connsiteY3" fmla="*/ 29728 h 54216"/>
                <a:gd name="connsiteX4" fmla="*/ 30119 w 56237"/>
                <a:gd name="connsiteY4" fmla="*/ 200 h 54216"/>
                <a:gd name="connsiteX5" fmla="*/ 104 w 56237"/>
                <a:gd name="connsiteY5" fmla="*/ 23702 h 54216"/>
                <a:gd name="connsiteX6" fmla="*/ 20 w 56237"/>
                <a:gd name="connsiteY6" fmla="*/ 24489 h 54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237" h="54216">
                  <a:moveTo>
                    <a:pt x="20" y="24489"/>
                  </a:moveTo>
                  <a:cubicBezTo>
                    <a:pt x="-544" y="39715"/>
                    <a:pt x="10938" y="52706"/>
                    <a:pt x="26118" y="54017"/>
                  </a:cubicBezTo>
                  <a:cubicBezTo>
                    <a:pt x="40897" y="55815"/>
                    <a:pt x="54335" y="45293"/>
                    <a:pt x="56133" y="30515"/>
                  </a:cubicBezTo>
                  <a:cubicBezTo>
                    <a:pt x="56165" y="30253"/>
                    <a:pt x="56193" y="29991"/>
                    <a:pt x="56217" y="29728"/>
                  </a:cubicBezTo>
                  <a:cubicBezTo>
                    <a:pt x="56782" y="14501"/>
                    <a:pt x="45299" y="1510"/>
                    <a:pt x="30119" y="200"/>
                  </a:cubicBezTo>
                  <a:cubicBezTo>
                    <a:pt x="15341" y="-1598"/>
                    <a:pt x="1903" y="8924"/>
                    <a:pt x="104" y="23702"/>
                  </a:cubicBezTo>
                  <a:cubicBezTo>
                    <a:pt x="72" y="23964"/>
                    <a:pt x="44" y="24226"/>
                    <a:pt x="20" y="24489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1" name="任意多边形: 形状 510">
              <a:extLst>
                <a:ext uri="{FF2B5EF4-FFF2-40B4-BE49-F238E27FC236}">
                  <a16:creationId xmlns:a16="http://schemas.microsoft.com/office/drawing/2014/main" id="{4A415AB7-64A9-4D40-900D-66184E103ECE}"/>
                </a:ext>
              </a:extLst>
            </p:cNvPr>
            <p:cNvSpPr/>
            <p:nvPr/>
          </p:nvSpPr>
          <p:spPr>
            <a:xfrm>
              <a:off x="5761216" y="2278742"/>
              <a:ext cx="109975" cy="31350"/>
            </a:xfrm>
            <a:custGeom>
              <a:avLst/>
              <a:gdLst>
                <a:gd name="connsiteX0" fmla="*/ 385 w 112068"/>
                <a:gd name="connsiteY0" fmla="*/ 27217 h 31947"/>
                <a:gd name="connsiteX1" fmla="*/ 56201 w 112068"/>
                <a:gd name="connsiteY1" fmla="*/ 17692 h 31947"/>
                <a:gd name="connsiteX2" fmla="*/ 111637 w 112068"/>
                <a:gd name="connsiteY2" fmla="*/ 31408 h 31947"/>
                <a:gd name="connsiteX3" fmla="*/ 100588 w 112068"/>
                <a:gd name="connsiteY3" fmla="*/ 15596 h 31947"/>
                <a:gd name="connsiteX4" fmla="*/ 56392 w 112068"/>
                <a:gd name="connsiteY4" fmla="*/ 70 h 31947"/>
                <a:gd name="connsiteX5" fmla="*/ 11815 w 112068"/>
                <a:gd name="connsiteY5" fmla="*/ 12548 h 31947"/>
                <a:gd name="connsiteX6" fmla="*/ 385 w 112068"/>
                <a:gd name="connsiteY6" fmla="*/ 27217 h 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068" h="31947">
                  <a:moveTo>
                    <a:pt x="385" y="27217"/>
                  </a:moveTo>
                  <a:cubicBezTo>
                    <a:pt x="3719" y="31026"/>
                    <a:pt x="25722" y="16072"/>
                    <a:pt x="56201" y="17692"/>
                  </a:cubicBezTo>
                  <a:cubicBezTo>
                    <a:pt x="86681" y="19311"/>
                    <a:pt x="108208" y="35027"/>
                    <a:pt x="111637" y="31408"/>
                  </a:cubicBezTo>
                  <a:cubicBezTo>
                    <a:pt x="113351" y="29884"/>
                    <a:pt x="110018" y="23121"/>
                    <a:pt x="100588" y="15596"/>
                  </a:cubicBezTo>
                  <a:cubicBezTo>
                    <a:pt x="87815" y="5977"/>
                    <a:pt x="72374" y="552"/>
                    <a:pt x="56392" y="70"/>
                  </a:cubicBezTo>
                  <a:cubicBezTo>
                    <a:pt x="40584" y="-617"/>
                    <a:pt x="24969" y="3754"/>
                    <a:pt x="11815" y="12548"/>
                  </a:cubicBezTo>
                  <a:cubicBezTo>
                    <a:pt x="2195" y="18930"/>
                    <a:pt x="-1234" y="25502"/>
                    <a:pt x="385" y="27217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2" name="任意多边形: 形状 511">
              <a:extLst>
                <a:ext uri="{FF2B5EF4-FFF2-40B4-BE49-F238E27FC236}">
                  <a16:creationId xmlns:a16="http://schemas.microsoft.com/office/drawing/2014/main" id="{B5BFB554-D443-4C8D-94DE-6ABD39BC3005}"/>
                </a:ext>
              </a:extLst>
            </p:cNvPr>
            <p:cNvSpPr/>
            <p:nvPr/>
          </p:nvSpPr>
          <p:spPr>
            <a:xfrm>
              <a:off x="6070311" y="2347878"/>
              <a:ext cx="55187" cy="53216"/>
            </a:xfrm>
            <a:custGeom>
              <a:avLst/>
              <a:gdLst>
                <a:gd name="connsiteX0" fmla="*/ 20 w 56237"/>
                <a:gd name="connsiteY0" fmla="*/ 24489 h 54228"/>
                <a:gd name="connsiteX1" fmla="*/ 26118 w 56237"/>
                <a:gd name="connsiteY1" fmla="*/ 54017 h 54228"/>
                <a:gd name="connsiteX2" fmla="*/ 56113 w 56237"/>
                <a:gd name="connsiteY2" fmla="*/ 30707 h 54228"/>
                <a:gd name="connsiteX3" fmla="*/ 56217 w 56237"/>
                <a:gd name="connsiteY3" fmla="*/ 29728 h 54228"/>
                <a:gd name="connsiteX4" fmla="*/ 30119 w 56237"/>
                <a:gd name="connsiteY4" fmla="*/ 200 h 54228"/>
                <a:gd name="connsiteX5" fmla="*/ 104 w 56237"/>
                <a:gd name="connsiteY5" fmla="*/ 23702 h 54228"/>
                <a:gd name="connsiteX6" fmla="*/ 20 w 56237"/>
                <a:gd name="connsiteY6" fmla="*/ 24489 h 54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237" h="54228">
                  <a:moveTo>
                    <a:pt x="20" y="24489"/>
                  </a:moveTo>
                  <a:cubicBezTo>
                    <a:pt x="-544" y="39715"/>
                    <a:pt x="10938" y="52706"/>
                    <a:pt x="26118" y="54017"/>
                  </a:cubicBezTo>
                  <a:cubicBezTo>
                    <a:pt x="40838" y="55863"/>
                    <a:pt x="54267" y="45427"/>
                    <a:pt x="56113" y="30707"/>
                  </a:cubicBezTo>
                  <a:cubicBezTo>
                    <a:pt x="56154" y="30382"/>
                    <a:pt x="56189" y="30055"/>
                    <a:pt x="56217" y="29728"/>
                  </a:cubicBezTo>
                  <a:cubicBezTo>
                    <a:pt x="56782" y="14501"/>
                    <a:pt x="45299" y="1510"/>
                    <a:pt x="30119" y="200"/>
                  </a:cubicBezTo>
                  <a:cubicBezTo>
                    <a:pt x="15341" y="-1598"/>
                    <a:pt x="1903" y="8924"/>
                    <a:pt x="104" y="23702"/>
                  </a:cubicBezTo>
                  <a:cubicBezTo>
                    <a:pt x="72" y="23964"/>
                    <a:pt x="44" y="24226"/>
                    <a:pt x="20" y="24489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3" name="任意多边形: 形状 512">
              <a:extLst>
                <a:ext uri="{FF2B5EF4-FFF2-40B4-BE49-F238E27FC236}">
                  <a16:creationId xmlns:a16="http://schemas.microsoft.com/office/drawing/2014/main" id="{472C3297-B35A-45B9-8BBD-6CDFBE005784}"/>
                </a:ext>
              </a:extLst>
            </p:cNvPr>
            <p:cNvSpPr/>
            <p:nvPr/>
          </p:nvSpPr>
          <p:spPr>
            <a:xfrm>
              <a:off x="6054592" y="2282588"/>
              <a:ext cx="110008" cy="31432"/>
            </a:xfrm>
            <a:custGeom>
              <a:avLst/>
              <a:gdLst>
                <a:gd name="connsiteX0" fmla="*/ 418 w 112101"/>
                <a:gd name="connsiteY0" fmla="*/ 27299 h 32029"/>
                <a:gd name="connsiteX1" fmla="*/ 56139 w 112101"/>
                <a:gd name="connsiteY1" fmla="*/ 17774 h 32029"/>
                <a:gd name="connsiteX2" fmla="*/ 111670 w 112101"/>
                <a:gd name="connsiteY2" fmla="*/ 31490 h 32029"/>
                <a:gd name="connsiteX3" fmla="*/ 100621 w 112101"/>
                <a:gd name="connsiteY3" fmla="*/ 15678 h 32029"/>
                <a:gd name="connsiteX4" fmla="*/ 56330 w 112101"/>
                <a:gd name="connsiteY4" fmla="*/ 57 h 32029"/>
                <a:gd name="connsiteX5" fmla="*/ 11753 w 112101"/>
                <a:gd name="connsiteY5" fmla="*/ 12535 h 32029"/>
                <a:gd name="connsiteX6" fmla="*/ 418 w 112101"/>
                <a:gd name="connsiteY6" fmla="*/ 27299 h 32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101" h="32029">
                  <a:moveTo>
                    <a:pt x="418" y="27299"/>
                  </a:moveTo>
                  <a:cubicBezTo>
                    <a:pt x="3751" y="31204"/>
                    <a:pt x="25754" y="16154"/>
                    <a:pt x="56139" y="17774"/>
                  </a:cubicBezTo>
                  <a:cubicBezTo>
                    <a:pt x="86524" y="19393"/>
                    <a:pt x="108241" y="35109"/>
                    <a:pt x="111670" y="31490"/>
                  </a:cubicBezTo>
                  <a:cubicBezTo>
                    <a:pt x="113384" y="29870"/>
                    <a:pt x="110050" y="23108"/>
                    <a:pt x="100621" y="15678"/>
                  </a:cubicBezTo>
                  <a:cubicBezTo>
                    <a:pt x="87821" y="6028"/>
                    <a:pt x="72351" y="572"/>
                    <a:pt x="56330" y="57"/>
                  </a:cubicBezTo>
                  <a:cubicBezTo>
                    <a:pt x="40530" y="-558"/>
                    <a:pt x="24937" y="3807"/>
                    <a:pt x="11753" y="12535"/>
                  </a:cubicBezTo>
                  <a:cubicBezTo>
                    <a:pt x="2227" y="18631"/>
                    <a:pt x="-1297" y="25108"/>
                    <a:pt x="418" y="27299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4" name="任意多边形: 形状 513">
              <a:extLst>
                <a:ext uri="{FF2B5EF4-FFF2-40B4-BE49-F238E27FC236}">
                  <a16:creationId xmlns:a16="http://schemas.microsoft.com/office/drawing/2014/main" id="{1E162588-39CD-44B1-938A-EDA218E5D52C}"/>
                </a:ext>
              </a:extLst>
            </p:cNvPr>
            <p:cNvSpPr/>
            <p:nvPr/>
          </p:nvSpPr>
          <p:spPr>
            <a:xfrm>
              <a:off x="5864069" y="2254493"/>
              <a:ext cx="98415" cy="248677"/>
            </a:xfrm>
            <a:custGeom>
              <a:avLst/>
              <a:gdLst>
                <a:gd name="connsiteX0" fmla="*/ 76169 w 100287"/>
                <a:gd name="connsiteY0" fmla="*/ 252525 h 253408"/>
                <a:gd name="connsiteX1" fmla="*/ 27115 w 100287"/>
                <a:gd name="connsiteY1" fmla="*/ 241666 h 253408"/>
                <a:gd name="connsiteX2" fmla="*/ 11018 w 100287"/>
                <a:gd name="connsiteY2" fmla="*/ 233380 h 253408"/>
                <a:gd name="connsiteX3" fmla="*/ 17114 w 100287"/>
                <a:gd name="connsiteY3" fmla="*/ 210615 h 253408"/>
                <a:gd name="connsiteX4" fmla="*/ 42355 w 100287"/>
                <a:gd name="connsiteY4" fmla="*/ 152417 h 253408"/>
                <a:gd name="connsiteX5" fmla="*/ 99981 w 100287"/>
                <a:gd name="connsiteY5" fmla="*/ 17 h 253408"/>
                <a:gd name="connsiteX6" fmla="*/ 30258 w 100287"/>
                <a:gd name="connsiteY6" fmla="*/ 147559 h 253408"/>
                <a:gd name="connsiteX7" fmla="*/ 5970 w 100287"/>
                <a:gd name="connsiteY7" fmla="*/ 206138 h 253408"/>
                <a:gd name="connsiteX8" fmla="*/ 731 w 100287"/>
                <a:gd name="connsiteY8" fmla="*/ 236428 h 253408"/>
                <a:gd name="connsiteX9" fmla="*/ 13018 w 100287"/>
                <a:gd name="connsiteY9" fmla="*/ 248239 h 253408"/>
                <a:gd name="connsiteX10" fmla="*/ 26163 w 100287"/>
                <a:gd name="connsiteY10" fmla="*/ 250620 h 253408"/>
                <a:gd name="connsiteX11" fmla="*/ 76169 w 100287"/>
                <a:gd name="connsiteY11" fmla="*/ 252525 h 25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287" h="253408">
                  <a:moveTo>
                    <a:pt x="76169" y="252525"/>
                  </a:moveTo>
                  <a:cubicBezTo>
                    <a:pt x="76169" y="250810"/>
                    <a:pt x="57595" y="246810"/>
                    <a:pt x="27115" y="241666"/>
                  </a:cubicBezTo>
                  <a:cubicBezTo>
                    <a:pt x="19400" y="240619"/>
                    <a:pt x="12161" y="238714"/>
                    <a:pt x="11018" y="233380"/>
                  </a:cubicBezTo>
                  <a:cubicBezTo>
                    <a:pt x="10694" y="225349"/>
                    <a:pt x="12820" y="217409"/>
                    <a:pt x="17114" y="210615"/>
                  </a:cubicBezTo>
                  <a:lnTo>
                    <a:pt x="42355" y="152417"/>
                  </a:lnTo>
                  <a:cubicBezTo>
                    <a:pt x="77598" y="69550"/>
                    <a:pt x="103411" y="1255"/>
                    <a:pt x="99981" y="17"/>
                  </a:cubicBezTo>
                  <a:cubicBezTo>
                    <a:pt x="96553" y="-1221"/>
                    <a:pt x="65406" y="64597"/>
                    <a:pt x="30258" y="147559"/>
                  </a:cubicBezTo>
                  <a:lnTo>
                    <a:pt x="5970" y="206138"/>
                  </a:lnTo>
                  <a:cubicBezTo>
                    <a:pt x="680" y="215291"/>
                    <a:pt x="-1178" y="226029"/>
                    <a:pt x="731" y="236428"/>
                  </a:cubicBezTo>
                  <a:cubicBezTo>
                    <a:pt x="2739" y="242079"/>
                    <a:pt x="7292" y="246455"/>
                    <a:pt x="13018" y="248239"/>
                  </a:cubicBezTo>
                  <a:cubicBezTo>
                    <a:pt x="17281" y="249586"/>
                    <a:pt x="21698" y="250386"/>
                    <a:pt x="26163" y="250620"/>
                  </a:cubicBezTo>
                  <a:cubicBezTo>
                    <a:pt x="56833" y="253382"/>
                    <a:pt x="75979" y="254239"/>
                    <a:pt x="76169" y="252525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5" name="任意多边形: 形状 514">
              <a:extLst>
                <a:ext uri="{FF2B5EF4-FFF2-40B4-BE49-F238E27FC236}">
                  <a16:creationId xmlns:a16="http://schemas.microsoft.com/office/drawing/2014/main" id="{32CA3FD3-FB56-40ED-B353-B68D3FBE2868}"/>
                </a:ext>
              </a:extLst>
            </p:cNvPr>
            <p:cNvSpPr/>
            <p:nvPr/>
          </p:nvSpPr>
          <p:spPr>
            <a:xfrm>
              <a:off x="5909934" y="2788982"/>
              <a:ext cx="292940" cy="123349"/>
            </a:xfrm>
            <a:custGeom>
              <a:avLst/>
              <a:gdLst>
                <a:gd name="connsiteX0" fmla="*/ 476 w 298513"/>
                <a:gd name="connsiteY0" fmla="*/ 66675 h 125695"/>
                <a:gd name="connsiteX1" fmla="*/ 298513 w 298513"/>
                <a:gd name="connsiteY1" fmla="*/ 0 h 125695"/>
                <a:gd name="connsiteX2" fmla="*/ 0 w 298513"/>
                <a:gd name="connsiteY2" fmla="*/ 121920 h 125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8513" h="125695">
                  <a:moveTo>
                    <a:pt x="476" y="66675"/>
                  </a:moveTo>
                  <a:cubicBezTo>
                    <a:pt x="104080" y="72484"/>
                    <a:pt x="207261" y="49401"/>
                    <a:pt x="298513" y="0"/>
                  </a:cubicBezTo>
                  <a:cubicBezTo>
                    <a:pt x="298513" y="0"/>
                    <a:pt x="219551" y="151257"/>
                    <a:pt x="0" y="121920"/>
                  </a:cubicBezTo>
                  <a:close/>
                </a:path>
              </a:pathLst>
            </a:custGeom>
            <a:solidFill>
              <a:srgbClr val="FF9A6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6" name="任意多边形: 形状 515">
              <a:extLst>
                <a:ext uri="{FF2B5EF4-FFF2-40B4-BE49-F238E27FC236}">
                  <a16:creationId xmlns:a16="http://schemas.microsoft.com/office/drawing/2014/main" id="{06A667D6-7998-42C7-B0C9-98A6F64D7625}"/>
                </a:ext>
              </a:extLst>
            </p:cNvPr>
            <p:cNvSpPr/>
            <p:nvPr/>
          </p:nvSpPr>
          <p:spPr>
            <a:xfrm>
              <a:off x="5943803" y="2547206"/>
              <a:ext cx="96722" cy="82406"/>
            </a:xfrm>
            <a:custGeom>
              <a:avLst/>
              <a:gdLst>
                <a:gd name="connsiteX0" fmla="*/ 93503 w 98562"/>
                <a:gd name="connsiteY0" fmla="*/ 21775 h 83973"/>
                <a:gd name="connsiteX1" fmla="*/ 57594 w 98562"/>
                <a:gd name="connsiteY1" fmla="*/ 344 h 83973"/>
                <a:gd name="connsiteX2" fmla="*/ 4350 w 98562"/>
                <a:gd name="connsiteY2" fmla="*/ 24157 h 83973"/>
                <a:gd name="connsiteX3" fmla="*/ 1016 w 98562"/>
                <a:gd name="connsiteY3" fmla="*/ 49874 h 83973"/>
                <a:gd name="connsiteX4" fmla="*/ 4635 w 98562"/>
                <a:gd name="connsiteY4" fmla="*/ 55208 h 83973"/>
                <a:gd name="connsiteX5" fmla="*/ 44640 w 98562"/>
                <a:gd name="connsiteY5" fmla="*/ 82259 h 83973"/>
                <a:gd name="connsiteX6" fmla="*/ 90741 w 98562"/>
                <a:gd name="connsiteY6" fmla="*/ 67305 h 83973"/>
                <a:gd name="connsiteX7" fmla="*/ 93504 w 98562"/>
                <a:gd name="connsiteY7" fmla="*/ 21775 h 83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562" h="83973">
                  <a:moveTo>
                    <a:pt x="93503" y="21775"/>
                  </a:moveTo>
                  <a:cubicBezTo>
                    <a:pt x="85859" y="9087"/>
                    <a:pt x="72390" y="1049"/>
                    <a:pt x="57594" y="344"/>
                  </a:cubicBezTo>
                  <a:cubicBezTo>
                    <a:pt x="36846" y="-1929"/>
                    <a:pt x="16487" y="7176"/>
                    <a:pt x="4350" y="24157"/>
                  </a:cubicBezTo>
                  <a:cubicBezTo>
                    <a:pt x="100" y="32023"/>
                    <a:pt x="-1088" y="41184"/>
                    <a:pt x="1016" y="49874"/>
                  </a:cubicBezTo>
                  <a:cubicBezTo>
                    <a:pt x="2826" y="54256"/>
                    <a:pt x="1016" y="52065"/>
                    <a:pt x="4635" y="55208"/>
                  </a:cubicBezTo>
                  <a:cubicBezTo>
                    <a:pt x="15576" y="67340"/>
                    <a:pt x="29307" y="76625"/>
                    <a:pt x="44640" y="82259"/>
                  </a:cubicBezTo>
                  <a:cubicBezTo>
                    <a:pt x="61620" y="87191"/>
                    <a:pt x="79890" y="81265"/>
                    <a:pt x="90741" y="67305"/>
                  </a:cubicBezTo>
                  <a:cubicBezTo>
                    <a:pt x="100070" y="53827"/>
                    <a:pt x="101134" y="36282"/>
                    <a:pt x="93504" y="21775"/>
                  </a:cubicBezTo>
                  <a:close/>
                </a:path>
              </a:pathLst>
            </a:custGeom>
            <a:solidFill>
              <a:srgbClr val="FF9A6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7" name="任意多边形: 形状 516">
              <a:extLst>
                <a:ext uri="{FF2B5EF4-FFF2-40B4-BE49-F238E27FC236}">
                  <a16:creationId xmlns:a16="http://schemas.microsoft.com/office/drawing/2014/main" id="{4EE7FA25-7E5A-4E4E-9372-B57A3D2B073A}"/>
                </a:ext>
              </a:extLst>
            </p:cNvPr>
            <p:cNvSpPr/>
            <p:nvPr/>
          </p:nvSpPr>
          <p:spPr>
            <a:xfrm>
              <a:off x="5932526" y="2527721"/>
              <a:ext cx="102765" cy="82494"/>
            </a:xfrm>
            <a:custGeom>
              <a:avLst/>
              <a:gdLst>
                <a:gd name="connsiteX0" fmla="*/ 100422 w 104721"/>
                <a:gd name="connsiteY0" fmla="*/ 7 h 84064"/>
                <a:gd name="connsiteX1" fmla="*/ 64703 w 104721"/>
                <a:gd name="connsiteY1" fmla="*/ 54586 h 84064"/>
                <a:gd name="connsiteX2" fmla="*/ 28 w 104721"/>
                <a:gd name="connsiteY2" fmla="*/ 76112 h 84064"/>
                <a:gd name="connsiteX3" fmla="*/ 22317 w 104721"/>
                <a:gd name="connsiteY3" fmla="*/ 83923 h 84064"/>
                <a:gd name="connsiteX4" fmla="*/ 76228 w 104721"/>
                <a:gd name="connsiteY4" fmla="*/ 67825 h 84064"/>
                <a:gd name="connsiteX5" fmla="*/ 104137 w 104721"/>
                <a:gd name="connsiteY5" fmla="*/ 21915 h 84064"/>
                <a:gd name="connsiteX6" fmla="*/ 100422 w 104721"/>
                <a:gd name="connsiteY6" fmla="*/ 7 h 84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721" h="84064">
                  <a:moveTo>
                    <a:pt x="100422" y="7"/>
                  </a:moveTo>
                  <a:cubicBezTo>
                    <a:pt x="95564" y="-564"/>
                    <a:pt x="93945" y="32488"/>
                    <a:pt x="64703" y="54586"/>
                  </a:cubicBezTo>
                  <a:cubicBezTo>
                    <a:pt x="35461" y="76684"/>
                    <a:pt x="504" y="71540"/>
                    <a:pt x="28" y="76112"/>
                  </a:cubicBezTo>
                  <a:cubicBezTo>
                    <a:pt x="-543" y="78112"/>
                    <a:pt x="7553" y="82875"/>
                    <a:pt x="22317" y="83923"/>
                  </a:cubicBezTo>
                  <a:cubicBezTo>
                    <a:pt x="41620" y="85057"/>
                    <a:pt x="60707" y="79358"/>
                    <a:pt x="76228" y="67825"/>
                  </a:cubicBezTo>
                  <a:cubicBezTo>
                    <a:pt x="91166" y="56750"/>
                    <a:pt x="101181" y="40274"/>
                    <a:pt x="104137" y="21915"/>
                  </a:cubicBezTo>
                  <a:cubicBezTo>
                    <a:pt x="106041" y="8199"/>
                    <a:pt x="102898" y="-88"/>
                    <a:pt x="100422" y="7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8" name="任意多边形: 形状 517">
              <a:extLst>
                <a:ext uri="{FF2B5EF4-FFF2-40B4-BE49-F238E27FC236}">
                  <a16:creationId xmlns:a16="http://schemas.microsoft.com/office/drawing/2014/main" id="{BDA0FE5D-6578-49E5-94F8-D6DF5C78F48B}"/>
                </a:ext>
              </a:extLst>
            </p:cNvPr>
            <p:cNvSpPr/>
            <p:nvPr/>
          </p:nvSpPr>
          <p:spPr>
            <a:xfrm>
              <a:off x="6043624" y="2182614"/>
              <a:ext cx="134401" cy="47205"/>
            </a:xfrm>
            <a:custGeom>
              <a:avLst/>
              <a:gdLst>
                <a:gd name="connsiteX0" fmla="*/ 69 w 136958"/>
                <a:gd name="connsiteY0" fmla="*/ 17541 h 48103"/>
                <a:gd name="connsiteX1" fmla="*/ 67982 w 136958"/>
                <a:gd name="connsiteY1" fmla="*/ 32781 h 48103"/>
                <a:gd name="connsiteX2" fmla="*/ 136277 w 136958"/>
                <a:gd name="connsiteY2" fmla="*/ 46116 h 48103"/>
                <a:gd name="connsiteX3" fmla="*/ 123704 w 136958"/>
                <a:gd name="connsiteY3" fmla="*/ 25447 h 48103"/>
                <a:gd name="connsiteX4" fmla="*/ 19881 w 136958"/>
                <a:gd name="connsiteY4" fmla="*/ 3634 h 48103"/>
                <a:gd name="connsiteX5" fmla="*/ 69 w 136958"/>
                <a:gd name="connsiteY5" fmla="*/ 17541 h 4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6958" h="48103">
                  <a:moveTo>
                    <a:pt x="69" y="17541"/>
                  </a:moveTo>
                  <a:cubicBezTo>
                    <a:pt x="2260" y="26018"/>
                    <a:pt x="32835" y="25066"/>
                    <a:pt x="67982" y="32781"/>
                  </a:cubicBezTo>
                  <a:cubicBezTo>
                    <a:pt x="103130" y="40496"/>
                    <a:pt x="130847" y="52974"/>
                    <a:pt x="136277" y="46116"/>
                  </a:cubicBezTo>
                  <a:cubicBezTo>
                    <a:pt x="138753" y="42782"/>
                    <a:pt x="134467" y="34495"/>
                    <a:pt x="123704" y="25447"/>
                  </a:cubicBezTo>
                  <a:cubicBezTo>
                    <a:pt x="94276" y="2632"/>
                    <a:pt x="56002" y="-5409"/>
                    <a:pt x="19881" y="3634"/>
                  </a:cubicBezTo>
                  <a:cubicBezTo>
                    <a:pt x="6356" y="7635"/>
                    <a:pt x="-788" y="13445"/>
                    <a:pt x="69" y="17541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9" name="任意多边形: 形状 518">
              <a:extLst>
                <a:ext uri="{FF2B5EF4-FFF2-40B4-BE49-F238E27FC236}">
                  <a16:creationId xmlns:a16="http://schemas.microsoft.com/office/drawing/2014/main" id="{48C88F10-C471-4B9D-BABF-DD9BD332EDBD}"/>
                </a:ext>
              </a:extLst>
            </p:cNvPr>
            <p:cNvSpPr/>
            <p:nvPr/>
          </p:nvSpPr>
          <p:spPr>
            <a:xfrm>
              <a:off x="5762784" y="2185303"/>
              <a:ext cx="113311" cy="41724"/>
            </a:xfrm>
            <a:custGeom>
              <a:avLst/>
              <a:gdLst>
                <a:gd name="connsiteX0" fmla="*/ 1359 w 115466"/>
                <a:gd name="connsiteY0" fmla="*/ 40708 h 42518"/>
                <a:gd name="connsiteX1" fmla="*/ 58509 w 115466"/>
                <a:gd name="connsiteY1" fmla="*/ 31850 h 42518"/>
                <a:gd name="connsiteX2" fmla="*/ 115088 w 115466"/>
                <a:gd name="connsiteY2" fmla="*/ 21087 h 42518"/>
                <a:gd name="connsiteX3" fmla="*/ 100991 w 115466"/>
                <a:gd name="connsiteY3" fmla="*/ 5942 h 42518"/>
                <a:gd name="connsiteX4" fmla="*/ 53366 w 115466"/>
                <a:gd name="connsiteY4" fmla="*/ 1465 h 42518"/>
                <a:gd name="connsiteX5" fmla="*/ 9170 w 115466"/>
                <a:gd name="connsiteY5" fmla="*/ 21658 h 42518"/>
                <a:gd name="connsiteX6" fmla="*/ 1359 w 115466"/>
                <a:gd name="connsiteY6" fmla="*/ 40708 h 4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466" h="42518">
                  <a:moveTo>
                    <a:pt x="1359" y="40708"/>
                  </a:moveTo>
                  <a:cubicBezTo>
                    <a:pt x="8217" y="46709"/>
                    <a:pt x="29934" y="36232"/>
                    <a:pt x="58509" y="31850"/>
                  </a:cubicBezTo>
                  <a:cubicBezTo>
                    <a:pt x="87084" y="27469"/>
                    <a:pt x="110611" y="28993"/>
                    <a:pt x="115088" y="21087"/>
                  </a:cubicBezTo>
                  <a:cubicBezTo>
                    <a:pt x="116897" y="17277"/>
                    <a:pt x="112230" y="10990"/>
                    <a:pt x="100991" y="5942"/>
                  </a:cubicBezTo>
                  <a:cubicBezTo>
                    <a:pt x="85840" y="52"/>
                    <a:pt x="69348" y="-1498"/>
                    <a:pt x="53366" y="1465"/>
                  </a:cubicBezTo>
                  <a:cubicBezTo>
                    <a:pt x="36995" y="3793"/>
                    <a:pt x="21646" y="10806"/>
                    <a:pt x="9170" y="21658"/>
                  </a:cubicBezTo>
                  <a:cubicBezTo>
                    <a:pt x="406" y="30136"/>
                    <a:pt x="-1784" y="37660"/>
                    <a:pt x="1359" y="40708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0" name="任意多边形: 形状 519">
              <a:extLst>
                <a:ext uri="{FF2B5EF4-FFF2-40B4-BE49-F238E27FC236}">
                  <a16:creationId xmlns:a16="http://schemas.microsoft.com/office/drawing/2014/main" id="{DE2B8C45-34EF-48B7-8215-9811CDE7B8C1}"/>
                </a:ext>
              </a:extLst>
            </p:cNvPr>
            <p:cNvSpPr/>
            <p:nvPr/>
          </p:nvSpPr>
          <p:spPr>
            <a:xfrm>
              <a:off x="5967045" y="1885574"/>
              <a:ext cx="1027" cy="4673"/>
            </a:xfrm>
            <a:custGeom>
              <a:avLst/>
              <a:gdLst>
                <a:gd name="connsiteX0" fmla="*/ 1048 w 1047"/>
                <a:gd name="connsiteY0" fmla="*/ 0 h 4762"/>
                <a:gd name="connsiteX1" fmla="*/ 0 w 1047"/>
                <a:gd name="connsiteY1" fmla="*/ 4763 h 4762"/>
                <a:gd name="connsiteX2" fmla="*/ 762 w 1047"/>
                <a:gd name="connsiteY2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47" h="4762">
                  <a:moveTo>
                    <a:pt x="1048" y="0"/>
                  </a:moveTo>
                  <a:cubicBezTo>
                    <a:pt x="1048" y="1619"/>
                    <a:pt x="381" y="3143"/>
                    <a:pt x="0" y="4763"/>
                  </a:cubicBezTo>
                  <a:lnTo>
                    <a:pt x="762" y="4763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1" name="任意多边形: 形状 520">
              <a:extLst>
                <a:ext uri="{FF2B5EF4-FFF2-40B4-BE49-F238E27FC236}">
                  <a16:creationId xmlns:a16="http://schemas.microsoft.com/office/drawing/2014/main" id="{E140EE7D-5D58-4B89-AACB-C239C5968594}"/>
                </a:ext>
              </a:extLst>
            </p:cNvPr>
            <p:cNvSpPr/>
            <p:nvPr/>
          </p:nvSpPr>
          <p:spPr>
            <a:xfrm>
              <a:off x="5677887" y="1860967"/>
              <a:ext cx="970940" cy="1071920"/>
            </a:xfrm>
            <a:custGeom>
              <a:avLst/>
              <a:gdLst>
                <a:gd name="connsiteX0" fmla="*/ 617080 w 989412"/>
                <a:gd name="connsiteY0" fmla="*/ 1090925 h 1092309"/>
                <a:gd name="connsiteX1" fmla="*/ 571725 w 989412"/>
                <a:gd name="connsiteY1" fmla="*/ 1065498 h 1092309"/>
                <a:gd name="connsiteX2" fmla="*/ 570884 w 989412"/>
                <a:gd name="connsiteY2" fmla="*/ 1061778 h 1092309"/>
                <a:gd name="connsiteX3" fmla="*/ 569741 w 989412"/>
                <a:gd name="connsiteY3" fmla="*/ 927857 h 1092309"/>
                <a:gd name="connsiteX4" fmla="*/ 623557 w 989412"/>
                <a:gd name="connsiteY4" fmla="*/ 741262 h 1092309"/>
                <a:gd name="connsiteX5" fmla="*/ 610031 w 989412"/>
                <a:gd name="connsiteY5" fmla="*/ 460370 h 1092309"/>
                <a:gd name="connsiteX6" fmla="*/ 467156 w 989412"/>
                <a:gd name="connsiteY6" fmla="*/ 377598 h 1092309"/>
                <a:gd name="connsiteX7" fmla="*/ 370287 w 989412"/>
                <a:gd name="connsiteY7" fmla="*/ 199670 h 1092309"/>
                <a:gd name="connsiteX8" fmla="*/ 430199 w 989412"/>
                <a:gd name="connsiteY8" fmla="*/ 371120 h 1092309"/>
                <a:gd name="connsiteX9" fmla="*/ 361524 w 989412"/>
                <a:gd name="connsiteY9" fmla="*/ 348832 h 1092309"/>
                <a:gd name="connsiteX10" fmla="*/ 321233 w 989412"/>
                <a:gd name="connsiteY10" fmla="*/ 286253 h 1092309"/>
                <a:gd name="connsiteX11" fmla="*/ 282181 w 989412"/>
                <a:gd name="connsiteY11" fmla="*/ 110040 h 1092309"/>
                <a:gd name="connsiteX12" fmla="*/ 310756 w 989412"/>
                <a:gd name="connsiteY12" fmla="*/ 367215 h 1092309"/>
                <a:gd name="connsiteX13" fmla="*/ 263131 w 989412"/>
                <a:gd name="connsiteY13" fmla="*/ 369025 h 1092309"/>
                <a:gd name="connsiteX14" fmla="*/ 217506 w 989412"/>
                <a:gd name="connsiteY14" fmla="*/ 359500 h 1092309"/>
                <a:gd name="connsiteX15" fmla="*/ 205029 w 989412"/>
                <a:gd name="connsiteY15" fmla="*/ 330068 h 1092309"/>
                <a:gd name="connsiteX16" fmla="*/ 197789 w 989412"/>
                <a:gd name="connsiteY16" fmla="*/ 105945 h 1092309"/>
                <a:gd name="connsiteX17" fmla="*/ 147212 w 989412"/>
                <a:gd name="connsiteY17" fmla="*/ 229770 h 1092309"/>
                <a:gd name="connsiteX18" fmla="*/ 146259 w 989412"/>
                <a:gd name="connsiteY18" fmla="*/ 362358 h 1092309"/>
                <a:gd name="connsiteX19" fmla="*/ 119321 w 989412"/>
                <a:gd name="connsiteY19" fmla="*/ 362757 h 1092309"/>
                <a:gd name="connsiteX20" fmla="*/ 118922 w 989412"/>
                <a:gd name="connsiteY20" fmla="*/ 362358 h 1092309"/>
                <a:gd name="connsiteX21" fmla="*/ 107016 w 989412"/>
                <a:gd name="connsiteY21" fmla="*/ 334735 h 1092309"/>
                <a:gd name="connsiteX22" fmla="*/ 114255 w 989412"/>
                <a:gd name="connsiteY22" fmla="*/ 223102 h 1092309"/>
                <a:gd name="connsiteX23" fmla="*/ 72726 w 989412"/>
                <a:gd name="connsiteY23" fmla="*/ 350547 h 1092309"/>
                <a:gd name="connsiteX24" fmla="*/ 3670 w 989412"/>
                <a:gd name="connsiteY24" fmla="*/ 462560 h 1092309"/>
                <a:gd name="connsiteX25" fmla="*/ 9194 w 989412"/>
                <a:gd name="connsiteY25" fmla="*/ 293492 h 1092309"/>
                <a:gd name="connsiteX26" fmla="*/ 58724 w 989412"/>
                <a:gd name="connsiteY26" fmla="*/ 159380 h 1092309"/>
                <a:gd name="connsiteX27" fmla="*/ 147974 w 989412"/>
                <a:gd name="connsiteY27" fmla="*/ 35555 h 1092309"/>
                <a:gd name="connsiteX28" fmla="*/ 281324 w 989412"/>
                <a:gd name="connsiteY28" fmla="*/ 24791 h 1092309"/>
                <a:gd name="connsiteX29" fmla="*/ 286181 w 989412"/>
                <a:gd name="connsiteY29" fmla="*/ 26887 h 1092309"/>
                <a:gd name="connsiteX30" fmla="*/ 286181 w 989412"/>
                <a:gd name="connsiteY30" fmla="*/ 23839 h 1092309"/>
                <a:gd name="connsiteX31" fmla="*/ 287991 w 989412"/>
                <a:gd name="connsiteY31" fmla="*/ 14981 h 1092309"/>
                <a:gd name="connsiteX32" fmla="*/ 615365 w 989412"/>
                <a:gd name="connsiteY32" fmla="*/ 30316 h 1092309"/>
                <a:gd name="connsiteX33" fmla="*/ 720140 w 989412"/>
                <a:gd name="connsiteY33" fmla="*/ 144045 h 1092309"/>
                <a:gd name="connsiteX34" fmla="*/ 795102 w 989412"/>
                <a:gd name="connsiteY34" fmla="*/ 141187 h 1092309"/>
                <a:gd name="connsiteX35" fmla="*/ 989412 w 989412"/>
                <a:gd name="connsiteY35" fmla="*/ 987674 h 1092309"/>
                <a:gd name="connsiteX36" fmla="*/ 989412 w 989412"/>
                <a:gd name="connsiteY36" fmla="*/ 987674 h 1092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989412" h="1092309">
                  <a:moveTo>
                    <a:pt x="617080" y="1090925"/>
                  </a:moveTo>
                  <a:cubicBezTo>
                    <a:pt x="597534" y="1096428"/>
                    <a:pt x="577228" y="1085044"/>
                    <a:pt x="571725" y="1065498"/>
                  </a:cubicBezTo>
                  <a:cubicBezTo>
                    <a:pt x="571381" y="1064274"/>
                    <a:pt x="571100" y="1063032"/>
                    <a:pt x="570884" y="1061778"/>
                  </a:cubicBezTo>
                  <a:cubicBezTo>
                    <a:pt x="563889" y="1017439"/>
                    <a:pt x="563504" y="972309"/>
                    <a:pt x="569741" y="927857"/>
                  </a:cubicBezTo>
                  <a:cubicBezTo>
                    <a:pt x="576884" y="866706"/>
                    <a:pt x="618414" y="802698"/>
                    <a:pt x="623557" y="741262"/>
                  </a:cubicBezTo>
                  <a:cubicBezTo>
                    <a:pt x="633082" y="624200"/>
                    <a:pt x="623081" y="558573"/>
                    <a:pt x="610031" y="460370"/>
                  </a:cubicBezTo>
                  <a:cubicBezTo>
                    <a:pt x="554882" y="453512"/>
                    <a:pt x="503447" y="420460"/>
                    <a:pt x="467156" y="377598"/>
                  </a:cubicBezTo>
                  <a:cubicBezTo>
                    <a:pt x="422960" y="326162"/>
                    <a:pt x="396290" y="262345"/>
                    <a:pt x="370287" y="199670"/>
                  </a:cubicBezTo>
                  <a:cubicBezTo>
                    <a:pt x="371897" y="261669"/>
                    <a:pt x="392844" y="321613"/>
                    <a:pt x="430199" y="371120"/>
                  </a:cubicBezTo>
                  <a:cubicBezTo>
                    <a:pt x="405069" y="374998"/>
                    <a:pt x="379588" y="366728"/>
                    <a:pt x="361524" y="348832"/>
                  </a:cubicBezTo>
                  <a:cubicBezTo>
                    <a:pt x="343879" y="331008"/>
                    <a:pt x="330155" y="309693"/>
                    <a:pt x="321233" y="286253"/>
                  </a:cubicBezTo>
                  <a:cubicBezTo>
                    <a:pt x="297421" y="230439"/>
                    <a:pt x="284179" y="170689"/>
                    <a:pt x="282181" y="110040"/>
                  </a:cubicBezTo>
                  <a:cubicBezTo>
                    <a:pt x="273897" y="196818"/>
                    <a:pt x="283625" y="284372"/>
                    <a:pt x="310756" y="367215"/>
                  </a:cubicBezTo>
                  <a:cubicBezTo>
                    <a:pt x="295325" y="362453"/>
                    <a:pt x="278752" y="366739"/>
                    <a:pt x="263131" y="369025"/>
                  </a:cubicBezTo>
                  <a:cubicBezTo>
                    <a:pt x="247510" y="371311"/>
                    <a:pt x="228841" y="370930"/>
                    <a:pt x="217506" y="359500"/>
                  </a:cubicBezTo>
                  <a:cubicBezTo>
                    <a:pt x="210655" y="351062"/>
                    <a:pt x="206329" y="340859"/>
                    <a:pt x="205029" y="330068"/>
                  </a:cubicBezTo>
                  <a:cubicBezTo>
                    <a:pt x="189869" y="256317"/>
                    <a:pt x="187421" y="180519"/>
                    <a:pt x="197789" y="105945"/>
                  </a:cubicBezTo>
                  <a:cubicBezTo>
                    <a:pt x="176908" y="145460"/>
                    <a:pt x="159967" y="186935"/>
                    <a:pt x="147212" y="229770"/>
                  </a:cubicBezTo>
                  <a:cubicBezTo>
                    <a:pt x="134569" y="273017"/>
                    <a:pt x="134239" y="318933"/>
                    <a:pt x="146259" y="362358"/>
                  </a:cubicBezTo>
                  <a:cubicBezTo>
                    <a:pt x="138931" y="369906"/>
                    <a:pt x="126870" y="370085"/>
                    <a:pt x="119321" y="362757"/>
                  </a:cubicBezTo>
                  <a:cubicBezTo>
                    <a:pt x="119186" y="362626"/>
                    <a:pt x="119053" y="362493"/>
                    <a:pt x="118922" y="362358"/>
                  </a:cubicBezTo>
                  <a:cubicBezTo>
                    <a:pt x="111964" y="354748"/>
                    <a:pt x="107771" y="345018"/>
                    <a:pt x="107016" y="334735"/>
                  </a:cubicBezTo>
                  <a:cubicBezTo>
                    <a:pt x="101206" y="297683"/>
                    <a:pt x="107683" y="259964"/>
                    <a:pt x="114255" y="223102"/>
                  </a:cubicBezTo>
                  <a:cubicBezTo>
                    <a:pt x="92253" y="262155"/>
                    <a:pt x="84918" y="307493"/>
                    <a:pt x="72726" y="350547"/>
                  </a:cubicBezTo>
                  <a:cubicBezTo>
                    <a:pt x="60534" y="393600"/>
                    <a:pt x="41103" y="437986"/>
                    <a:pt x="3670" y="462560"/>
                  </a:cubicBezTo>
                  <a:cubicBezTo>
                    <a:pt x="-2657" y="406233"/>
                    <a:pt x="-796" y="349286"/>
                    <a:pt x="9194" y="293492"/>
                  </a:cubicBezTo>
                  <a:cubicBezTo>
                    <a:pt x="16529" y="247295"/>
                    <a:pt x="38436" y="201480"/>
                    <a:pt x="58724" y="159380"/>
                  </a:cubicBezTo>
                  <a:cubicBezTo>
                    <a:pt x="80220" y="112741"/>
                    <a:pt x="110526" y="70696"/>
                    <a:pt x="147974" y="35555"/>
                  </a:cubicBezTo>
                  <a:cubicBezTo>
                    <a:pt x="212934" y="-21595"/>
                    <a:pt x="240080" y="3170"/>
                    <a:pt x="281324" y="24791"/>
                  </a:cubicBezTo>
                  <a:lnTo>
                    <a:pt x="286181" y="26887"/>
                  </a:lnTo>
                  <a:cubicBezTo>
                    <a:pt x="286181" y="25839"/>
                    <a:pt x="286181" y="24791"/>
                    <a:pt x="286181" y="23839"/>
                  </a:cubicBezTo>
                  <a:lnTo>
                    <a:pt x="287991" y="14981"/>
                  </a:lnTo>
                  <a:cubicBezTo>
                    <a:pt x="396523" y="-9290"/>
                    <a:pt x="509578" y="-3994"/>
                    <a:pt x="615365" y="30316"/>
                  </a:cubicBezTo>
                  <a:cubicBezTo>
                    <a:pt x="693471" y="55748"/>
                    <a:pt x="701090" y="223959"/>
                    <a:pt x="720140" y="144045"/>
                  </a:cubicBezTo>
                  <a:cubicBezTo>
                    <a:pt x="731666" y="95658"/>
                    <a:pt x="794340" y="139854"/>
                    <a:pt x="795102" y="141187"/>
                  </a:cubicBezTo>
                  <a:cubicBezTo>
                    <a:pt x="887209" y="307398"/>
                    <a:pt x="984935" y="571050"/>
                    <a:pt x="989412" y="987674"/>
                  </a:cubicBezTo>
                  <a:lnTo>
                    <a:pt x="989412" y="987674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2" name="任意多边形: 形状 521">
              <a:extLst>
                <a:ext uri="{FF2B5EF4-FFF2-40B4-BE49-F238E27FC236}">
                  <a16:creationId xmlns:a16="http://schemas.microsoft.com/office/drawing/2014/main" id="{3BA2E8FB-A219-469C-8461-461D09516252}"/>
                </a:ext>
              </a:extLst>
            </p:cNvPr>
            <p:cNvSpPr/>
            <p:nvPr/>
          </p:nvSpPr>
          <p:spPr>
            <a:xfrm>
              <a:off x="5426861" y="2942464"/>
              <a:ext cx="478959" cy="202563"/>
            </a:xfrm>
            <a:custGeom>
              <a:avLst/>
              <a:gdLst>
                <a:gd name="connsiteX0" fmla="*/ 478956 w 478956"/>
                <a:gd name="connsiteY0" fmla="*/ 0 h 202562"/>
                <a:gd name="connsiteX1" fmla="*/ 455894 w 478956"/>
                <a:gd name="connsiteY1" fmla="*/ 142287 h 202562"/>
                <a:gd name="connsiteX2" fmla="*/ 446297 w 478956"/>
                <a:gd name="connsiteY2" fmla="*/ 202562 h 202562"/>
                <a:gd name="connsiteX3" fmla="*/ 0 w 478956"/>
                <a:gd name="connsiteY3" fmla="*/ 202562 h 202562"/>
                <a:gd name="connsiteX4" fmla="*/ 10293 w 478956"/>
                <a:gd name="connsiteY4" fmla="*/ 190308 h 202562"/>
                <a:gd name="connsiteX5" fmla="*/ 122457 w 478956"/>
                <a:gd name="connsiteY5" fmla="*/ 133010 h 202562"/>
                <a:gd name="connsiteX6" fmla="*/ 318747 w 478956"/>
                <a:gd name="connsiteY6" fmla="*/ 94686 h 202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8956" h="202562">
                  <a:moveTo>
                    <a:pt x="478956" y="0"/>
                  </a:moveTo>
                  <a:cubicBezTo>
                    <a:pt x="478956" y="0"/>
                    <a:pt x="469790" y="55487"/>
                    <a:pt x="455894" y="142287"/>
                  </a:cubicBezTo>
                  <a:lnTo>
                    <a:pt x="446297" y="202562"/>
                  </a:lnTo>
                  <a:lnTo>
                    <a:pt x="0" y="202562"/>
                  </a:lnTo>
                  <a:lnTo>
                    <a:pt x="10293" y="190308"/>
                  </a:lnTo>
                  <a:cubicBezTo>
                    <a:pt x="41327" y="161991"/>
                    <a:pt x="79837" y="141867"/>
                    <a:pt x="122457" y="133010"/>
                  </a:cubicBezTo>
                  <a:lnTo>
                    <a:pt x="318747" y="94686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3" name="任意多边形: 形状 522">
              <a:extLst>
                <a:ext uri="{FF2B5EF4-FFF2-40B4-BE49-F238E27FC236}">
                  <a16:creationId xmlns:a16="http://schemas.microsoft.com/office/drawing/2014/main" id="{881961CB-BCDC-4392-8F61-78BBF4C0527C}"/>
                </a:ext>
              </a:extLst>
            </p:cNvPr>
            <p:cNvSpPr/>
            <p:nvPr/>
          </p:nvSpPr>
          <p:spPr>
            <a:xfrm>
              <a:off x="5702184" y="3037241"/>
              <a:ext cx="43052" cy="109675"/>
            </a:xfrm>
            <a:custGeom>
              <a:avLst/>
              <a:gdLst>
                <a:gd name="connsiteX0" fmla="*/ 43052 w 43052"/>
                <a:gd name="connsiteY0" fmla="*/ 0 h 109674"/>
                <a:gd name="connsiteX1" fmla="*/ 41931 w 43052"/>
                <a:gd name="connsiteY1" fmla="*/ 3832 h 109674"/>
                <a:gd name="connsiteX2" fmla="*/ 37818 w 43052"/>
                <a:gd name="connsiteY2" fmla="*/ 14956 h 109674"/>
                <a:gd name="connsiteX3" fmla="*/ 22862 w 43052"/>
                <a:gd name="connsiteY3" fmla="*/ 57298 h 109674"/>
                <a:gd name="connsiteX4" fmla="*/ 4007 w 43052"/>
                <a:gd name="connsiteY4" fmla="*/ 109674 h 109674"/>
                <a:gd name="connsiteX5" fmla="*/ 0 w 43052"/>
                <a:gd name="connsiteY5" fmla="*/ 109674 h 109674"/>
                <a:gd name="connsiteX6" fmla="*/ 20059 w 43052"/>
                <a:gd name="connsiteY6" fmla="*/ 56083 h 109674"/>
                <a:gd name="connsiteX7" fmla="*/ 36696 w 43052"/>
                <a:gd name="connsiteY7" fmla="*/ 14488 h 109674"/>
                <a:gd name="connsiteX8" fmla="*/ 41277 w 43052"/>
                <a:gd name="connsiteY8" fmla="*/ 3646 h 109674"/>
                <a:gd name="connsiteX9" fmla="*/ 43052 w 43052"/>
                <a:gd name="connsiteY9" fmla="*/ 0 h 10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052" h="109674">
                  <a:moveTo>
                    <a:pt x="43052" y="0"/>
                  </a:moveTo>
                  <a:cubicBezTo>
                    <a:pt x="42873" y="1327"/>
                    <a:pt x="42495" y="2618"/>
                    <a:pt x="41931" y="3832"/>
                  </a:cubicBezTo>
                  <a:lnTo>
                    <a:pt x="37818" y="14956"/>
                  </a:lnTo>
                  <a:lnTo>
                    <a:pt x="22862" y="57298"/>
                  </a:lnTo>
                  <a:lnTo>
                    <a:pt x="4007" y="109674"/>
                  </a:lnTo>
                  <a:lnTo>
                    <a:pt x="0" y="109674"/>
                  </a:lnTo>
                  <a:lnTo>
                    <a:pt x="20059" y="56083"/>
                  </a:lnTo>
                  <a:cubicBezTo>
                    <a:pt x="27069" y="38136"/>
                    <a:pt x="32771" y="24022"/>
                    <a:pt x="36696" y="14488"/>
                  </a:cubicBezTo>
                  <a:cubicBezTo>
                    <a:pt x="38660" y="10002"/>
                    <a:pt x="40155" y="6356"/>
                    <a:pt x="41277" y="3646"/>
                  </a:cubicBezTo>
                  <a:cubicBezTo>
                    <a:pt x="41785" y="2392"/>
                    <a:pt x="42379" y="1174"/>
                    <a:pt x="43052" y="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4" name="任意多边形: 形状 523">
              <a:extLst>
                <a:ext uri="{FF2B5EF4-FFF2-40B4-BE49-F238E27FC236}">
                  <a16:creationId xmlns:a16="http://schemas.microsoft.com/office/drawing/2014/main" id="{4A498F07-2D2F-4885-88AD-2335E8498764}"/>
                </a:ext>
              </a:extLst>
            </p:cNvPr>
            <p:cNvSpPr/>
            <p:nvPr/>
          </p:nvSpPr>
          <p:spPr>
            <a:xfrm>
              <a:off x="6355742" y="2921616"/>
              <a:ext cx="438858" cy="223408"/>
            </a:xfrm>
            <a:custGeom>
              <a:avLst/>
              <a:gdLst>
                <a:gd name="connsiteX0" fmla="*/ 16790 w 438855"/>
                <a:gd name="connsiteY0" fmla="*/ 0 h 223406"/>
                <a:gd name="connsiteX1" fmla="*/ 142976 w 438855"/>
                <a:gd name="connsiteY1" fmla="*/ 114970 h 223406"/>
                <a:gd name="connsiteX2" fmla="*/ 438855 w 438855"/>
                <a:gd name="connsiteY2" fmla="*/ 223406 h 223406"/>
                <a:gd name="connsiteX3" fmla="*/ 0 w 438855"/>
                <a:gd name="connsiteY3" fmla="*/ 223406 h 223406"/>
                <a:gd name="connsiteX4" fmla="*/ 847 w 438855"/>
                <a:gd name="connsiteY4" fmla="*/ 207356 h 223406"/>
                <a:gd name="connsiteX5" fmla="*/ 1367 w 438855"/>
                <a:gd name="connsiteY5" fmla="*/ 198159 h 223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8855" h="223406">
                  <a:moveTo>
                    <a:pt x="16790" y="0"/>
                  </a:moveTo>
                  <a:cubicBezTo>
                    <a:pt x="60628" y="39258"/>
                    <a:pt x="142976" y="114970"/>
                    <a:pt x="142976" y="114970"/>
                  </a:cubicBezTo>
                  <a:lnTo>
                    <a:pt x="438855" y="223406"/>
                  </a:lnTo>
                  <a:lnTo>
                    <a:pt x="0" y="223406"/>
                  </a:lnTo>
                  <a:lnTo>
                    <a:pt x="847" y="207356"/>
                  </a:lnTo>
                  <a:cubicBezTo>
                    <a:pt x="1180" y="201323"/>
                    <a:pt x="1367" y="198159"/>
                    <a:pt x="1367" y="198159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5" name="任意多边形: 形状 524">
              <a:extLst>
                <a:ext uri="{FF2B5EF4-FFF2-40B4-BE49-F238E27FC236}">
                  <a16:creationId xmlns:a16="http://schemas.microsoft.com/office/drawing/2014/main" id="{AC98C2DC-1836-45B9-9CFC-7E63F7977811}"/>
                </a:ext>
              </a:extLst>
            </p:cNvPr>
            <p:cNvSpPr/>
            <p:nvPr/>
          </p:nvSpPr>
          <p:spPr>
            <a:xfrm>
              <a:off x="6479227" y="3036110"/>
              <a:ext cx="25494" cy="108906"/>
            </a:xfrm>
            <a:custGeom>
              <a:avLst/>
              <a:gdLst>
                <a:gd name="connsiteX0" fmla="*/ 0 w 25494"/>
                <a:gd name="connsiteY0" fmla="*/ 0 h 108905"/>
                <a:gd name="connsiteX1" fmla="*/ 1309 w 25494"/>
                <a:gd name="connsiteY1" fmla="*/ 2711 h 108905"/>
                <a:gd name="connsiteX2" fmla="*/ 4580 w 25494"/>
                <a:gd name="connsiteY2" fmla="*/ 10936 h 108905"/>
                <a:gd name="connsiteX3" fmla="*/ 13927 w 25494"/>
                <a:gd name="connsiteY3" fmla="*/ 43651 h 108905"/>
                <a:gd name="connsiteX4" fmla="*/ 23274 w 25494"/>
                <a:gd name="connsiteY4" fmla="*/ 96369 h 108905"/>
                <a:gd name="connsiteX5" fmla="*/ 25494 w 25494"/>
                <a:gd name="connsiteY5" fmla="*/ 108905 h 108905"/>
                <a:gd name="connsiteX6" fmla="*/ 21747 w 25494"/>
                <a:gd name="connsiteY6" fmla="*/ 108905 h 108905"/>
                <a:gd name="connsiteX7" fmla="*/ 19722 w 25494"/>
                <a:gd name="connsiteY7" fmla="*/ 96836 h 108905"/>
                <a:gd name="connsiteX8" fmla="*/ 11684 w 25494"/>
                <a:gd name="connsiteY8" fmla="*/ 44119 h 108905"/>
                <a:gd name="connsiteX9" fmla="*/ 3552 w 25494"/>
                <a:gd name="connsiteY9" fmla="*/ 11310 h 108905"/>
                <a:gd name="connsiteX10" fmla="*/ 841 w 25494"/>
                <a:gd name="connsiteY10" fmla="*/ 2898 h 108905"/>
                <a:gd name="connsiteX11" fmla="*/ 0 w 25494"/>
                <a:gd name="connsiteY11" fmla="*/ 0 h 108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494" h="108905">
                  <a:moveTo>
                    <a:pt x="0" y="0"/>
                  </a:moveTo>
                  <a:cubicBezTo>
                    <a:pt x="566" y="835"/>
                    <a:pt x="1006" y="1749"/>
                    <a:pt x="1309" y="2711"/>
                  </a:cubicBezTo>
                  <a:cubicBezTo>
                    <a:pt x="2056" y="4580"/>
                    <a:pt x="3272" y="7290"/>
                    <a:pt x="4580" y="10936"/>
                  </a:cubicBezTo>
                  <a:cubicBezTo>
                    <a:pt x="8359" y="21640"/>
                    <a:pt x="11481" y="32566"/>
                    <a:pt x="13927" y="43651"/>
                  </a:cubicBezTo>
                  <a:cubicBezTo>
                    <a:pt x="17012" y="58045"/>
                    <a:pt x="19909" y="75806"/>
                    <a:pt x="23274" y="96369"/>
                  </a:cubicBezTo>
                  <a:lnTo>
                    <a:pt x="25494" y="108905"/>
                  </a:lnTo>
                  <a:lnTo>
                    <a:pt x="21747" y="108905"/>
                  </a:lnTo>
                  <a:lnTo>
                    <a:pt x="19722" y="96836"/>
                  </a:lnTo>
                  <a:cubicBezTo>
                    <a:pt x="17105" y="76179"/>
                    <a:pt x="14488" y="58419"/>
                    <a:pt x="11684" y="44119"/>
                  </a:cubicBezTo>
                  <a:cubicBezTo>
                    <a:pt x="8880" y="29818"/>
                    <a:pt x="5795" y="18694"/>
                    <a:pt x="3552" y="11310"/>
                  </a:cubicBezTo>
                  <a:cubicBezTo>
                    <a:pt x="2430" y="7852"/>
                    <a:pt x="1496" y="5141"/>
                    <a:pt x="841" y="2898"/>
                  </a:cubicBezTo>
                  <a:cubicBezTo>
                    <a:pt x="437" y="1973"/>
                    <a:pt x="154" y="998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6" name="任意多边形: 形状 525">
              <a:extLst>
                <a:ext uri="{FF2B5EF4-FFF2-40B4-BE49-F238E27FC236}">
                  <a16:creationId xmlns:a16="http://schemas.microsoft.com/office/drawing/2014/main" id="{E816BBAF-B4B1-4CF7-9C4D-F59BD61A9304}"/>
                </a:ext>
              </a:extLst>
            </p:cNvPr>
            <p:cNvSpPr/>
            <p:nvPr/>
          </p:nvSpPr>
          <p:spPr>
            <a:xfrm>
              <a:off x="6485586" y="3052733"/>
              <a:ext cx="36493" cy="92266"/>
            </a:xfrm>
            <a:custGeom>
              <a:avLst/>
              <a:gdLst>
                <a:gd name="connsiteX0" fmla="*/ 0 w 36493"/>
                <a:gd name="connsiteY0" fmla="*/ 0 h 92266"/>
                <a:gd name="connsiteX1" fmla="*/ 30624 w 36493"/>
                <a:gd name="connsiteY1" fmla="*/ 75572 h 92266"/>
                <a:gd name="connsiteX2" fmla="*/ 36493 w 36493"/>
                <a:gd name="connsiteY2" fmla="*/ 92266 h 92266"/>
                <a:gd name="connsiteX3" fmla="*/ 16923 w 36493"/>
                <a:gd name="connsiteY3" fmla="*/ 92266 h 92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93" h="92266">
                  <a:moveTo>
                    <a:pt x="0" y="0"/>
                  </a:moveTo>
                  <a:cubicBezTo>
                    <a:pt x="0" y="0"/>
                    <a:pt x="15867" y="37015"/>
                    <a:pt x="30624" y="75572"/>
                  </a:cubicBezTo>
                  <a:lnTo>
                    <a:pt x="36493" y="92266"/>
                  </a:lnTo>
                  <a:lnTo>
                    <a:pt x="16923" y="9226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35" name="组合 534">
            <a:extLst>
              <a:ext uri="{FF2B5EF4-FFF2-40B4-BE49-F238E27FC236}">
                <a16:creationId xmlns:a16="http://schemas.microsoft.com/office/drawing/2014/main" id="{7182E3DF-4197-4E2C-BC32-F2FA1B95107E}"/>
              </a:ext>
            </a:extLst>
          </p:cNvPr>
          <p:cNvGrpSpPr/>
          <p:nvPr/>
        </p:nvGrpSpPr>
        <p:grpSpPr>
          <a:xfrm>
            <a:off x="10626163" y="5102920"/>
            <a:ext cx="1033438" cy="730021"/>
            <a:chOff x="2270659" y="3991508"/>
            <a:chExt cx="1090382" cy="770245"/>
          </a:xfrm>
        </p:grpSpPr>
        <p:sp>
          <p:nvSpPr>
            <p:cNvPr id="532" name="任意多边形: 形状 531">
              <a:extLst>
                <a:ext uri="{FF2B5EF4-FFF2-40B4-BE49-F238E27FC236}">
                  <a16:creationId xmlns:a16="http://schemas.microsoft.com/office/drawing/2014/main" id="{9F35231A-B8F1-4C07-B5CD-B1FEDA8F8359}"/>
                </a:ext>
              </a:extLst>
            </p:cNvPr>
            <p:cNvSpPr/>
            <p:nvPr/>
          </p:nvSpPr>
          <p:spPr>
            <a:xfrm>
              <a:off x="2270659" y="4065639"/>
              <a:ext cx="696351" cy="696114"/>
            </a:xfrm>
            <a:custGeom>
              <a:avLst/>
              <a:gdLst>
                <a:gd name="connsiteX0" fmla="*/ 1125760 w 1125759"/>
                <a:gd name="connsiteY0" fmla="*/ 644366 h 1125378"/>
                <a:gd name="connsiteX1" fmla="*/ 1125760 w 1125759"/>
                <a:gd name="connsiteY1" fmla="*/ 481108 h 1125378"/>
                <a:gd name="connsiteX2" fmla="*/ 1026319 w 1125759"/>
                <a:gd name="connsiteY2" fmla="*/ 481108 h 1125378"/>
                <a:gd name="connsiteX3" fmla="*/ 1005173 w 1125759"/>
                <a:gd name="connsiteY3" fmla="*/ 401669 h 1125378"/>
                <a:gd name="connsiteX4" fmla="*/ 1090898 w 1125759"/>
                <a:gd name="connsiteY4" fmla="*/ 352044 h 1125378"/>
                <a:gd name="connsiteX5" fmla="*/ 1009269 w 1125759"/>
                <a:gd name="connsiteY5" fmla="*/ 210598 h 1125378"/>
                <a:gd name="connsiteX6" fmla="*/ 923544 w 1125759"/>
                <a:gd name="connsiteY6" fmla="*/ 260318 h 1125378"/>
                <a:gd name="connsiteX7" fmla="*/ 865441 w 1125759"/>
                <a:gd name="connsiteY7" fmla="*/ 202311 h 1125378"/>
                <a:gd name="connsiteX8" fmla="*/ 915162 w 1125759"/>
                <a:gd name="connsiteY8" fmla="*/ 116586 h 1125378"/>
                <a:gd name="connsiteX9" fmla="*/ 773716 w 1125759"/>
                <a:gd name="connsiteY9" fmla="*/ 34957 h 1125378"/>
                <a:gd name="connsiteX10" fmla="*/ 724091 w 1125759"/>
                <a:gd name="connsiteY10" fmla="*/ 120682 h 1125378"/>
                <a:gd name="connsiteX11" fmla="*/ 644652 w 1125759"/>
                <a:gd name="connsiteY11" fmla="*/ 99631 h 1125378"/>
                <a:gd name="connsiteX12" fmla="*/ 644652 w 1125759"/>
                <a:gd name="connsiteY12" fmla="*/ 0 h 1125378"/>
                <a:gd name="connsiteX13" fmla="*/ 481108 w 1125759"/>
                <a:gd name="connsiteY13" fmla="*/ 0 h 1125378"/>
                <a:gd name="connsiteX14" fmla="*/ 481108 w 1125759"/>
                <a:gd name="connsiteY14" fmla="*/ 99441 h 1125378"/>
                <a:gd name="connsiteX15" fmla="*/ 401669 w 1125759"/>
                <a:gd name="connsiteY15" fmla="*/ 120587 h 1125378"/>
                <a:gd name="connsiteX16" fmla="*/ 352044 w 1125759"/>
                <a:gd name="connsiteY16" fmla="*/ 34862 h 1125378"/>
                <a:gd name="connsiteX17" fmla="*/ 210598 w 1125759"/>
                <a:gd name="connsiteY17" fmla="*/ 116491 h 1125378"/>
                <a:gd name="connsiteX18" fmla="*/ 260413 w 1125759"/>
                <a:gd name="connsiteY18" fmla="*/ 202216 h 1125378"/>
                <a:gd name="connsiteX19" fmla="*/ 202311 w 1125759"/>
                <a:gd name="connsiteY19" fmla="*/ 260318 h 1125378"/>
                <a:gd name="connsiteX20" fmla="*/ 116586 w 1125759"/>
                <a:gd name="connsiteY20" fmla="*/ 210598 h 1125378"/>
                <a:gd name="connsiteX21" fmla="*/ 34957 w 1125759"/>
                <a:gd name="connsiteY21" fmla="*/ 352044 h 1125378"/>
                <a:gd name="connsiteX22" fmla="*/ 120682 w 1125759"/>
                <a:gd name="connsiteY22" fmla="*/ 401669 h 1125378"/>
                <a:gd name="connsiteX23" fmla="*/ 99631 w 1125759"/>
                <a:gd name="connsiteY23" fmla="*/ 481108 h 1125378"/>
                <a:gd name="connsiteX24" fmla="*/ 0 w 1125759"/>
                <a:gd name="connsiteY24" fmla="*/ 481108 h 1125378"/>
                <a:gd name="connsiteX25" fmla="*/ 0 w 1125759"/>
                <a:gd name="connsiteY25" fmla="*/ 644462 h 1125378"/>
                <a:gd name="connsiteX26" fmla="*/ 99536 w 1125759"/>
                <a:gd name="connsiteY26" fmla="*/ 644462 h 1125378"/>
                <a:gd name="connsiteX27" fmla="*/ 120586 w 1125759"/>
                <a:gd name="connsiteY27" fmla="*/ 723900 h 1125378"/>
                <a:gd name="connsiteX28" fmla="*/ 34861 w 1125759"/>
                <a:gd name="connsiteY28" fmla="*/ 773525 h 1125378"/>
                <a:gd name="connsiteX29" fmla="*/ 116491 w 1125759"/>
                <a:gd name="connsiteY29" fmla="*/ 914972 h 1125378"/>
                <a:gd name="connsiteX30" fmla="*/ 202216 w 1125759"/>
                <a:gd name="connsiteY30" fmla="*/ 865156 h 1125378"/>
                <a:gd name="connsiteX31" fmla="*/ 260223 w 1125759"/>
                <a:gd name="connsiteY31" fmla="*/ 923258 h 1125378"/>
                <a:gd name="connsiteX32" fmla="*/ 210598 w 1125759"/>
                <a:gd name="connsiteY32" fmla="*/ 1008983 h 1125378"/>
                <a:gd name="connsiteX33" fmla="*/ 351949 w 1125759"/>
                <a:gd name="connsiteY33" fmla="*/ 1090613 h 1125378"/>
                <a:gd name="connsiteX34" fmla="*/ 401669 w 1125759"/>
                <a:gd name="connsiteY34" fmla="*/ 1004888 h 1125378"/>
                <a:gd name="connsiteX35" fmla="*/ 481108 w 1125759"/>
                <a:gd name="connsiteY35" fmla="*/ 1025938 h 1125378"/>
                <a:gd name="connsiteX36" fmla="*/ 481108 w 1125759"/>
                <a:gd name="connsiteY36" fmla="*/ 1125379 h 1125378"/>
                <a:gd name="connsiteX37" fmla="*/ 644366 w 1125759"/>
                <a:gd name="connsiteY37" fmla="*/ 1125379 h 1125378"/>
                <a:gd name="connsiteX38" fmla="*/ 644366 w 1125759"/>
                <a:gd name="connsiteY38" fmla="*/ 1026223 h 1125378"/>
                <a:gd name="connsiteX39" fmla="*/ 723805 w 1125759"/>
                <a:gd name="connsiteY39" fmla="*/ 1005173 h 1125378"/>
                <a:gd name="connsiteX40" fmla="*/ 773430 w 1125759"/>
                <a:gd name="connsiteY40" fmla="*/ 1090898 h 1125378"/>
                <a:gd name="connsiteX41" fmla="*/ 914972 w 1125759"/>
                <a:gd name="connsiteY41" fmla="*/ 1009459 h 1125378"/>
                <a:gd name="connsiteX42" fmla="*/ 865251 w 1125759"/>
                <a:gd name="connsiteY42" fmla="*/ 923258 h 1125378"/>
                <a:gd name="connsiteX43" fmla="*/ 923258 w 1125759"/>
                <a:gd name="connsiteY43" fmla="*/ 865156 h 1125378"/>
                <a:gd name="connsiteX44" fmla="*/ 1008983 w 1125759"/>
                <a:gd name="connsiteY44" fmla="*/ 914876 h 1125378"/>
                <a:gd name="connsiteX45" fmla="*/ 1090613 w 1125759"/>
                <a:gd name="connsiteY45" fmla="*/ 773525 h 1125378"/>
                <a:gd name="connsiteX46" fmla="*/ 1004888 w 1125759"/>
                <a:gd name="connsiteY46" fmla="*/ 723805 h 1125378"/>
                <a:gd name="connsiteX47" fmla="*/ 1025938 w 1125759"/>
                <a:gd name="connsiteY47" fmla="*/ 644366 h 1125378"/>
                <a:gd name="connsiteX48" fmla="*/ 562547 w 1125759"/>
                <a:gd name="connsiteY48" fmla="*/ 867156 h 1125378"/>
                <a:gd name="connsiteX49" fmla="*/ 258699 w 1125759"/>
                <a:gd name="connsiteY49" fmla="*/ 562356 h 1125378"/>
                <a:gd name="connsiteX50" fmla="*/ 563499 w 1125759"/>
                <a:gd name="connsiteY50" fmla="*/ 258509 h 1125378"/>
                <a:gd name="connsiteX51" fmla="*/ 867346 w 1125759"/>
                <a:gd name="connsiteY51" fmla="*/ 562832 h 1125378"/>
                <a:gd name="connsiteX52" fmla="*/ 563214 w 1125759"/>
                <a:gd name="connsiteY52" fmla="*/ 867156 h 1125378"/>
                <a:gd name="connsiteX53" fmla="*/ 562546 w 1125759"/>
                <a:gd name="connsiteY53" fmla="*/ 867156 h 1125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125759" h="1125378">
                  <a:moveTo>
                    <a:pt x="1125760" y="644366"/>
                  </a:moveTo>
                  <a:lnTo>
                    <a:pt x="1125760" y="481108"/>
                  </a:lnTo>
                  <a:lnTo>
                    <a:pt x="1026319" y="481108"/>
                  </a:lnTo>
                  <a:cubicBezTo>
                    <a:pt x="1021599" y="454062"/>
                    <a:pt x="1014523" y="427482"/>
                    <a:pt x="1005173" y="401669"/>
                  </a:cubicBezTo>
                  <a:lnTo>
                    <a:pt x="1090898" y="352044"/>
                  </a:lnTo>
                  <a:lnTo>
                    <a:pt x="1009269" y="210598"/>
                  </a:lnTo>
                  <a:lnTo>
                    <a:pt x="923544" y="260318"/>
                  </a:lnTo>
                  <a:cubicBezTo>
                    <a:pt x="905853" y="239373"/>
                    <a:pt x="886416" y="219967"/>
                    <a:pt x="865441" y="202311"/>
                  </a:cubicBezTo>
                  <a:lnTo>
                    <a:pt x="915162" y="116586"/>
                  </a:lnTo>
                  <a:lnTo>
                    <a:pt x="773716" y="34957"/>
                  </a:lnTo>
                  <a:lnTo>
                    <a:pt x="724091" y="120682"/>
                  </a:lnTo>
                  <a:cubicBezTo>
                    <a:pt x="698275" y="111362"/>
                    <a:pt x="671695" y="104319"/>
                    <a:pt x="644652" y="99631"/>
                  </a:cubicBezTo>
                  <a:lnTo>
                    <a:pt x="644652" y="0"/>
                  </a:lnTo>
                  <a:lnTo>
                    <a:pt x="481108" y="0"/>
                  </a:lnTo>
                  <a:lnTo>
                    <a:pt x="481108" y="99441"/>
                  </a:lnTo>
                  <a:cubicBezTo>
                    <a:pt x="454063" y="104161"/>
                    <a:pt x="427482" y="111236"/>
                    <a:pt x="401669" y="120587"/>
                  </a:cubicBezTo>
                  <a:lnTo>
                    <a:pt x="352044" y="34862"/>
                  </a:lnTo>
                  <a:lnTo>
                    <a:pt x="210598" y="116491"/>
                  </a:lnTo>
                  <a:lnTo>
                    <a:pt x="260413" y="202216"/>
                  </a:lnTo>
                  <a:cubicBezTo>
                    <a:pt x="239415" y="219880"/>
                    <a:pt x="219976" y="239320"/>
                    <a:pt x="202311" y="260318"/>
                  </a:cubicBezTo>
                  <a:lnTo>
                    <a:pt x="116586" y="210598"/>
                  </a:lnTo>
                  <a:lnTo>
                    <a:pt x="34957" y="352044"/>
                  </a:lnTo>
                  <a:lnTo>
                    <a:pt x="120682" y="401669"/>
                  </a:lnTo>
                  <a:cubicBezTo>
                    <a:pt x="111363" y="427484"/>
                    <a:pt x="104319" y="454065"/>
                    <a:pt x="99631" y="481108"/>
                  </a:cubicBezTo>
                  <a:lnTo>
                    <a:pt x="0" y="481108"/>
                  </a:lnTo>
                  <a:lnTo>
                    <a:pt x="0" y="644462"/>
                  </a:lnTo>
                  <a:lnTo>
                    <a:pt x="99536" y="644462"/>
                  </a:lnTo>
                  <a:cubicBezTo>
                    <a:pt x="104224" y="671504"/>
                    <a:pt x="111267" y="698085"/>
                    <a:pt x="120586" y="723900"/>
                  </a:cubicBezTo>
                  <a:lnTo>
                    <a:pt x="34861" y="773525"/>
                  </a:lnTo>
                  <a:lnTo>
                    <a:pt x="116491" y="914972"/>
                  </a:lnTo>
                  <a:lnTo>
                    <a:pt x="202216" y="865156"/>
                  </a:lnTo>
                  <a:cubicBezTo>
                    <a:pt x="219822" y="886176"/>
                    <a:pt x="239232" y="905617"/>
                    <a:pt x="260223" y="923258"/>
                  </a:cubicBezTo>
                  <a:lnTo>
                    <a:pt x="210598" y="1008983"/>
                  </a:lnTo>
                  <a:lnTo>
                    <a:pt x="351949" y="1090613"/>
                  </a:lnTo>
                  <a:lnTo>
                    <a:pt x="401669" y="1004888"/>
                  </a:lnTo>
                  <a:cubicBezTo>
                    <a:pt x="427477" y="1014230"/>
                    <a:pt x="454060" y="1021274"/>
                    <a:pt x="481108" y="1025938"/>
                  </a:cubicBezTo>
                  <a:lnTo>
                    <a:pt x="481108" y="1125379"/>
                  </a:lnTo>
                  <a:lnTo>
                    <a:pt x="644366" y="1125379"/>
                  </a:lnTo>
                  <a:lnTo>
                    <a:pt x="644366" y="1026223"/>
                  </a:lnTo>
                  <a:cubicBezTo>
                    <a:pt x="671409" y="1021536"/>
                    <a:pt x="697990" y="1014492"/>
                    <a:pt x="723805" y="1005173"/>
                  </a:cubicBezTo>
                  <a:lnTo>
                    <a:pt x="773430" y="1090898"/>
                  </a:lnTo>
                  <a:lnTo>
                    <a:pt x="914972" y="1009459"/>
                  </a:lnTo>
                  <a:lnTo>
                    <a:pt x="865251" y="923258"/>
                  </a:lnTo>
                  <a:cubicBezTo>
                    <a:pt x="886242" y="905617"/>
                    <a:pt x="905652" y="886176"/>
                    <a:pt x="923258" y="865156"/>
                  </a:cubicBezTo>
                  <a:lnTo>
                    <a:pt x="1008983" y="914876"/>
                  </a:lnTo>
                  <a:lnTo>
                    <a:pt x="1090613" y="773525"/>
                  </a:lnTo>
                  <a:lnTo>
                    <a:pt x="1004888" y="723805"/>
                  </a:lnTo>
                  <a:cubicBezTo>
                    <a:pt x="1014230" y="697997"/>
                    <a:pt x="1021274" y="671414"/>
                    <a:pt x="1025938" y="644366"/>
                  </a:cubicBezTo>
                  <a:close/>
                  <a:moveTo>
                    <a:pt x="562547" y="867156"/>
                  </a:moveTo>
                  <a:cubicBezTo>
                    <a:pt x="394473" y="866893"/>
                    <a:pt x="258436" y="730429"/>
                    <a:pt x="258699" y="562356"/>
                  </a:cubicBezTo>
                  <a:cubicBezTo>
                    <a:pt x="258962" y="394283"/>
                    <a:pt x="395426" y="258246"/>
                    <a:pt x="563499" y="258509"/>
                  </a:cubicBezTo>
                  <a:cubicBezTo>
                    <a:pt x="731386" y="258772"/>
                    <a:pt x="867346" y="394945"/>
                    <a:pt x="867346" y="562832"/>
                  </a:cubicBezTo>
                  <a:cubicBezTo>
                    <a:pt x="867399" y="730853"/>
                    <a:pt x="731234" y="867103"/>
                    <a:pt x="563214" y="867156"/>
                  </a:cubicBezTo>
                  <a:cubicBezTo>
                    <a:pt x="562991" y="867156"/>
                    <a:pt x="562769" y="867156"/>
                    <a:pt x="562546" y="867156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4" name="任意多边形: 形状 533">
              <a:extLst>
                <a:ext uri="{FF2B5EF4-FFF2-40B4-BE49-F238E27FC236}">
                  <a16:creationId xmlns:a16="http://schemas.microsoft.com/office/drawing/2014/main" id="{5071EE88-FADC-435C-8ED1-1112D7F3976A}"/>
                </a:ext>
              </a:extLst>
            </p:cNvPr>
            <p:cNvSpPr/>
            <p:nvPr/>
          </p:nvSpPr>
          <p:spPr>
            <a:xfrm>
              <a:off x="2937783" y="3991508"/>
              <a:ext cx="423258" cy="422674"/>
            </a:xfrm>
            <a:custGeom>
              <a:avLst/>
              <a:gdLst>
                <a:gd name="connsiteX0" fmla="*/ 759618 w 759618"/>
                <a:gd name="connsiteY0" fmla="*/ 434340 h 758570"/>
                <a:gd name="connsiteX1" fmla="*/ 759618 w 759618"/>
                <a:gd name="connsiteY1" fmla="*/ 324136 h 758570"/>
                <a:gd name="connsiteX2" fmla="*/ 692943 w 759618"/>
                <a:gd name="connsiteY2" fmla="*/ 324136 h 758570"/>
                <a:gd name="connsiteX3" fmla="*/ 678656 w 759618"/>
                <a:gd name="connsiteY3" fmla="*/ 270510 h 758570"/>
                <a:gd name="connsiteX4" fmla="*/ 736663 w 759618"/>
                <a:gd name="connsiteY4" fmla="*/ 236982 h 758570"/>
                <a:gd name="connsiteX5" fmla="*/ 681609 w 759618"/>
                <a:gd name="connsiteY5" fmla="*/ 141732 h 758570"/>
                <a:gd name="connsiteX6" fmla="*/ 623411 w 759618"/>
                <a:gd name="connsiteY6" fmla="*/ 175355 h 758570"/>
                <a:gd name="connsiteX7" fmla="*/ 584168 w 759618"/>
                <a:gd name="connsiteY7" fmla="*/ 136112 h 758570"/>
                <a:gd name="connsiteX8" fmla="*/ 617792 w 759618"/>
                <a:gd name="connsiteY8" fmla="*/ 78010 h 758570"/>
                <a:gd name="connsiteX9" fmla="*/ 522542 w 759618"/>
                <a:gd name="connsiteY9" fmla="*/ 22860 h 758570"/>
                <a:gd name="connsiteX10" fmla="*/ 489013 w 759618"/>
                <a:gd name="connsiteY10" fmla="*/ 80867 h 758570"/>
                <a:gd name="connsiteX11" fmla="*/ 435388 w 759618"/>
                <a:gd name="connsiteY11" fmla="*/ 66675 h 758570"/>
                <a:gd name="connsiteX12" fmla="*/ 435388 w 759618"/>
                <a:gd name="connsiteY12" fmla="*/ 0 h 758570"/>
                <a:gd name="connsiteX13" fmla="*/ 324612 w 759618"/>
                <a:gd name="connsiteY13" fmla="*/ 0 h 758570"/>
                <a:gd name="connsiteX14" fmla="*/ 324612 w 759618"/>
                <a:gd name="connsiteY14" fmla="*/ 66675 h 758570"/>
                <a:gd name="connsiteX15" fmla="*/ 270986 w 759618"/>
                <a:gd name="connsiteY15" fmla="*/ 80963 h 758570"/>
                <a:gd name="connsiteX16" fmla="*/ 237458 w 759618"/>
                <a:gd name="connsiteY16" fmla="*/ 22955 h 758570"/>
                <a:gd name="connsiteX17" fmla="*/ 142208 w 759618"/>
                <a:gd name="connsiteY17" fmla="*/ 78105 h 758570"/>
                <a:gd name="connsiteX18" fmla="*/ 175736 w 759618"/>
                <a:gd name="connsiteY18" fmla="*/ 136208 h 758570"/>
                <a:gd name="connsiteX19" fmla="*/ 136588 w 759618"/>
                <a:gd name="connsiteY19" fmla="*/ 175450 h 758570"/>
                <a:gd name="connsiteX20" fmla="*/ 78486 w 759618"/>
                <a:gd name="connsiteY20" fmla="*/ 141827 h 758570"/>
                <a:gd name="connsiteX21" fmla="*/ 23336 w 759618"/>
                <a:gd name="connsiteY21" fmla="*/ 237077 h 758570"/>
                <a:gd name="connsiteX22" fmla="*/ 81343 w 759618"/>
                <a:gd name="connsiteY22" fmla="*/ 270605 h 758570"/>
                <a:gd name="connsiteX23" fmla="*/ 67151 w 759618"/>
                <a:gd name="connsiteY23" fmla="*/ 324231 h 758570"/>
                <a:gd name="connsiteX24" fmla="*/ 0 w 759618"/>
                <a:gd name="connsiteY24" fmla="*/ 324231 h 758570"/>
                <a:gd name="connsiteX25" fmla="*/ 0 w 759618"/>
                <a:gd name="connsiteY25" fmla="*/ 434435 h 758570"/>
                <a:gd name="connsiteX26" fmla="*/ 67151 w 759618"/>
                <a:gd name="connsiteY26" fmla="*/ 434435 h 758570"/>
                <a:gd name="connsiteX27" fmla="*/ 81439 w 759618"/>
                <a:gd name="connsiteY27" fmla="*/ 488061 h 758570"/>
                <a:gd name="connsiteX28" fmla="*/ 23431 w 759618"/>
                <a:gd name="connsiteY28" fmla="*/ 521589 h 758570"/>
                <a:gd name="connsiteX29" fmla="*/ 78581 w 759618"/>
                <a:gd name="connsiteY29" fmla="*/ 616839 h 758570"/>
                <a:gd name="connsiteX30" fmla="*/ 136684 w 759618"/>
                <a:gd name="connsiteY30" fmla="*/ 583311 h 758570"/>
                <a:gd name="connsiteX31" fmla="*/ 175926 w 759618"/>
                <a:gd name="connsiteY31" fmla="*/ 622459 h 758570"/>
                <a:gd name="connsiteX32" fmla="*/ 142303 w 759618"/>
                <a:gd name="connsiteY32" fmla="*/ 680561 h 758570"/>
                <a:gd name="connsiteX33" fmla="*/ 237553 w 759618"/>
                <a:gd name="connsiteY33" fmla="*/ 735711 h 758570"/>
                <a:gd name="connsiteX34" fmla="*/ 271081 w 759618"/>
                <a:gd name="connsiteY34" fmla="*/ 677704 h 758570"/>
                <a:gd name="connsiteX35" fmla="*/ 324707 w 759618"/>
                <a:gd name="connsiteY35" fmla="*/ 691896 h 758570"/>
                <a:gd name="connsiteX36" fmla="*/ 324707 w 759618"/>
                <a:gd name="connsiteY36" fmla="*/ 758571 h 758570"/>
                <a:gd name="connsiteX37" fmla="*/ 434912 w 759618"/>
                <a:gd name="connsiteY37" fmla="*/ 758571 h 758570"/>
                <a:gd name="connsiteX38" fmla="*/ 434912 w 759618"/>
                <a:gd name="connsiteY38" fmla="*/ 691896 h 758570"/>
                <a:gd name="connsiteX39" fmla="*/ 488537 w 759618"/>
                <a:gd name="connsiteY39" fmla="*/ 677609 h 758570"/>
                <a:gd name="connsiteX40" fmla="*/ 522065 w 759618"/>
                <a:gd name="connsiteY40" fmla="*/ 735616 h 758570"/>
                <a:gd name="connsiteX41" fmla="*/ 617315 w 759618"/>
                <a:gd name="connsiteY41" fmla="*/ 680561 h 758570"/>
                <a:gd name="connsiteX42" fmla="*/ 583787 w 759618"/>
                <a:gd name="connsiteY42" fmla="*/ 622363 h 758570"/>
                <a:gd name="connsiteX43" fmla="*/ 622935 w 759618"/>
                <a:gd name="connsiteY43" fmla="*/ 583121 h 758570"/>
                <a:gd name="connsiteX44" fmla="*/ 681037 w 759618"/>
                <a:gd name="connsiteY44" fmla="*/ 616744 h 758570"/>
                <a:gd name="connsiteX45" fmla="*/ 736187 w 759618"/>
                <a:gd name="connsiteY45" fmla="*/ 521494 h 758570"/>
                <a:gd name="connsiteX46" fmla="*/ 678180 w 759618"/>
                <a:gd name="connsiteY46" fmla="*/ 487966 h 758570"/>
                <a:gd name="connsiteX47" fmla="*/ 692372 w 759618"/>
                <a:gd name="connsiteY47" fmla="*/ 434340 h 758570"/>
                <a:gd name="connsiteX48" fmla="*/ 379667 w 759618"/>
                <a:gd name="connsiteY48" fmla="*/ 584740 h 758570"/>
                <a:gd name="connsiteX49" fmla="*/ 174117 w 759618"/>
                <a:gd name="connsiteY49" fmla="*/ 379381 h 758570"/>
                <a:gd name="connsiteX50" fmla="*/ 379477 w 759618"/>
                <a:gd name="connsiteY50" fmla="*/ 173831 h 758570"/>
                <a:gd name="connsiteX51" fmla="*/ 585026 w 759618"/>
                <a:gd name="connsiteY51" fmla="*/ 379190 h 758570"/>
                <a:gd name="connsiteX52" fmla="*/ 585026 w 759618"/>
                <a:gd name="connsiteY52" fmla="*/ 379381 h 758570"/>
                <a:gd name="connsiteX53" fmla="*/ 379667 w 759618"/>
                <a:gd name="connsiteY53" fmla="*/ 584740 h 758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59618" h="758570">
                  <a:moveTo>
                    <a:pt x="759618" y="434340"/>
                  </a:moveTo>
                  <a:lnTo>
                    <a:pt x="759618" y="324136"/>
                  </a:lnTo>
                  <a:lnTo>
                    <a:pt x="692943" y="324136"/>
                  </a:lnTo>
                  <a:cubicBezTo>
                    <a:pt x="689768" y="305875"/>
                    <a:pt x="684986" y="287930"/>
                    <a:pt x="678656" y="270510"/>
                  </a:cubicBezTo>
                  <a:lnTo>
                    <a:pt x="736663" y="236982"/>
                  </a:lnTo>
                  <a:lnTo>
                    <a:pt x="681609" y="141732"/>
                  </a:lnTo>
                  <a:lnTo>
                    <a:pt x="623411" y="175355"/>
                  </a:lnTo>
                  <a:cubicBezTo>
                    <a:pt x="611498" y="161156"/>
                    <a:pt x="598367" y="148025"/>
                    <a:pt x="584168" y="136112"/>
                  </a:cubicBezTo>
                  <a:lnTo>
                    <a:pt x="617792" y="78010"/>
                  </a:lnTo>
                  <a:lnTo>
                    <a:pt x="522542" y="22860"/>
                  </a:lnTo>
                  <a:lnTo>
                    <a:pt x="489013" y="80867"/>
                  </a:lnTo>
                  <a:cubicBezTo>
                    <a:pt x="471580" y="74601"/>
                    <a:pt x="453638" y="69852"/>
                    <a:pt x="435388" y="66675"/>
                  </a:cubicBezTo>
                  <a:lnTo>
                    <a:pt x="435388" y="0"/>
                  </a:lnTo>
                  <a:lnTo>
                    <a:pt x="324612" y="0"/>
                  </a:lnTo>
                  <a:lnTo>
                    <a:pt x="324612" y="66675"/>
                  </a:lnTo>
                  <a:cubicBezTo>
                    <a:pt x="306351" y="69851"/>
                    <a:pt x="288407" y="74632"/>
                    <a:pt x="270986" y="80963"/>
                  </a:cubicBezTo>
                  <a:lnTo>
                    <a:pt x="237458" y="22955"/>
                  </a:lnTo>
                  <a:lnTo>
                    <a:pt x="142208" y="78105"/>
                  </a:lnTo>
                  <a:lnTo>
                    <a:pt x="175736" y="136208"/>
                  </a:lnTo>
                  <a:cubicBezTo>
                    <a:pt x="161589" y="148146"/>
                    <a:pt x="148492" y="161275"/>
                    <a:pt x="136588" y="175450"/>
                  </a:cubicBezTo>
                  <a:lnTo>
                    <a:pt x="78486" y="141827"/>
                  </a:lnTo>
                  <a:lnTo>
                    <a:pt x="23336" y="237077"/>
                  </a:lnTo>
                  <a:lnTo>
                    <a:pt x="81343" y="270605"/>
                  </a:lnTo>
                  <a:cubicBezTo>
                    <a:pt x="75088" y="288042"/>
                    <a:pt x="70339" y="305983"/>
                    <a:pt x="67151" y="324231"/>
                  </a:cubicBezTo>
                  <a:lnTo>
                    <a:pt x="0" y="324231"/>
                  </a:lnTo>
                  <a:lnTo>
                    <a:pt x="0" y="434435"/>
                  </a:lnTo>
                  <a:lnTo>
                    <a:pt x="67151" y="434435"/>
                  </a:lnTo>
                  <a:cubicBezTo>
                    <a:pt x="70327" y="452696"/>
                    <a:pt x="75108" y="470641"/>
                    <a:pt x="81439" y="488061"/>
                  </a:cubicBezTo>
                  <a:lnTo>
                    <a:pt x="23431" y="521589"/>
                  </a:lnTo>
                  <a:lnTo>
                    <a:pt x="78581" y="616839"/>
                  </a:lnTo>
                  <a:lnTo>
                    <a:pt x="136684" y="583311"/>
                  </a:lnTo>
                  <a:cubicBezTo>
                    <a:pt x="148622" y="597458"/>
                    <a:pt x="161751" y="610555"/>
                    <a:pt x="175926" y="622459"/>
                  </a:cubicBezTo>
                  <a:lnTo>
                    <a:pt x="142303" y="680561"/>
                  </a:lnTo>
                  <a:lnTo>
                    <a:pt x="237553" y="735711"/>
                  </a:lnTo>
                  <a:lnTo>
                    <a:pt x="271081" y="677704"/>
                  </a:lnTo>
                  <a:cubicBezTo>
                    <a:pt x="288501" y="684014"/>
                    <a:pt x="306447" y="688764"/>
                    <a:pt x="324707" y="691896"/>
                  </a:cubicBezTo>
                  <a:lnTo>
                    <a:pt x="324707" y="758571"/>
                  </a:lnTo>
                  <a:lnTo>
                    <a:pt x="434912" y="758571"/>
                  </a:lnTo>
                  <a:lnTo>
                    <a:pt x="434912" y="691896"/>
                  </a:lnTo>
                  <a:cubicBezTo>
                    <a:pt x="453172" y="688720"/>
                    <a:pt x="471117" y="683939"/>
                    <a:pt x="488537" y="677609"/>
                  </a:cubicBezTo>
                  <a:lnTo>
                    <a:pt x="522065" y="735616"/>
                  </a:lnTo>
                  <a:lnTo>
                    <a:pt x="617315" y="680561"/>
                  </a:lnTo>
                  <a:lnTo>
                    <a:pt x="583787" y="622363"/>
                  </a:lnTo>
                  <a:cubicBezTo>
                    <a:pt x="597934" y="610425"/>
                    <a:pt x="611032" y="597296"/>
                    <a:pt x="622935" y="583121"/>
                  </a:cubicBezTo>
                  <a:lnTo>
                    <a:pt x="681037" y="616744"/>
                  </a:lnTo>
                  <a:lnTo>
                    <a:pt x="736187" y="521494"/>
                  </a:lnTo>
                  <a:lnTo>
                    <a:pt x="678180" y="487966"/>
                  </a:lnTo>
                  <a:cubicBezTo>
                    <a:pt x="684491" y="470546"/>
                    <a:pt x="689240" y="452600"/>
                    <a:pt x="692372" y="434340"/>
                  </a:cubicBezTo>
                  <a:close/>
                  <a:moveTo>
                    <a:pt x="379667" y="584740"/>
                  </a:moveTo>
                  <a:cubicBezTo>
                    <a:pt x="266197" y="584792"/>
                    <a:pt x="174170" y="492850"/>
                    <a:pt x="174117" y="379381"/>
                  </a:cubicBezTo>
                  <a:cubicBezTo>
                    <a:pt x="174065" y="265912"/>
                    <a:pt x="266007" y="173884"/>
                    <a:pt x="379477" y="173831"/>
                  </a:cubicBezTo>
                  <a:cubicBezTo>
                    <a:pt x="492946" y="173779"/>
                    <a:pt x="584973" y="265721"/>
                    <a:pt x="585026" y="379190"/>
                  </a:cubicBezTo>
                  <a:cubicBezTo>
                    <a:pt x="585026" y="379254"/>
                    <a:pt x="585026" y="379317"/>
                    <a:pt x="585026" y="379381"/>
                  </a:cubicBezTo>
                  <a:cubicBezTo>
                    <a:pt x="585026" y="492797"/>
                    <a:pt x="493084" y="584740"/>
                    <a:pt x="379667" y="58474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690" name="组合 689">
            <a:extLst>
              <a:ext uri="{FF2B5EF4-FFF2-40B4-BE49-F238E27FC236}">
                <a16:creationId xmlns:a16="http://schemas.microsoft.com/office/drawing/2014/main" id="{CD4E0A82-14D2-4339-96A4-0A955994DCC7}"/>
              </a:ext>
            </a:extLst>
          </p:cNvPr>
          <p:cNvGrpSpPr/>
          <p:nvPr/>
        </p:nvGrpSpPr>
        <p:grpSpPr>
          <a:xfrm>
            <a:off x="9569" y="615306"/>
            <a:ext cx="2075131" cy="2806369"/>
            <a:chOff x="9712184" y="2056715"/>
            <a:chExt cx="2075131" cy="2806369"/>
          </a:xfrm>
        </p:grpSpPr>
        <p:sp>
          <p:nvSpPr>
            <p:cNvPr id="691" name="任意多边形: 形状 690">
              <a:extLst>
                <a:ext uri="{FF2B5EF4-FFF2-40B4-BE49-F238E27FC236}">
                  <a16:creationId xmlns:a16="http://schemas.microsoft.com/office/drawing/2014/main" id="{C85A36FD-8477-445F-843D-463C638C50AC}"/>
                </a:ext>
              </a:extLst>
            </p:cNvPr>
            <p:cNvSpPr/>
            <p:nvPr/>
          </p:nvSpPr>
          <p:spPr>
            <a:xfrm>
              <a:off x="10161382" y="4374713"/>
              <a:ext cx="1234560" cy="488371"/>
            </a:xfrm>
            <a:custGeom>
              <a:avLst/>
              <a:gdLst>
                <a:gd name="connsiteX0" fmla="*/ 147720 w 1234560"/>
                <a:gd name="connsiteY0" fmla="*/ 0 h 488371"/>
                <a:gd name="connsiteX1" fmla="*/ 1173525 w 1234560"/>
                <a:gd name="connsiteY1" fmla="*/ 49948 h 488371"/>
                <a:gd name="connsiteX2" fmla="*/ 1234560 w 1234560"/>
                <a:gd name="connsiteY2" fmla="*/ 415807 h 488371"/>
                <a:gd name="connsiteX3" fmla="*/ 1230921 w 1234560"/>
                <a:gd name="connsiteY3" fmla="*/ 488371 h 488371"/>
                <a:gd name="connsiteX4" fmla="*/ 6183 w 1234560"/>
                <a:gd name="connsiteY4" fmla="*/ 488371 h 488371"/>
                <a:gd name="connsiteX5" fmla="*/ 1193 w 1234560"/>
                <a:gd name="connsiteY5" fmla="*/ 436057 h 488371"/>
                <a:gd name="connsiteX6" fmla="*/ 42572 w 1234560"/>
                <a:gd name="connsiteY6" fmla="*/ 133040 h 488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4560" h="488371">
                  <a:moveTo>
                    <a:pt x="147720" y="0"/>
                  </a:moveTo>
                  <a:cubicBezTo>
                    <a:pt x="641251" y="166650"/>
                    <a:pt x="1173525" y="49948"/>
                    <a:pt x="1173525" y="49948"/>
                  </a:cubicBezTo>
                  <a:cubicBezTo>
                    <a:pt x="1173525" y="49948"/>
                    <a:pt x="1234560" y="182871"/>
                    <a:pt x="1234560" y="415807"/>
                  </a:cubicBezTo>
                  <a:lnTo>
                    <a:pt x="1230921" y="488371"/>
                  </a:lnTo>
                  <a:lnTo>
                    <a:pt x="6183" y="488371"/>
                  </a:lnTo>
                  <a:lnTo>
                    <a:pt x="1193" y="436057"/>
                  </a:lnTo>
                  <a:cubicBezTo>
                    <a:pt x="-8357" y="247675"/>
                    <a:pt x="42572" y="133040"/>
                    <a:pt x="42572" y="133040"/>
                  </a:cubicBezTo>
                  <a:close/>
                </a:path>
              </a:pathLst>
            </a:custGeom>
            <a:solidFill>
              <a:srgbClr val="263238"/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692" name="任意多边形: 形状 691">
              <a:extLst>
                <a:ext uri="{FF2B5EF4-FFF2-40B4-BE49-F238E27FC236}">
                  <a16:creationId xmlns:a16="http://schemas.microsoft.com/office/drawing/2014/main" id="{56FA0134-C87C-4581-8909-2007A41158D2}"/>
                </a:ext>
              </a:extLst>
            </p:cNvPr>
            <p:cNvSpPr/>
            <p:nvPr/>
          </p:nvSpPr>
          <p:spPr>
            <a:xfrm>
              <a:off x="10248302" y="3293359"/>
              <a:ext cx="1092440" cy="1315457"/>
            </a:xfrm>
            <a:custGeom>
              <a:avLst/>
              <a:gdLst>
                <a:gd name="connsiteX0" fmla="*/ 402812 w 891635"/>
                <a:gd name="connsiteY0" fmla="*/ 13621 h 1073658"/>
                <a:gd name="connsiteX1" fmla="*/ 199168 w 891635"/>
                <a:gd name="connsiteY1" fmla="*/ 0 h 1073658"/>
                <a:gd name="connsiteX2" fmla="*/ 176498 w 891635"/>
                <a:gd name="connsiteY2" fmla="*/ 534067 h 1073658"/>
                <a:gd name="connsiteX3" fmla="*/ 49816 w 891635"/>
                <a:gd name="connsiteY3" fmla="*/ 882587 h 1073658"/>
                <a:gd name="connsiteX4" fmla="*/ 0 w 891635"/>
                <a:gd name="connsiteY4" fmla="*/ 977837 h 1073658"/>
                <a:gd name="connsiteX5" fmla="*/ 325850 w 891635"/>
                <a:gd name="connsiteY5" fmla="*/ 1054704 h 1073658"/>
                <a:gd name="connsiteX6" fmla="*/ 728663 w 891635"/>
                <a:gd name="connsiteY6" fmla="*/ 1063752 h 1073658"/>
                <a:gd name="connsiteX7" fmla="*/ 891635 w 891635"/>
                <a:gd name="connsiteY7" fmla="*/ 1014032 h 1073658"/>
                <a:gd name="connsiteX8" fmla="*/ 737711 w 891635"/>
                <a:gd name="connsiteY8" fmla="*/ 407384 h 1073658"/>
                <a:gd name="connsiteX9" fmla="*/ 689039 w 891635"/>
                <a:gd name="connsiteY9" fmla="*/ 33814 h 1073658"/>
                <a:gd name="connsiteX10" fmla="*/ 610648 w 891635"/>
                <a:gd name="connsiteY10" fmla="*/ 24289 h 107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91635" h="1073658">
                  <a:moveTo>
                    <a:pt x="402812" y="13621"/>
                  </a:moveTo>
                  <a:lnTo>
                    <a:pt x="199168" y="0"/>
                  </a:lnTo>
                  <a:cubicBezTo>
                    <a:pt x="199168" y="0"/>
                    <a:pt x="248984" y="330422"/>
                    <a:pt x="176498" y="534067"/>
                  </a:cubicBezTo>
                  <a:cubicBezTo>
                    <a:pt x="104013" y="737711"/>
                    <a:pt x="49816" y="882587"/>
                    <a:pt x="49816" y="882587"/>
                  </a:cubicBezTo>
                  <a:lnTo>
                    <a:pt x="0" y="977837"/>
                  </a:lnTo>
                  <a:cubicBezTo>
                    <a:pt x="105517" y="1015169"/>
                    <a:pt x="214773" y="1040942"/>
                    <a:pt x="325850" y="1054704"/>
                  </a:cubicBezTo>
                  <a:cubicBezTo>
                    <a:pt x="493395" y="1072801"/>
                    <a:pt x="647224" y="1081945"/>
                    <a:pt x="728663" y="1063752"/>
                  </a:cubicBezTo>
                  <a:cubicBezTo>
                    <a:pt x="784020" y="1050777"/>
                    <a:pt x="838462" y="1034168"/>
                    <a:pt x="891635" y="1014032"/>
                  </a:cubicBezTo>
                  <a:cubicBezTo>
                    <a:pt x="891635" y="1014032"/>
                    <a:pt x="737711" y="620078"/>
                    <a:pt x="737711" y="407384"/>
                  </a:cubicBezTo>
                  <a:cubicBezTo>
                    <a:pt x="738086" y="281256"/>
                    <a:pt x="721719" y="155635"/>
                    <a:pt x="689039" y="33814"/>
                  </a:cubicBezTo>
                  <a:lnTo>
                    <a:pt x="610648" y="24289"/>
                  </a:lnTo>
                  <a:close/>
                </a:path>
              </a:pathLst>
            </a:custGeom>
            <a:solidFill>
              <a:srgbClr val="FFFFFF"/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3" name="任意多边形: 形状 692">
              <a:extLst>
                <a:ext uri="{FF2B5EF4-FFF2-40B4-BE49-F238E27FC236}">
                  <a16:creationId xmlns:a16="http://schemas.microsoft.com/office/drawing/2014/main" id="{3706ACFB-4ACC-489A-8C3B-07F855872975}"/>
                </a:ext>
              </a:extLst>
            </p:cNvPr>
            <p:cNvSpPr/>
            <p:nvPr/>
          </p:nvSpPr>
          <p:spPr>
            <a:xfrm>
              <a:off x="10913615" y="3607636"/>
              <a:ext cx="76789" cy="1009349"/>
            </a:xfrm>
            <a:custGeom>
              <a:avLst/>
              <a:gdLst>
                <a:gd name="connsiteX0" fmla="*/ 62675 w 62674"/>
                <a:gd name="connsiteY0" fmla="*/ 0 h 823817"/>
                <a:gd name="connsiteX1" fmla="*/ 0 w 62674"/>
                <a:gd name="connsiteY1" fmla="*/ 816007 h 823817"/>
                <a:gd name="connsiteX2" fmla="*/ 54864 w 62674"/>
                <a:gd name="connsiteY2" fmla="*/ 823817 h 823817"/>
                <a:gd name="connsiteX3" fmla="*/ 62675 w 62674"/>
                <a:gd name="connsiteY3" fmla="*/ 0 h 823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674" h="823817">
                  <a:moveTo>
                    <a:pt x="62675" y="0"/>
                  </a:moveTo>
                  <a:lnTo>
                    <a:pt x="0" y="816007"/>
                  </a:lnTo>
                  <a:lnTo>
                    <a:pt x="54864" y="823817"/>
                  </a:lnTo>
                  <a:lnTo>
                    <a:pt x="62675" y="0"/>
                  </a:lnTo>
                  <a:close/>
                </a:path>
              </a:pathLst>
            </a:custGeom>
            <a:solidFill>
              <a:srgbClr val="263238"/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4" name="任意多边形: 形状 693">
              <a:extLst>
                <a:ext uri="{FF2B5EF4-FFF2-40B4-BE49-F238E27FC236}">
                  <a16:creationId xmlns:a16="http://schemas.microsoft.com/office/drawing/2014/main" id="{220E8BFD-D1F5-40F0-B6E1-EEFED990CD1C}"/>
                </a:ext>
              </a:extLst>
            </p:cNvPr>
            <p:cNvSpPr/>
            <p:nvPr/>
          </p:nvSpPr>
          <p:spPr>
            <a:xfrm>
              <a:off x="10607264" y="3029964"/>
              <a:ext cx="436823" cy="617675"/>
            </a:xfrm>
            <a:custGeom>
              <a:avLst/>
              <a:gdLst>
                <a:gd name="connsiteX0" fmla="*/ 96307 w 356529"/>
                <a:gd name="connsiteY0" fmla="*/ 0 h 504138"/>
                <a:gd name="connsiteX1" fmla="*/ 94307 w 356529"/>
                <a:gd name="connsiteY1" fmla="*/ 179927 h 504138"/>
                <a:gd name="connsiteX2" fmla="*/ 51063 w 356529"/>
                <a:gd name="connsiteY2" fmla="*/ 219551 h 504138"/>
                <a:gd name="connsiteX3" fmla="*/ 1247 w 356529"/>
                <a:gd name="connsiteY3" fmla="*/ 244412 h 504138"/>
                <a:gd name="connsiteX4" fmla="*/ 41919 w 356529"/>
                <a:gd name="connsiteY4" fmla="*/ 425387 h 504138"/>
                <a:gd name="connsiteX5" fmla="*/ 286331 w 356529"/>
                <a:gd name="connsiteY5" fmla="*/ 484251 h 504138"/>
                <a:gd name="connsiteX6" fmla="*/ 356530 w 356529"/>
                <a:gd name="connsiteY6" fmla="*/ 258889 h 504138"/>
                <a:gd name="connsiteX7" fmla="*/ 317668 w 356529"/>
                <a:gd name="connsiteY7" fmla="*/ 239839 h 504138"/>
                <a:gd name="connsiteX8" fmla="*/ 285093 w 356529"/>
                <a:gd name="connsiteY8" fmla="*/ 185547 h 504138"/>
                <a:gd name="connsiteX9" fmla="*/ 290903 w 356529"/>
                <a:gd name="connsiteY9" fmla="*/ 77248 h 504138"/>
                <a:gd name="connsiteX10" fmla="*/ 96307 w 356529"/>
                <a:gd name="connsiteY10" fmla="*/ 0 h 50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6529" h="504138">
                  <a:moveTo>
                    <a:pt x="96307" y="0"/>
                  </a:moveTo>
                  <a:cubicBezTo>
                    <a:pt x="105832" y="15335"/>
                    <a:pt x="95735" y="152400"/>
                    <a:pt x="94307" y="179927"/>
                  </a:cubicBezTo>
                  <a:cubicBezTo>
                    <a:pt x="92878" y="207454"/>
                    <a:pt x="80591" y="227552"/>
                    <a:pt x="51063" y="219551"/>
                  </a:cubicBezTo>
                  <a:cubicBezTo>
                    <a:pt x="-12469" y="201644"/>
                    <a:pt x="1247" y="244412"/>
                    <a:pt x="1247" y="244412"/>
                  </a:cubicBezTo>
                  <a:cubicBezTo>
                    <a:pt x="1247" y="244412"/>
                    <a:pt x="-7801" y="344043"/>
                    <a:pt x="41919" y="425387"/>
                  </a:cubicBezTo>
                  <a:cubicBezTo>
                    <a:pt x="91640" y="506730"/>
                    <a:pt x="225275" y="522637"/>
                    <a:pt x="286331" y="484251"/>
                  </a:cubicBezTo>
                  <a:cubicBezTo>
                    <a:pt x="347386" y="445865"/>
                    <a:pt x="356530" y="258889"/>
                    <a:pt x="356530" y="258889"/>
                  </a:cubicBezTo>
                  <a:lnTo>
                    <a:pt x="317668" y="239839"/>
                  </a:lnTo>
                  <a:cubicBezTo>
                    <a:pt x="297189" y="229602"/>
                    <a:pt x="284488" y="208434"/>
                    <a:pt x="285093" y="185547"/>
                  </a:cubicBezTo>
                  <a:lnTo>
                    <a:pt x="290903" y="77248"/>
                  </a:lnTo>
                  <a:cubicBezTo>
                    <a:pt x="290903" y="77248"/>
                    <a:pt x="157362" y="95059"/>
                    <a:pt x="96307" y="0"/>
                  </a:cubicBezTo>
                  <a:close/>
                </a:path>
              </a:pathLst>
            </a:custGeom>
            <a:solidFill>
              <a:srgbClr val="FFFFFF"/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5" name="任意多边形: 形状 694">
              <a:extLst>
                <a:ext uri="{FF2B5EF4-FFF2-40B4-BE49-F238E27FC236}">
                  <a16:creationId xmlns:a16="http://schemas.microsoft.com/office/drawing/2014/main" id="{C28026E5-34BD-4C9E-AB71-8AB76E5D9589}"/>
                </a:ext>
              </a:extLst>
            </p:cNvPr>
            <p:cNvSpPr/>
            <p:nvPr/>
          </p:nvSpPr>
          <p:spPr>
            <a:xfrm>
              <a:off x="10723393" y="3029964"/>
              <a:ext cx="240287" cy="245065"/>
            </a:xfrm>
            <a:custGeom>
              <a:avLst/>
              <a:gdLst>
                <a:gd name="connsiteX0" fmla="*/ 196120 w 196119"/>
                <a:gd name="connsiteY0" fmla="*/ 76962 h 200019"/>
                <a:gd name="connsiteX1" fmla="*/ 1524 w 196119"/>
                <a:gd name="connsiteY1" fmla="*/ 0 h 200019"/>
                <a:gd name="connsiteX2" fmla="*/ 0 w 196119"/>
                <a:gd name="connsiteY2" fmla="*/ 170593 h 200019"/>
                <a:gd name="connsiteX3" fmla="*/ 62103 w 196119"/>
                <a:gd name="connsiteY3" fmla="*/ 199168 h 200019"/>
                <a:gd name="connsiteX4" fmla="*/ 191643 w 196119"/>
                <a:gd name="connsiteY4" fmla="*/ 161734 h 2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119" h="200019">
                  <a:moveTo>
                    <a:pt x="196120" y="76962"/>
                  </a:moveTo>
                  <a:cubicBezTo>
                    <a:pt x="196120" y="76962"/>
                    <a:pt x="62770" y="95059"/>
                    <a:pt x="1524" y="0"/>
                  </a:cubicBezTo>
                  <a:cubicBezTo>
                    <a:pt x="10477" y="14097"/>
                    <a:pt x="2572" y="129730"/>
                    <a:pt x="0" y="170593"/>
                  </a:cubicBezTo>
                  <a:cubicBezTo>
                    <a:pt x="17922" y="185264"/>
                    <a:pt x="39302" y="195101"/>
                    <a:pt x="62103" y="199168"/>
                  </a:cubicBezTo>
                  <a:cubicBezTo>
                    <a:pt x="107156" y="204311"/>
                    <a:pt x="154400" y="185452"/>
                    <a:pt x="191643" y="161734"/>
                  </a:cubicBezTo>
                  <a:close/>
                </a:path>
              </a:pathLst>
            </a:custGeom>
            <a:solidFill>
              <a:srgbClr val="263238"/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6" name="任意多边形: 形状 695">
              <a:extLst>
                <a:ext uri="{FF2B5EF4-FFF2-40B4-BE49-F238E27FC236}">
                  <a16:creationId xmlns:a16="http://schemas.microsoft.com/office/drawing/2014/main" id="{340508DF-BD68-4F96-96BE-22FC4F91751B}"/>
                </a:ext>
              </a:extLst>
            </p:cNvPr>
            <p:cNvSpPr/>
            <p:nvPr/>
          </p:nvSpPr>
          <p:spPr>
            <a:xfrm>
              <a:off x="9814560" y="3281969"/>
              <a:ext cx="897163" cy="1478091"/>
            </a:xfrm>
            <a:custGeom>
              <a:avLst/>
              <a:gdLst>
                <a:gd name="connsiteX0" fmla="*/ 723013 w 732252"/>
                <a:gd name="connsiteY0" fmla="*/ 7106 h 1206398"/>
                <a:gd name="connsiteX1" fmla="*/ 507938 w 732252"/>
                <a:gd name="connsiteY1" fmla="*/ 343 h 1206398"/>
                <a:gd name="connsiteX2" fmla="*/ 317438 w 732252"/>
                <a:gd name="connsiteY2" fmla="*/ 27585 h 1206398"/>
                <a:gd name="connsiteX3" fmla="*/ 11972 w 732252"/>
                <a:gd name="connsiteY3" fmla="*/ 319431 h 1206398"/>
                <a:gd name="connsiteX4" fmla="*/ 77218 w 732252"/>
                <a:gd name="connsiteY4" fmla="*/ 406013 h 1206398"/>
                <a:gd name="connsiteX5" fmla="*/ 376303 w 732252"/>
                <a:gd name="connsiteY5" fmla="*/ 346577 h 1206398"/>
                <a:gd name="connsiteX6" fmla="*/ 444883 w 732252"/>
                <a:gd name="connsiteY6" fmla="*/ 631660 h 1206398"/>
                <a:gd name="connsiteX7" fmla="*/ 329440 w 732252"/>
                <a:gd name="connsiteY7" fmla="*/ 932650 h 1206398"/>
                <a:gd name="connsiteX8" fmla="*/ 279624 w 732252"/>
                <a:gd name="connsiteY8" fmla="*/ 1047998 h 1206398"/>
                <a:gd name="connsiteX9" fmla="*/ 476506 w 732252"/>
                <a:gd name="connsiteY9" fmla="*/ 1170204 h 1206398"/>
                <a:gd name="connsiteX10" fmla="*/ 732252 w 732252"/>
                <a:gd name="connsiteY10" fmla="*/ 1206398 h 1206398"/>
                <a:gd name="connsiteX11" fmla="*/ 709583 w 732252"/>
                <a:gd name="connsiteY11" fmla="*/ 697287 h 120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32252" h="1206398">
                  <a:moveTo>
                    <a:pt x="723013" y="7106"/>
                  </a:moveTo>
                  <a:cubicBezTo>
                    <a:pt x="723013" y="7106"/>
                    <a:pt x="609761" y="2629"/>
                    <a:pt x="507938" y="343"/>
                  </a:cubicBezTo>
                  <a:cubicBezTo>
                    <a:pt x="406116" y="-1943"/>
                    <a:pt x="356300" y="7201"/>
                    <a:pt x="317438" y="27585"/>
                  </a:cubicBezTo>
                  <a:cubicBezTo>
                    <a:pt x="278576" y="47968"/>
                    <a:pt x="27783" y="280950"/>
                    <a:pt x="11972" y="319431"/>
                  </a:cubicBezTo>
                  <a:cubicBezTo>
                    <a:pt x="-3840" y="357912"/>
                    <a:pt x="-20128" y="403727"/>
                    <a:pt x="77218" y="406013"/>
                  </a:cubicBezTo>
                  <a:cubicBezTo>
                    <a:pt x="174563" y="408299"/>
                    <a:pt x="376303" y="346577"/>
                    <a:pt x="376303" y="346577"/>
                  </a:cubicBezTo>
                  <a:cubicBezTo>
                    <a:pt x="376303" y="346577"/>
                    <a:pt x="451360" y="543363"/>
                    <a:pt x="444883" y="631660"/>
                  </a:cubicBezTo>
                  <a:cubicBezTo>
                    <a:pt x="438406" y="719957"/>
                    <a:pt x="379256" y="853402"/>
                    <a:pt x="329440" y="932650"/>
                  </a:cubicBezTo>
                  <a:cubicBezTo>
                    <a:pt x="279624" y="1011898"/>
                    <a:pt x="279624" y="1047998"/>
                    <a:pt x="279624" y="1047998"/>
                  </a:cubicBezTo>
                  <a:cubicBezTo>
                    <a:pt x="279624" y="1047998"/>
                    <a:pt x="334012" y="1136295"/>
                    <a:pt x="476506" y="1170204"/>
                  </a:cubicBezTo>
                  <a:cubicBezTo>
                    <a:pt x="560397" y="1190440"/>
                    <a:pt x="646040" y="1202561"/>
                    <a:pt x="732252" y="1206398"/>
                  </a:cubicBezTo>
                  <a:lnTo>
                    <a:pt x="709583" y="697287"/>
                  </a:lnTo>
                  <a:close/>
                </a:path>
              </a:pathLst>
            </a:custGeom>
            <a:solidFill>
              <a:schemeClr val="accent2"/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7" name="任意多边形: 形状 696">
              <a:extLst>
                <a:ext uri="{FF2B5EF4-FFF2-40B4-BE49-F238E27FC236}">
                  <a16:creationId xmlns:a16="http://schemas.microsoft.com/office/drawing/2014/main" id="{B16CC10C-BD0E-4C48-9D8A-AACD77F1010A}"/>
                </a:ext>
              </a:extLst>
            </p:cNvPr>
            <p:cNvSpPr/>
            <p:nvPr/>
          </p:nvSpPr>
          <p:spPr>
            <a:xfrm>
              <a:off x="10210140" y="3581028"/>
              <a:ext cx="65936" cy="125453"/>
            </a:xfrm>
            <a:custGeom>
              <a:avLst/>
              <a:gdLst>
                <a:gd name="connsiteX0" fmla="*/ 17717 w 53816"/>
                <a:gd name="connsiteY0" fmla="*/ 0 h 102393"/>
                <a:gd name="connsiteX1" fmla="*/ 53816 w 53816"/>
                <a:gd name="connsiteY1" fmla="*/ 102394 h 102393"/>
                <a:gd name="connsiteX2" fmla="*/ 0 w 53816"/>
                <a:gd name="connsiteY2" fmla="*/ 35338 h 102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6" h="102393">
                  <a:moveTo>
                    <a:pt x="17717" y="0"/>
                  </a:moveTo>
                  <a:lnTo>
                    <a:pt x="53816" y="102394"/>
                  </a:lnTo>
                  <a:lnTo>
                    <a:pt x="0" y="35338"/>
                  </a:lnTo>
                </a:path>
              </a:pathLst>
            </a:custGeom>
            <a:noFill/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8" name="任意多边形: 形状 697">
              <a:extLst>
                <a:ext uri="{FF2B5EF4-FFF2-40B4-BE49-F238E27FC236}">
                  <a16:creationId xmlns:a16="http://schemas.microsoft.com/office/drawing/2014/main" id="{7543E7D3-350B-4553-86FD-7F2756DDE773}"/>
                </a:ext>
              </a:extLst>
            </p:cNvPr>
            <p:cNvSpPr/>
            <p:nvPr/>
          </p:nvSpPr>
          <p:spPr>
            <a:xfrm>
              <a:off x="9825260" y="3576243"/>
              <a:ext cx="345435" cy="203059"/>
            </a:xfrm>
            <a:custGeom>
              <a:avLst/>
              <a:gdLst>
                <a:gd name="connsiteX0" fmla="*/ 281940 w 281939"/>
                <a:gd name="connsiteY0" fmla="*/ 0 h 165734"/>
                <a:gd name="connsiteX1" fmla="*/ 0 w 281939"/>
                <a:gd name="connsiteY1" fmla="*/ 146113 h 165734"/>
                <a:gd name="connsiteX2" fmla="*/ 68866 w 281939"/>
                <a:gd name="connsiteY2" fmla="*/ 165735 h 165734"/>
                <a:gd name="connsiteX3" fmla="*/ 162115 w 281939"/>
                <a:gd name="connsiteY3" fmla="*/ 156210 h 16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939" h="165734">
                  <a:moveTo>
                    <a:pt x="281940" y="0"/>
                  </a:moveTo>
                  <a:lnTo>
                    <a:pt x="0" y="146113"/>
                  </a:lnTo>
                  <a:cubicBezTo>
                    <a:pt x="10192" y="157353"/>
                    <a:pt x="30861" y="165163"/>
                    <a:pt x="68866" y="165735"/>
                  </a:cubicBezTo>
                  <a:cubicBezTo>
                    <a:pt x="100174" y="165395"/>
                    <a:pt x="131385" y="162207"/>
                    <a:pt x="162115" y="156210"/>
                  </a:cubicBezTo>
                  <a:close/>
                </a:path>
              </a:pathLst>
            </a:custGeom>
            <a:solidFill>
              <a:srgbClr val="263238"/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9" name="任意多边形: 形状 698">
              <a:extLst>
                <a:ext uri="{FF2B5EF4-FFF2-40B4-BE49-F238E27FC236}">
                  <a16:creationId xmlns:a16="http://schemas.microsoft.com/office/drawing/2014/main" id="{C998AD7E-D88D-4642-8824-A3BB541C3713}"/>
                </a:ext>
              </a:extLst>
            </p:cNvPr>
            <p:cNvSpPr/>
            <p:nvPr/>
          </p:nvSpPr>
          <p:spPr>
            <a:xfrm>
              <a:off x="10589536" y="3289975"/>
              <a:ext cx="110866" cy="866156"/>
            </a:xfrm>
            <a:custGeom>
              <a:avLst/>
              <a:gdLst>
                <a:gd name="connsiteX0" fmla="*/ 0 w 90487"/>
                <a:gd name="connsiteY0" fmla="*/ 0 h 706945"/>
                <a:gd name="connsiteX1" fmla="*/ 11144 w 90487"/>
                <a:gd name="connsiteY1" fmla="*/ 423672 h 706945"/>
                <a:gd name="connsiteX2" fmla="*/ 77819 w 90487"/>
                <a:gd name="connsiteY2" fmla="*/ 706946 h 706945"/>
                <a:gd name="connsiteX3" fmla="*/ 77057 w 90487"/>
                <a:gd name="connsiteY3" fmla="*/ 690753 h 706945"/>
                <a:gd name="connsiteX4" fmla="*/ 90488 w 90487"/>
                <a:gd name="connsiteY4" fmla="*/ 571 h 706945"/>
                <a:gd name="connsiteX5" fmla="*/ 0 w 90487"/>
                <a:gd name="connsiteY5" fmla="*/ 0 h 706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487" h="706945">
                  <a:moveTo>
                    <a:pt x="0" y="0"/>
                  </a:moveTo>
                  <a:cubicBezTo>
                    <a:pt x="0" y="66675"/>
                    <a:pt x="0" y="305371"/>
                    <a:pt x="11144" y="423672"/>
                  </a:cubicBezTo>
                  <a:cubicBezTo>
                    <a:pt x="20669" y="523113"/>
                    <a:pt x="57722" y="645890"/>
                    <a:pt x="77819" y="706946"/>
                  </a:cubicBezTo>
                  <a:lnTo>
                    <a:pt x="77057" y="690753"/>
                  </a:lnTo>
                  <a:lnTo>
                    <a:pt x="90488" y="571"/>
                  </a:lnTo>
                  <a:cubicBezTo>
                    <a:pt x="90488" y="571"/>
                    <a:pt x="52197" y="571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0" name="任意多边形: 形状 699">
              <a:extLst>
                <a:ext uri="{FF2B5EF4-FFF2-40B4-BE49-F238E27FC236}">
                  <a16:creationId xmlns:a16="http://schemas.microsoft.com/office/drawing/2014/main" id="{B808E6DC-DF3E-408E-A328-4AD7A71F8DB7}"/>
                </a:ext>
              </a:extLst>
            </p:cNvPr>
            <p:cNvSpPr/>
            <p:nvPr/>
          </p:nvSpPr>
          <p:spPr>
            <a:xfrm>
              <a:off x="10935906" y="3323468"/>
              <a:ext cx="842920" cy="1444878"/>
            </a:xfrm>
            <a:custGeom>
              <a:avLst/>
              <a:gdLst>
                <a:gd name="connsiteX0" fmla="*/ 49435 w 687980"/>
                <a:gd name="connsiteY0" fmla="*/ 0 h 1179290"/>
                <a:gd name="connsiteX1" fmla="*/ 29432 w 687980"/>
                <a:gd name="connsiteY1" fmla="*/ 595503 h 1179290"/>
                <a:gd name="connsiteX2" fmla="*/ 0 w 687980"/>
                <a:gd name="connsiteY2" fmla="*/ 1179290 h 1179290"/>
                <a:gd name="connsiteX3" fmla="*/ 208217 w 687980"/>
                <a:gd name="connsiteY3" fmla="*/ 1131665 h 1179290"/>
                <a:gd name="connsiteX4" fmla="*/ 389192 w 687980"/>
                <a:gd name="connsiteY4" fmla="*/ 1018508 h 1179290"/>
                <a:gd name="connsiteX5" fmla="*/ 357473 w 687980"/>
                <a:gd name="connsiteY5" fmla="*/ 887254 h 1179290"/>
                <a:gd name="connsiteX6" fmla="*/ 300895 w 687980"/>
                <a:gd name="connsiteY6" fmla="*/ 688086 h 1179290"/>
                <a:gd name="connsiteX7" fmla="*/ 298609 w 687980"/>
                <a:gd name="connsiteY7" fmla="*/ 570452 h 1179290"/>
                <a:gd name="connsiteX8" fmla="*/ 438912 w 687980"/>
                <a:gd name="connsiteY8" fmla="*/ 667703 h 1179290"/>
                <a:gd name="connsiteX9" fmla="*/ 687896 w 687980"/>
                <a:gd name="connsiteY9" fmla="*/ 703898 h 1179290"/>
                <a:gd name="connsiteX10" fmla="*/ 447961 w 687980"/>
                <a:gd name="connsiteY10" fmla="*/ 219646 h 1179290"/>
                <a:gd name="connsiteX11" fmla="*/ 232981 w 687980"/>
                <a:gd name="connsiteY11" fmla="*/ 26003 h 1179290"/>
                <a:gd name="connsiteX12" fmla="*/ 49435 w 687980"/>
                <a:gd name="connsiteY12" fmla="*/ 0 h 1179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7980" h="1179290">
                  <a:moveTo>
                    <a:pt x="49435" y="0"/>
                  </a:moveTo>
                  <a:cubicBezTo>
                    <a:pt x="49435" y="0"/>
                    <a:pt x="34004" y="520827"/>
                    <a:pt x="29432" y="595503"/>
                  </a:cubicBezTo>
                  <a:cubicBezTo>
                    <a:pt x="24860" y="670179"/>
                    <a:pt x="0" y="1179290"/>
                    <a:pt x="0" y="1179290"/>
                  </a:cubicBezTo>
                  <a:cubicBezTo>
                    <a:pt x="72096" y="1179204"/>
                    <a:pt x="143252" y="1162929"/>
                    <a:pt x="208217" y="1131665"/>
                  </a:cubicBezTo>
                  <a:cubicBezTo>
                    <a:pt x="316801" y="1079564"/>
                    <a:pt x="375666" y="1041082"/>
                    <a:pt x="389192" y="1018508"/>
                  </a:cubicBezTo>
                  <a:cubicBezTo>
                    <a:pt x="402717" y="995934"/>
                    <a:pt x="377857" y="952881"/>
                    <a:pt x="357473" y="887254"/>
                  </a:cubicBezTo>
                  <a:cubicBezTo>
                    <a:pt x="337090" y="821627"/>
                    <a:pt x="307657" y="721995"/>
                    <a:pt x="300895" y="688086"/>
                  </a:cubicBezTo>
                  <a:cubicBezTo>
                    <a:pt x="294132" y="654177"/>
                    <a:pt x="298609" y="570452"/>
                    <a:pt x="298609" y="570452"/>
                  </a:cubicBezTo>
                  <a:cubicBezTo>
                    <a:pt x="298609" y="570452"/>
                    <a:pt x="407289" y="676751"/>
                    <a:pt x="438912" y="667703"/>
                  </a:cubicBezTo>
                  <a:cubicBezTo>
                    <a:pt x="470535" y="658654"/>
                    <a:pt x="683323" y="719804"/>
                    <a:pt x="687896" y="703898"/>
                  </a:cubicBezTo>
                  <a:cubicBezTo>
                    <a:pt x="692468" y="687991"/>
                    <a:pt x="511302" y="362236"/>
                    <a:pt x="447961" y="219646"/>
                  </a:cubicBezTo>
                  <a:cubicBezTo>
                    <a:pt x="384619" y="77057"/>
                    <a:pt x="294132" y="39624"/>
                    <a:pt x="232981" y="26003"/>
                  </a:cubicBezTo>
                  <a:cubicBezTo>
                    <a:pt x="171831" y="12383"/>
                    <a:pt x="49435" y="0"/>
                    <a:pt x="49435" y="0"/>
                  </a:cubicBezTo>
                  <a:close/>
                </a:path>
              </a:pathLst>
            </a:custGeom>
            <a:solidFill>
              <a:schemeClr val="accent2"/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1" name="任意多边形: 形状 700">
              <a:extLst>
                <a:ext uri="{FF2B5EF4-FFF2-40B4-BE49-F238E27FC236}">
                  <a16:creationId xmlns:a16="http://schemas.microsoft.com/office/drawing/2014/main" id="{08A32E96-2210-499C-B7DB-A28C6913D822}"/>
                </a:ext>
              </a:extLst>
            </p:cNvPr>
            <p:cNvSpPr/>
            <p:nvPr/>
          </p:nvSpPr>
          <p:spPr>
            <a:xfrm>
              <a:off x="10964148" y="3323118"/>
              <a:ext cx="128371" cy="878060"/>
            </a:xfrm>
            <a:custGeom>
              <a:avLst/>
              <a:gdLst>
                <a:gd name="connsiteX0" fmla="*/ 104775 w 104775"/>
                <a:gd name="connsiteY0" fmla="*/ 9525 h 716661"/>
                <a:gd name="connsiteX1" fmla="*/ 26384 w 104775"/>
                <a:gd name="connsiteY1" fmla="*/ 0 h 716661"/>
                <a:gd name="connsiteX2" fmla="*/ 6382 w 104775"/>
                <a:gd name="connsiteY2" fmla="*/ 595503 h 716661"/>
                <a:gd name="connsiteX3" fmla="*/ 0 w 104775"/>
                <a:gd name="connsiteY3" fmla="*/ 716661 h 716661"/>
                <a:gd name="connsiteX4" fmla="*/ 81058 w 104775"/>
                <a:gd name="connsiteY4" fmla="*/ 405384 h 716661"/>
                <a:gd name="connsiteX5" fmla="*/ 104775 w 104775"/>
                <a:gd name="connsiteY5" fmla="*/ 9525 h 716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775" h="716661">
                  <a:moveTo>
                    <a:pt x="104775" y="9525"/>
                  </a:moveTo>
                  <a:cubicBezTo>
                    <a:pt x="62198" y="4000"/>
                    <a:pt x="26384" y="0"/>
                    <a:pt x="26384" y="0"/>
                  </a:cubicBezTo>
                  <a:cubicBezTo>
                    <a:pt x="26384" y="0"/>
                    <a:pt x="10954" y="520827"/>
                    <a:pt x="6382" y="595503"/>
                  </a:cubicBezTo>
                  <a:cubicBezTo>
                    <a:pt x="5239" y="613982"/>
                    <a:pt x="2858" y="659130"/>
                    <a:pt x="0" y="716661"/>
                  </a:cubicBezTo>
                  <a:cubicBezTo>
                    <a:pt x="20193" y="654939"/>
                    <a:pt x="66675" y="505682"/>
                    <a:pt x="81058" y="405384"/>
                  </a:cubicBezTo>
                  <a:cubicBezTo>
                    <a:pt x="95345" y="303752"/>
                    <a:pt x="101727" y="86868"/>
                    <a:pt x="104775" y="9525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2" name="任意多边形: 形状 701">
              <a:extLst>
                <a:ext uri="{FF2B5EF4-FFF2-40B4-BE49-F238E27FC236}">
                  <a16:creationId xmlns:a16="http://schemas.microsoft.com/office/drawing/2014/main" id="{DDE2F73F-88B8-4AC9-A683-AC55F40CC71A}"/>
                </a:ext>
              </a:extLst>
            </p:cNvPr>
            <p:cNvSpPr/>
            <p:nvPr/>
          </p:nvSpPr>
          <p:spPr>
            <a:xfrm>
              <a:off x="10980252" y="3498520"/>
              <a:ext cx="241221" cy="654343"/>
            </a:xfrm>
            <a:custGeom>
              <a:avLst/>
              <a:gdLst>
                <a:gd name="connsiteX0" fmla="*/ 162973 w 196881"/>
                <a:gd name="connsiteY0" fmla="*/ 0 h 534066"/>
                <a:gd name="connsiteX1" fmla="*/ 0 w 196881"/>
                <a:gd name="connsiteY1" fmla="*/ 513779 h 534066"/>
                <a:gd name="connsiteX2" fmla="*/ 27146 w 196881"/>
                <a:gd name="connsiteY2" fmla="*/ 534067 h 534066"/>
                <a:gd name="connsiteX3" fmla="*/ 196882 w 196881"/>
                <a:gd name="connsiteY3" fmla="*/ 15907 h 534066"/>
                <a:gd name="connsiteX4" fmla="*/ 162973 w 196881"/>
                <a:gd name="connsiteY4" fmla="*/ 0 h 534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81" h="534066">
                  <a:moveTo>
                    <a:pt x="162973" y="0"/>
                  </a:moveTo>
                  <a:lnTo>
                    <a:pt x="0" y="513779"/>
                  </a:lnTo>
                  <a:lnTo>
                    <a:pt x="27146" y="534067"/>
                  </a:lnTo>
                  <a:lnTo>
                    <a:pt x="196882" y="15907"/>
                  </a:lnTo>
                  <a:lnTo>
                    <a:pt x="162973" y="0"/>
                  </a:lnTo>
                  <a:close/>
                </a:path>
              </a:pathLst>
            </a:custGeom>
            <a:solidFill>
              <a:srgbClr val="263238"/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3" name="任意多边形: 形状 702">
              <a:extLst>
                <a:ext uri="{FF2B5EF4-FFF2-40B4-BE49-F238E27FC236}">
                  <a16:creationId xmlns:a16="http://schemas.microsoft.com/office/drawing/2014/main" id="{75BB44E5-14DD-4033-BB05-C85BD29F1EC5}"/>
                </a:ext>
              </a:extLst>
            </p:cNvPr>
            <p:cNvSpPr/>
            <p:nvPr/>
          </p:nvSpPr>
          <p:spPr>
            <a:xfrm>
              <a:off x="11013512" y="3518008"/>
              <a:ext cx="587824" cy="701490"/>
            </a:xfrm>
            <a:custGeom>
              <a:avLst/>
              <a:gdLst>
                <a:gd name="connsiteX0" fmla="*/ 169736 w 479774"/>
                <a:gd name="connsiteY0" fmla="*/ 0 h 572547"/>
                <a:gd name="connsiteX1" fmla="*/ 479774 w 479774"/>
                <a:gd name="connsiteY1" fmla="*/ 113157 h 572547"/>
                <a:gd name="connsiteX2" fmla="*/ 300990 w 479774"/>
                <a:gd name="connsiteY2" fmla="*/ 572548 h 572547"/>
                <a:gd name="connsiteX3" fmla="*/ 0 w 479774"/>
                <a:gd name="connsiteY3" fmla="*/ 518160 h 572547"/>
                <a:gd name="connsiteX4" fmla="*/ 169736 w 479774"/>
                <a:gd name="connsiteY4" fmla="*/ 0 h 57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9774" h="572547">
                  <a:moveTo>
                    <a:pt x="169736" y="0"/>
                  </a:moveTo>
                  <a:lnTo>
                    <a:pt x="479774" y="113157"/>
                  </a:lnTo>
                  <a:lnTo>
                    <a:pt x="300990" y="572548"/>
                  </a:lnTo>
                  <a:lnTo>
                    <a:pt x="0" y="518160"/>
                  </a:lnTo>
                  <a:lnTo>
                    <a:pt x="169736" y="0"/>
                  </a:lnTo>
                  <a:close/>
                </a:path>
              </a:pathLst>
            </a:custGeom>
            <a:solidFill>
              <a:srgbClr val="FFFFFF"/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4" name="任意多边形: 形状 703">
              <a:extLst>
                <a:ext uri="{FF2B5EF4-FFF2-40B4-BE49-F238E27FC236}">
                  <a16:creationId xmlns:a16="http://schemas.microsoft.com/office/drawing/2014/main" id="{2EF6FD57-482E-4A07-A40F-E1F55E0867C6}"/>
                </a:ext>
              </a:extLst>
            </p:cNvPr>
            <p:cNvSpPr/>
            <p:nvPr/>
          </p:nvSpPr>
          <p:spPr>
            <a:xfrm>
              <a:off x="10996941" y="3592815"/>
              <a:ext cx="241221" cy="654343"/>
            </a:xfrm>
            <a:custGeom>
              <a:avLst/>
              <a:gdLst>
                <a:gd name="connsiteX0" fmla="*/ 162878 w 196881"/>
                <a:gd name="connsiteY0" fmla="*/ 0 h 534066"/>
                <a:gd name="connsiteX1" fmla="*/ 0 w 196881"/>
                <a:gd name="connsiteY1" fmla="*/ 513683 h 534066"/>
                <a:gd name="connsiteX2" fmla="*/ 27146 w 196881"/>
                <a:gd name="connsiteY2" fmla="*/ 534067 h 534066"/>
                <a:gd name="connsiteX3" fmla="*/ 196882 w 196881"/>
                <a:gd name="connsiteY3" fmla="*/ 15907 h 534066"/>
                <a:gd name="connsiteX4" fmla="*/ 162878 w 196881"/>
                <a:gd name="connsiteY4" fmla="*/ 0 h 534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81" h="534066">
                  <a:moveTo>
                    <a:pt x="162878" y="0"/>
                  </a:moveTo>
                  <a:lnTo>
                    <a:pt x="0" y="513683"/>
                  </a:lnTo>
                  <a:lnTo>
                    <a:pt x="27146" y="534067"/>
                  </a:lnTo>
                  <a:lnTo>
                    <a:pt x="196882" y="15907"/>
                  </a:lnTo>
                  <a:lnTo>
                    <a:pt x="162878" y="0"/>
                  </a:lnTo>
                  <a:close/>
                </a:path>
              </a:pathLst>
            </a:custGeom>
            <a:solidFill>
              <a:srgbClr val="263238"/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5" name="任意多边形: 形状 704">
              <a:extLst>
                <a:ext uri="{FF2B5EF4-FFF2-40B4-BE49-F238E27FC236}">
                  <a16:creationId xmlns:a16="http://schemas.microsoft.com/office/drawing/2014/main" id="{A3230541-7F5A-4533-A359-BEEC75CEC540}"/>
                </a:ext>
              </a:extLst>
            </p:cNvPr>
            <p:cNvSpPr/>
            <p:nvPr/>
          </p:nvSpPr>
          <p:spPr>
            <a:xfrm>
              <a:off x="11030200" y="3612303"/>
              <a:ext cx="587824" cy="701374"/>
            </a:xfrm>
            <a:custGeom>
              <a:avLst/>
              <a:gdLst>
                <a:gd name="connsiteX0" fmla="*/ 169735 w 479774"/>
                <a:gd name="connsiteY0" fmla="*/ 0 h 572452"/>
                <a:gd name="connsiteX1" fmla="*/ 479774 w 479774"/>
                <a:gd name="connsiteY1" fmla="*/ 113062 h 572452"/>
                <a:gd name="connsiteX2" fmla="*/ 300990 w 479774"/>
                <a:gd name="connsiteY2" fmla="*/ 572453 h 572452"/>
                <a:gd name="connsiteX3" fmla="*/ 0 w 479774"/>
                <a:gd name="connsiteY3" fmla="*/ 518160 h 572452"/>
                <a:gd name="connsiteX4" fmla="*/ 169735 w 479774"/>
                <a:gd name="connsiteY4" fmla="*/ 0 h 572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9774" h="572452">
                  <a:moveTo>
                    <a:pt x="169735" y="0"/>
                  </a:moveTo>
                  <a:lnTo>
                    <a:pt x="479774" y="113062"/>
                  </a:lnTo>
                  <a:lnTo>
                    <a:pt x="300990" y="572453"/>
                  </a:lnTo>
                  <a:lnTo>
                    <a:pt x="0" y="518160"/>
                  </a:lnTo>
                  <a:lnTo>
                    <a:pt x="169735" y="0"/>
                  </a:lnTo>
                  <a:close/>
                </a:path>
              </a:pathLst>
            </a:custGeom>
            <a:solidFill>
              <a:srgbClr val="FFFFFF"/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6" name="任意多边形: 形状 705">
              <a:extLst>
                <a:ext uri="{FF2B5EF4-FFF2-40B4-BE49-F238E27FC236}">
                  <a16:creationId xmlns:a16="http://schemas.microsoft.com/office/drawing/2014/main" id="{79365422-DE73-4A61-9869-122A57D0E9A8}"/>
                </a:ext>
              </a:extLst>
            </p:cNvPr>
            <p:cNvSpPr/>
            <p:nvPr/>
          </p:nvSpPr>
          <p:spPr>
            <a:xfrm>
              <a:off x="10999524" y="3674971"/>
              <a:ext cx="787791" cy="684500"/>
            </a:xfrm>
            <a:custGeom>
              <a:avLst/>
              <a:gdLst>
                <a:gd name="connsiteX0" fmla="*/ 154007 w 642984"/>
                <a:gd name="connsiteY0" fmla="*/ 91346 h 558680"/>
                <a:gd name="connsiteX1" fmla="*/ 72568 w 642984"/>
                <a:gd name="connsiteY1" fmla="*/ 53246 h 558680"/>
                <a:gd name="connsiteX2" fmla="*/ 35377 w 642984"/>
                <a:gd name="connsiteY2" fmla="*/ 79276 h 558680"/>
                <a:gd name="connsiteX3" fmla="*/ 34944 w 642984"/>
                <a:gd name="connsiteY3" fmla="*/ 82963 h 558680"/>
                <a:gd name="connsiteX4" fmla="*/ 39326 w 642984"/>
                <a:gd name="connsiteY4" fmla="*/ 111538 h 558680"/>
                <a:gd name="connsiteX5" fmla="*/ 6941 w 642984"/>
                <a:gd name="connsiteY5" fmla="*/ 175927 h 558680"/>
                <a:gd name="connsiteX6" fmla="*/ 6941 w 642984"/>
                <a:gd name="connsiteY6" fmla="*/ 228029 h 558680"/>
                <a:gd name="connsiteX7" fmla="*/ 90666 w 642984"/>
                <a:gd name="connsiteY7" fmla="*/ 270987 h 558680"/>
                <a:gd name="connsiteX8" fmla="*/ 190202 w 642984"/>
                <a:gd name="connsiteY8" fmla="*/ 293656 h 558680"/>
                <a:gd name="connsiteX9" fmla="*/ 344507 w 642984"/>
                <a:gd name="connsiteY9" fmla="*/ 433102 h 558680"/>
                <a:gd name="connsiteX10" fmla="*/ 559486 w 642984"/>
                <a:gd name="connsiteY10" fmla="*/ 557499 h 558680"/>
                <a:gd name="connsiteX11" fmla="*/ 636448 w 642984"/>
                <a:gd name="connsiteY11" fmla="*/ 417196 h 558680"/>
                <a:gd name="connsiteX12" fmla="*/ 278880 w 642984"/>
                <a:gd name="connsiteY12" fmla="*/ 222600 h 558680"/>
                <a:gd name="connsiteX13" fmla="*/ 249448 w 642984"/>
                <a:gd name="connsiteY13" fmla="*/ 202217 h 558680"/>
                <a:gd name="connsiteX14" fmla="*/ 238113 w 642984"/>
                <a:gd name="connsiteY14" fmla="*/ 129826 h 558680"/>
                <a:gd name="connsiteX15" fmla="*/ 190488 w 642984"/>
                <a:gd name="connsiteY15" fmla="*/ 41625 h 558680"/>
                <a:gd name="connsiteX16" fmla="*/ 174676 w 642984"/>
                <a:gd name="connsiteY16" fmla="*/ 858 h 558680"/>
                <a:gd name="connsiteX17" fmla="*/ 154007 w 642984"/>
                <a:gd name="connsiteY17" fmla="*/ 91346 h 55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42984" h="558680">
                  <a:moveTo>
                    <a:pt x="154007" y="91346"/>
                  </a:moveTo>
                  <a:cubicBezTo>
                    <a:pt x="154007" y="91346"/>
                    <a:pt x="92952" y="55151"/>
                    <a:pt x="72568" y="53246"/>
                  </a:cubicBezTo>
                  <a:cubicBezTo>
                    <a:pt x="55110" y="50164"/>
                    <a:pt x="38459" y="61818"/>
                    <a:pt x="35377" y="79276"/>
                  </a:cubicBezTo>
                  <a:cubicBezTo>
                    <a:pt x="35162" y="80495"/>
                    <a:pt x="35018" y="81727"/>
                    <a:pt x="34944" y="82963"/>
                  </a:cubicBezTo>
                  <a:cubicBezTo>
                    <a:pt x="34568" y="92681"/>
                    <a:pt x="36055" y="102380"/>
                    <a:pt x="39326" y="111538"/>
                  </a:cubicBezTo>
                  <a:cubicBezTo>
                    <a:pt x="39326" y="111538"/>
                    <a:pt x="17228" y="117444"/>
                    <a:pt x="6941" y="175927"/>
                  </a:cubicBezTo>
                  <a:cubicBezTo>
                    <a:pt x="3321" y="196501"/>
                    <a:pt x="-6680" y="212122"/>
                    <a:pt x="6941" y="228029"/>
                  </a:cubicBezTo>
                  <a:cubicBezTo>
                    <a:pt x="28653" y="252111"/>
                    <a:pt x="58441" y="267395"/>
                    <a:pt x="90666" y="270987"/>
                  </a:cubicBezTo>
                  <a:cubicBezTo>
                    <a:pt x="124359" y="276072"/>
                    <a:pt x="157629" y="283650"/>
                    <a:pt x="190202" y="293656"/>
                  </a:cubicBezTo>
                  <a:cubicBezTo>
                    <a:pt x="238488" y="343508"/>
                    <a:pt x="290037" y="390093"/>
                    <a:pt x="344507" y="433102"/>
                  </a:cubicBezTo>
                  <a:cubicBezTo>
                    <a:pt x="425946" y="496444"/>
                    <a:pt x="498336" y="568834"/>
                    <a:pt x="559486" y="557499"/>
                  </a:cubicBezTo>
                  <a:cubicBezTo>
                    <a:pt x="620637" y="546164"/>
                    <a:pt x="659023" y="476060"/>
                    <a:pt x="636448" y="417196"/>
                  </a:cubicBezTo>
                  <a:cubicBezTo>
                    <a:pt x="613874" y="358331"/>
                    <a:pt x="290215" y="227172"/>
                    <a:pt x="278880" y="222600"/>
                  </a:cubicBezTo>
                  <a:cubicBezTo>
                    <a:pt x="268266" y="217046"/>
                    <a:pt x="258380" y="210199"/>
                    <a:pt x="249448" y="202217"/>
                  </a:cubicBezTo>
                  <a:cubicBezTo>
                    <a:pt x="249448" y="202217"/>
                    <a:pt x="249448" y="152496"/>
                    <a:pt x="238113" y="129826"/>
                  </a:cubicBezTo>
                  <a:cubicBezTo>
                    <a:pt x="226778" y="107157"/>
                    <a:pt x="190488" y="73248"/>
                    <a:pt x="190488" y="41625"/>
                  </a:cubicBezTo>
                  <a:cubicBezTo>
                    <a:pt x="190488" y="10002"/>
                    <a:pt x="192774" y="-3714"/>
                    <a:pt x="174676" y="858"/>
                  </a:cubicBezTo>
                  <a:cubicBezTo>
                    <a:pt x="156579" y="5430"/>
                    <a:pt x="144958" y="61913"/>
                    <a:pt x="154007" y="91346"/>
                  </a:cubicBezTo>
                  <a:close/>
                </a:path>
              </a:pathLst>
            </a:custGeom>
            <a:solidFill>
              <a:srgbClr val="FFFFFF"/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7" name="任意多边形: 形状 706">
              <a:extLst>
                <a:ext uri="{FF2B5EF4-FFF2-40B4-BE49-F238E27FC236}">
                  <a16:creationId xmlns:a16="http://schemas.microsoft.com/office/drawing/2014/main" id="{6CA9CCB0-6640-41F5-8A18-B0FDFF3A0EF5}"/>
                </a:ext>
              </a:extLst>
            </p:cNvPr>
            <p:cNvSpPr/>
            <p:nvPr/>
          </p:nvSpPr>
          <p:spPr>
            <a:xfrm>
              <a:off x="10590307" y="2746351"/>
              <a:ext cx="69716" cy="175589"/>
            </a:xfrm>
            <a:custGeom>
              <a:avLst/>
              <a:gdLst>
                <a:gd name="connsiteX0" fmla="*/ 56902 w 56901"/>
                <a:gd name="connsiteY0" fmla="*/ 40505 h 143313"/>
                <a:gd name="connsiteX1" fmla="*/ 7276 w 56901"/>
                <a:gd name="connsiteY1" fmla="*/ 16502 h 143313"/>
                <a:gd name="connsiteX2" fmla="*/ 44138 w 56901"/>
                <a:gd name="connsiteY2" fmla="*/ 142899 h 143313"/>
                <a:gd name="connsiteX3" fmla="*/ 56902 w 56901"/>
                <a:gd name="connsiteY3" fmla="*/ 40505 h 143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901" h="143313">
                  <a:moveTo>
                    <a:pt x="56902" y="40505"/>
                  </a:moveTo>
                  <a:cubicBezTo>
                    <a:pt x="56902" y="40505"/>
                    <a:pt x="28327" y="-31504"/>
                    <a:pt x="7276" y="16502"/>
                  </a:cubicBezTo>
                  <a:cubicBezTo>
                    <a:pt x="-18441" y="75938"/>
                    <a:pt x="31279" y="134898"/>
                    <a:pt x="44138" y="142899"/>
                  </a:cubicBezTo>
                  <a:cubicBezTo>
                    <a:pt x="56997" y="150900"/>
                    <a:pt x="56902" y="40505"/>
                    <a:pt x="56902" y="40505"/>
                  </a:cubicBezTo>
                  <a:close/>
                </a:path>
              </a:pathLst>
            </a:custGeom>
            <a:solidFill>
              <a:srgbClr val="FFFFFF"/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8" name="任意多边形: 形状 707">
              <a:extLst>
                <a:ext uri="{FF2B5EF4-FFF2-40B4-BE49-F238E27FC236}">
                  <a16:creationId xmlns:a16="http://schemas.microsoft.com/office/drawing/2014/main" id="{DF277E89-8DC1-4EFA-9249-FC1CB1080BFA}"/>
                </a:ext>
              </a:extLst>
            </p:cNvPr>
            <p:cNvSpPr/>
            <p:nvPr/>
          </p:nvSpPr>
          <p:spPr>
            <a:xfrm>
              <a:off x="11124728" y="2832121"/>
              <a:ext cx="102511" cy="166825"/>
            </a:xfrm>
            <a:custGeom>
              <a:avLst/>
              <a:gdLst>
                <a:gd name="connsiteX0" fmla="*/ 33909 w 83668"/>
                <a:gd name="connsiteY0" fmla="*/ 21841 h 136160"/>
                <a:gd name="connsiteX1" fmla="*/ 81534 w 83668"/>
                <a:gd name="connsiteY1" fmla="*/ 16221 h 136160"/>
                <a:gd name="connsiteX2" fmla="*/ 33909 w 83668"/>
                <a:gd name="connsiteY2" fmla="*/ 112233 h 136160"/>
                <a:gd name="connsiteX3" fmla="*/ 0 w 83668"/>
                <a:gd name="connsiteY3" fmla="*/ 120710 h 136160"/>
                <a:gd name="connsiteX4" fmla="*/ 33909 w 83668"/>
                <a:gd name="connsiteY4" fmla="*/ 21841 h 136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68" h="136160">
                  <a:moveTo>
                    <a:pt x="33909" y="21841"/>
                  </a:moveTo>
                  <a:cubicBezTo>
                    <a:pt x="33909" y="21841"/>
                    <a:pt x="70580" y="-23308"/>
                    <a:pt x="81534" y="16221"/>
                  </a:cubicBezTo>
                  <a:cubicBezTo>
                    <a:pt x="92488" y="55750"/>
                    <a:pt x="58960" y="95279"/>
                    <a:pt x="33909" y="112233"/>
                  </a:cubicBezTo>
                  <a:cubicBezTo>
                    <a:pt x="8858" y="129188"/>
                    <a:pt x="0" y="151762"/>
                    <a:pt x="0" y="120710"/>
                  </a:cubicBezTo>
                  <a:cubicBezTo>
                    <a:pt x="0" y="89659"/>
                    <a:pt x="33909" y="21841"/>
                    <a:pt x="33909" y="21841"/>
                  </a:cubicBezTo>
                  <a:close/>
                </a:path>
              </a:pathLst>
            </a:custGeom>
            <a:solidFill>
              <a:srgbClr val="FFFFFF"/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9" name="任意多边形: 形状 708">
              <a:extLst>
                <a:ext uri="{FF2B5EF4-FFF2-40B4-BE49-F238E27FC236}">
                  <a16:creationId xmlns:a16="http://schemas.microsoft.com/office/drawing/2014/main" id="{06285CD0-2C65-48B1-86AC-5D7907222C05}"/>
                </a:ext>
              </a:extLst>
            </p:cNvPr>
            <p:cNvSpPr/>
            <p:nvPr/>
          </p:nvSpPr>
          <p:spPr>
            <a:xfrm>
              <a:off x="10479742" y="2056715"/>
              <a:ext cx="830432" cy="659904"/>
            </a:xfrm>
            <a:custGeom>
              <a:avLst/>
              <a:gdLst>
                <a:gd name="connsiteX0" fmla="*/ 348788 w 677787"/>
                <a:gd name="connsiteY0" fmla="*/ 48164 h 538605"/>
                <a:gd name="connsiteX1" fmla="*/ 249538 w 677787"/>
                <a:gd name="connsiteY1" fmla="*/ 54546 h 538605"/>
                <a:gd name="connsiteX2" fmla="*/ 222296 w 677787"/>
                <a:gd name="connsiteY2" fmla="*/ 152177 h 538605"/>
                <a:gd name="connsiteX3" fmla="*/ 115140 w 677787"/>
                <a:gd name="connsiteY3" fmla="*/ 161702 h 538605"/>
                <a:gd name="connsiteX4" fmla="*/ 97519 w 677787"/>
                <a:gd name="connsiteY4" fmla="*/ 268858 h 538605"/>
                <a:gd name="connsiteX5" fmla="*/ 44750 w 677787"/>
                <a:gd name="connsiteY5" fmla="*/ 305720 h 538605"/>
                <a:gd name="connsiteX6" fmla="*/ 35225 w 677787"/>
                <a:gd name="connsiteY6" fmla="*/ 419258 h 538605"/>
                <a:gd name="connsiteX7" fmla="*/ 131237 w 677787"/>
                <a:gd name="connsiteY7" fmla="*/ 430498 h 538605"/>
                <a:gd name="connsiteX8" fmla="*/ 171242 w 677787"/>
                <a:gd name="connsiteY8" fmla="*/ 487648 h 538605"/>
                <a:gd name="connsiteX9" fmla="*/ 340882 w 677787"/>
                <a:gd name="connsiteY9" fmla="*/ 450786 h 538605"/>
                <a:gd name="connsiteX10" fmla="*/ 481662 w 677787"/>
                <a:gd name="connsiteY10" fmla="*/ 534034 h 538605"/>
                <a:gd name="connsiteX11" fmla="*/ 563291 w 677787"/>
                <a:gd name="connsiteY11" fmla="*/ 489267 h 538605"/>
                <a:gd name="connsiteX12" fmla="*/ 665685 w 677787"/>
                <a:gd name="connsiteY12" fmla="*/ 454024 h 538605"/>
                <a:gd name="connsiteX13" fmla="*/ 648064 w 677787"/>
                <a:gd name="connsiteY13" fmla="*/ 330866 h 538605"/>
                <a:gd name="connsiteX14" fmla="*/ 662446 w 677787"/>
                <a:gd name="connsiteY14" fmla="*/ 194849 h 538605"/>
                <a:gd name="connsiteX15" fmla="*/ 545670 w 677787"/>
                <a:gd name="connsiteY15" fmla="*/ 147224 h 538605"/>
                <a:gd name="connsiteX16" fmla="*/ 496045 w 677787"/>
                <a:gd name="connsiteY16" fmla="*/ 14350 h 538605"/>
                <a:gd name="connsiteX17" fmla="*/ 349201 w 677787"/>
                <a:gd name="connsiteY17" fmla="*/ 53917 h 538605"/>
                <a:gd name="connsiteX18" fmla="*/ 348788 w 677787"/>
                <a:gd name="connsiteY18" fmla="*/ 54641 h 53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77787" h="538605">
                  <a:moveTo>
                    <a:pt x="348788" y="48164"/>
                  </a:moveTo>
                  <a:cubicBezTo>
                    <a:pt x="348788" y="48164"/>
                    <a:pt x="289543" y="5016"/>
                    <a:pt x="249538" y="54546"/>
                  </a:cubicBezTo>
                  <a:cubicBezTo>
                    <a:pt x="209533" y="104076"/>
                    <a:pt x="251157" y="141033"/>
                    <a:pt x="222296" y="152177"/>
                  </a:cubicBezTo>
                  <a:cubicBezTo>
                    <a:pt x="193435" y="163321"/>
                    <a:pt x="174671" y="112172"/>
                    <a:pt x="115140" y="161702"/>
                  </a:cubicBezTo>
                  <a:cubicBezTo>
                    <a:pt x="55609" y="211232"/>
                    <a:pt x="94375" y="251332"/>
                    <a:pt x="97519" y="268858"/>
                  </a:cubicBezTo>
                  <a:cubicBezTo>
                    <a:pt x="100662" y="286384"/>
                    <a:pt x="89518" y="286480"/>
                    <a:pt x="44750" y="305720"/>
                  </a:cubicBezTo>
                  <a:cubicBezTo>
                    <a:pt x="-17" y="324961"/>
                    <a:pt x="-24020" y="371252"/>
                    <a:pt x="35225" y="419258"/>
                  </a:cubicBezTo>
                  <a:cubicBezTo>
                    <a:pt x="94471" y="467264"/>
                    <a:pt x="123236" y="398494"/>
                    <a:pt x="131237" y="430498"/>
                  </a:cubicBezTo>
                  <a:cubicBezTo>
                    <a:pt x="139238" y="462502"/>
                    <a:pt x="131237" y="489743"/>
                    <a:pt x="171242" y="487648"/>
                  </a:cubicBezTo>
                  <a:cubicBezTo>
                    <a:pt x="211247" y="485552"/>
                    <a:pt x="291257" y="420401"/>
                    <a:pt x="340882" y="450786"/>
                  </a:cubicBezTo>
                  <a:cubicBezTo>
                    <a:pt x="390508" y="481171"/>
                    <a:pt x="444800" y="558037"/>
                    <a:pt x="481662" y="534034"/>
                  </a:cubicBezTo>
                  <a:cubicBezTo>
                    <a:pt x="518524" y="510031"/>
                    <a:pt x="531287" y="468407"/>
                    <a:pt x="563291" y="489267"/>
                  </a:cubicBezTo>
                  <a:cubicBezTo>
                    <a:pt x="595295" y="510127"/>
                    <a:pt x="640063" y="519652"/>
                    <a:pt x="665685" y="454024"/>
                  </a:cubicBezTo>
                  <a:cubicBezTo>
                    <a:pt x="691307" y="388397"/>
                    <a:pt x="640063" y="366013"/>
                    <a:pt x="648064" y="330866"/>
                  </a:cubicBezTo>
                  <a:cubicBezTo>
                    <a:pt x="656065" y="295719"/>
                    <a:pt x="700832" y="249237"/>
                    <a:pt x="662446" y="194849"/>
                  </a:cubicBezTo>
                  <a:cubicBezTo>
                    <a:pt x="624061" y="140461"/>
                    <a:pt x="585675" y="197992"/>
                    <a:pt x="545670" y="147224"/>
                  </a:cubicBezTo>
                  <a:cubicBezTo>
                    <a:pt x="505665" y="96456"/>
                    <a:pt x="547289" y="43211"/>
                    <a:pt x="496045" y="14350"/>
                  </a:cubicBezTo>
                  <a:cubicBezTo>
                    <a:pt x="444569" y="-15273"/>
                    <a:pt x="378825" y="2441"/>
                    <a:pt x="349201" y="53917"/>
                  </a:cubicBezTo>
                  <a:cubicBezTo>
                    <a:pt x="349062" y="54158"/>
                    <a:pt x="348925" y="54399"/>
                    <a:pt x="348788" y="54641"/>
                  </a:cubicBezTo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0" name="任意多边形: 形状 709">
              <a:extLst>
                <a:ext uri="{FF2B5EF4-FFF2-40B4-BE49-F238E27FC236}">
                  <a16:creationId xmlns:a16="http://schemas.microsoft.com/office/drawing/2014/main" id="{5ED44642-44E6-4FB4-99B9-77C26ADF2069}"/>
                </a:ext>
              </a:extLst>
            </p:cNvPr>
            <p:cNvSpPr/>
            <p:nvPr/>
          </p:nvSpPr>
          <p:spPr>
            <a:xfrm>
              <a:off x="10638202" y="2492300"/>
              <a:ext cx="548423" cy="740736"/>
            </a:xfrm>
            <a:custGeom>
              <a:avLst/>
              <a:gdLst>
                <a:gd name="connsiteX0" fmla="*/ 80866 w 447615"/>
                <a:gd name="connsiteY0" fmla="*/ 58691 h 604579"/>
                <a:gd name="connsiteX1" fmla="*/ 15906 w 447615"/>
                <a:gd name="connsiteY1" fmla="*/ 174515 h 604579"/>
                <a:gd name="connsiteX2" fmla="*/ 13048 w 447615"/>
                <a:gd name="connsiteY2" fmla="*/ 454074 h 604579"/>
                <a:gd name="connsiteX3" fmla="*/ 174021 w 447615"/>
                <a:gd name="connsiteY3" fmla="*/ 603712 h 604579"/>
                <a:gd name="connsiteX4" fmla="*/ 371664 w 447615"/>
                <a:gd name="connsiteY4" fmla="*/ 502080 h 604579"/>
                <a:gd name="connsiteX5" fmla="*/ 445102 w 447615"/>
                <a:gd name="connsiteY5" fmla="*/ 151846 h 604579"/>
                <a:gd name="connsiteX6" fmla="*/ 80866 w 447615"/>
                <a:gd name="connsiteY6" fmla="*/ 58691 h 604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7615" h="604579">
                  <a:moveTo>
                    <a:pt x="80866" y="58691"/>
                  </a:moveTo>
                  <a:cubicBezTo>
                    <a:pt x="80866" y="58691"/>
                    <a:pt x="21525" y="109555"/>
                    <a:pt x="15906" y="174515"/>
                  </a:cubicBezTo>
                  <a:cubicBezTo>
                    <a:pt x="10286" y="239476"/>
                    <a:pt x="-15146" y="394733"/>
                    <a:pt x="13048" y="454074"/>
                  </a:cubicBezTo>
                  <a:cubicBezTo>
                    <a:pt x="41242" y="513415"/>
                    <a:pt x="111727" y="596949"/>
                    <a:pt x="174021" y="603712"/>
                  </a:cubicBezTo>
                  <a:cubicBezTo>
                    <a:pt x="261555" y="613808"/>
                    <a:pt x="357567" y="533132"/>
                    <a:pt x="371664" y="502080"/>
                  </a:cubicBezTo>
                  <a:cubicBezTo>
                    <a:pt x="385761" y="471028"/>
                    <a:pt x="462342" y="250715"/>
                    <a:pt x="445102" y="151846"/>
                  </a:cubicBezTo>
                  <a:cubicBezTo>
                    <a:pt x="422528" y="22020"/>
                    <a:pt x="205072" y="-62752"/>
                    <a:pt x="80866" y="58691"/>
                  </a:cubicBezTo>
                  <a:close/>
                </a:path>
              </a:pathLst>
            </a:custGeom>
            <a:solidFill>
              <a:srgbClr val="FFFFFF"/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1" name="任意多边形: 形状 710">
              <a:extLst>
                <a:ext uri="{FF2B5EF4-FFF2-40B4-BE49-F238E27FC236}">
                  <a16:creationId xmlns:a16="http://schemas.microsoft.com/office/drawing/2014/main" id="{E5AA9C48-ABDB-41DA-A918-6BD891FAA02D}"/>
                </a:ext>
              </a:extLst>
            </p:cNvPr>
            <p:cNvSpPr/>
            <p:nvPr/>
          </p:nvSpPr>
          <p:spPr>
            <a:xfrm>
              <a:off x="10648003" y="2492300"/>
              <a:ext cx="538604" cy="387235"/>
            </a:xfrm>
            <a:custGeom>
              <a:avLst/>
              <a:gdLst>
                <a:gd name="connsiteX0" fmla="*/ 437102 w 439601"/>
                <a:gd name="connsiteY0" fmla="*/ 151846 h 316056"/>
                <a:gd name="connsiteX1" fmla="*/ 72866 w 439601"/>
                <a:gd name="connsiteY1" fmla="*/ 58691 h 316056"/>
                <a:gd name="connsiteX2" fmla="*/ 7906 w 439601"/>
                <a:gd name="connsiteY2" fmla="*/ 174515 h 316056"/>
                <a:gd name="connsiteX3" fmla="*/ 0 w 439601"/>
                <a:gd name="connsiteY3" fmla="*/ 247191 h 316056"/>
                <a:gd name="connsiteX4" fmla="*/ 30575 w 439601"/>
                <a:gd name="connsiteY4" fmla="*/ 188708 h 316056"/>
                <a:gd name="connsiteX5" fmla="*/ 195453 w 439601"/>
                <a:gd name="connsiteY5" fmla="*/ 89457 h 316056"/>
                <a:gd name="connsiteX6" fmla="*/ 406622 w 439601"/>
                <a:gd name="connsiteY6" fmla="*/ 199852 h 316056"/>
                <a:gd name="connsiteX7" fmla="*/ 409861 w 439601"/>
                <a:gd name="connsiteY7" fmla="*/ 300722 h 316056"/>
                <a:gd name="connsiteX8" fmla="*/ 421100 w 439601"/>
                <a:gd name="connsiteY8" fmla="*/ 316057 h 316056"/>
                <a:gd name="connsiteX9" fmla="*/ 437102 w 439601"/>
                <a:gd name="connsiteY9" fmla="*/ 151846 h 316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9601" h="316056">
                  <a:moveTo>
                    <a:pt x="437102" y="151846"/>
                  </a:moveTo>
                  <a:cubicBezTo>
                    <a:pt x="414528" y="22020"/>
                    <a:pt x="197072" y="-62752"/>
                    <a:pt x="72866" y="58691"/>
                  </a:cubicBezTo>
                  <a:cubicBezTo>
                    <a:pt x="72866" y="58691"/>
                    <a:pt x="13525" y="109555"/>
                    <a:pt x="7906" y="174515"/>
                  </a:cubicBezTo>
                  <a:cubicBezTo>
                    <a:pt x="6287" y="192899"/>
                    <a:pt x="3143" y="218521"/>
                    <a:pt x="0" y="247191"/>
                  </a:cubicBezTo>
                  <a:cubicBezTo>
                    <a:pt x="17513" y="232497"/>
                    <a:pt x="28504" y="211474"/>
                    <a:pt x="30575" y="188708"/>
                  </a:cubicBezTo>
                  <a:cubicBezTo>
                    <a:pt x="33814" y="148703"/>
                    <a:pt x="67437" y="107078"/>
                    <a:pt x="195453" y="89457"/>
                  </a:cubicBezTo>
                  <a:cubicBezTo>
                    <a:pt x="323469" y="71836"/>
                    <a:pt x="395478" y="166324"/>
                    <a:pt x="406622" y="199852"/>
                  </a:cubicBezTo>
                  <a:cubicBezTo>
                    <a:pt x="417767" y="233380"/>
                    <a:pt x="401860" y="278243"/>
                    <a:pt x="409861" y="300722"/>
                  </a:cubicBezTo>
                  <a:cubicBezTo>
                    <a:pt x="411294" y="307182"/>
                    <a:pt x="415371" y="312745"/>
                    <a:pt x="421100" y="316057"/>
                  </a:cubicBezTo>
                  <a:cubicBezTo>
                    <a:pt x="435197" y="255192"/>
                    <a:pt x="444246" y="192994"/>
                    <a:pt x="437102" y="151846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2" name="任意多边形: 形状 711">
              <a:extLst>
                <a:ext uri="{FF2B5EF4-FFF2-40B4-BE49-F238E27FC236}">
                  <a16:creationId xmlns:a16="http://schemas.microsoft.com/office/drawing/2014/main" id="{1CD476CA-A9C1-49A6-877A-8605D7EB2B7E}"/>
                </a:ext>
              </a:extLst>
            </p:cNvPr>
            <p:cNvSpPr/>
            <p:nvPr/>
          </p:nvSpPr>
          <p:spPr>
            <a:xfrm>
              <a:off x="10669393" y="2353064"/>
              <a:ext cx="568477" cy="404547"/>
            </a:xfrm>
            <a:custGeom>
              <a:avLst/>
              <a:gdLst>
                <a:gd name="connsiteX0" fmla="*/ 163707 w 463983"/>
                <a:gd name="connsiteY0" fmla="*/ 14219 h 330186"/>
                <a:gd name="connsiteX1" fmla="*/ 159993 w 463983"/>
                <a:gd name="connsiteY1" fmla="*/ 18600 h 330186"/>
                <a:gd name="connsiteX2" fmla="*/ 123512 w 463983"/>
                <a:gd name="connsiteY2" fmla="*/ 28697 h 330186"/>
                <a:gd name="connsiteX3" fmla="*/ 54741 w 463983"/>
                <a:gd name="connsiteY3" fmla="*/ 65559 h 330186"/>
                <a:gd name="connsiteX4" fmla="*/ 41978 w 463983"/>
                <a:gd name="connsiteY4" fmla="*/ 113184 h 330186"/>
                <a:gd name="connsiteX5" fmla="*/ 5116 w 463983"/>
                <a:gd name="connsiteY5" fmla="*/ 186812 h 330186"/>
                <a:gd name="connsiteX6" fmla="*/ 61504 w 463983"/>
                <a:gd name="connsiteY6" fmla="*/ 231865 h 330186"/>
                <a:gd name="connsiteX7" fmla="*/ 99604 w 463983"/>
                <a:gd name="connsiteY7" fmla="*/ 294254 h 330186"/>
                <a:gd name="connsiteX8" fmla="*/ 178090 w 463983"/>
                <a:gd name="connsiteY8" fmla="*/ 271870 h 330186"/>
                <a:gd name="connsiteX9" fmla="*/ 237240 w 463983"/>
                <a:gd name="connsiteY9" fmla="*/ 327782 h 330186"/>
                <a:gd name="connsiteX10" fmla="*/ 326871 w 463983"/>
                <a:gd name="connsiteY10" fmla="*/ 292635 h 330186"/>
                <a:gd name="connsiteX11" fmla="*/ 400499 w 463983"/>
                <a:gd name="connsiteY11" fmla="*/ 321210 h 330186"/>
                <a:gd name="connsiteX12" fmla="*/ 424502 w 463983"/>
                <a:gd name="connsiteY12" fmla="*/ 250820 h 330186"/>
                <a:gd name="connsiteX13" fmla="*/ 459649 w 463983"/>
                <a:gd name="connsiteY13" fmla="*/ 182049 h 330186"/>
                <a:gd name="connsiteX14" fmla="*/ 408500 w 463983"/>
                <a:gd name="connsiteY14" fmla="*/ 121185 h 330186"/>
                <a:gd name="connsiteX15" fmla="*/ 365256 w 463983"/>
                <a:gd name="connsiteY15" fmla="*/ 38031 h 330186"/>
                <a:gd name="connsiteX16" fmla="*/ 291628 w 463983"/>
                <a:gd name="connsiteY16" fmla="*/ 49271 h 330186"/>
                <a:gd name="connsiteX17" fmla="*/ 236574 w 463983"/>
                <a:gd name="connsiteY17" fmla="*/ 6599 h 330186"/>
                <a:gd name="connsiteX18" fmla="*/ 163707 w 463983"/>
                <a:gd name="connsiteY18" fmla="*/ 14219 h 33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63983" h="330186">
                  <a:moveTo>
                    <a:pt x="163707" y="14219"/>
                  </a:moveTo>
                  <a:cubicBezTo>
                    <a:pt x="162368" y="15591"/>
                    <a:pt x="161127" y="17055"/>
                    <a:pt x="159993" y="18600"/>
                  </a:cubicBezTo>
                  <a:cubicBezTo>
                    <a:pt x="149420" y="33650"/>
                    <a:pt x="140943" y="34602"/>
                    <a:pt x="123512" y="28697"/>
                  </a:cubicBezTo>
                  <a:cubicBezTo>
                    <a:pt x="85412" y="15933"/>
                    <a:pt x="53122" y="33555"/>
                    <a:pt x="54741" y="65559"/>
                  </a:cubicBezTo>
                  <a:cubicBezTo>
                    <a:pt x="56361" y="97563"/>
                    <a:pt x="70743" y="92705"/>
                    <a:pt x="41978" y="113184"/>
                  </a:cubicBezTo>
                  <a:cubicBezTo>
                    <a:pt x="13212" y="133662"/>
                    <a:pt x="-10886" y="148426"/>
                    <a:pt x="5116" y="186812"/>
                  </a:cubicBezTo>
                  <a:cubicBezTo>
                    <a:pt x="21118" y="225198"/>
                    <a:pt x="61504" y="204719"/>
                    <a:pt x="61504" y="231865"/>
                  </a:cubicBezTo>
                  <a:cubicBezTo>
                    <a:pt x="61504" y="259011"/>
                    <a:pt x="59885" y="294254"/>
                    <a:pt x="99604" y="294254"/>
                  </a:cubicBezTo>
                  <a:cubicBezTo>
                    <a:pt x="139323" y="294254"/>
                    <a:pt x="166851" y="246629"/>
                    <a:pt x="178090" y="271870"/>
                  </a:cubicBezTo>
                  <a:cubicBezTo>
                    <a:pt x="189330" y="297111"/>
                    <a:pt x="202093" y="334259"/>
                    <a:pt x="237240" y="327782"/>
                  </a:cubicBezTo>
                  <a:cubicBezTo>
                    <a:pt x="272388" y="321305"/>
                    <a:pt x="291628" y="265393"/>
                    <a:pt x="326871" y="292635"/>
                  </a:cubicBezTo>
                  <a:cubicBezTo>
                    <a:pt x="362113" y="319876"/>
                    <a:pt x="381258" y="343784"/>
                    <a:pt x="400499" y="321210"/>
                  </a:cubicBezTo>
                  <a:cubicBezTo>
                    <a:pt x="419739" y="298635"/>
                    <a:pt x="398880" y="265203"/>
                    <a:pt x="424502" y="250820"/>
                  </a:cubicBezTo>
                  <a:cubicBezTo>
                    <a:pt x="450124" y="236437"/>
                    <a:pt x="474032" y="230055"/>
                    <a:pt x="459649" y="182049"/>
                  </a:cubicBezTo>
                  <a:cubicBezTo>
                    <a:pt x="445266" y="134043"/>
                    <a:pt x="424502" y="158046"/>
                    <a:pt x="408500" y="121185"/>
                  </a:cubicBezTo>
                  <a:cubicBezTo>
                    <a:pt x="392498" y="84323"/>
                    <a:pt x="395641" y="44413"/>
                    <a:pt x="365256" y="38031"/>
                  </a:cubicBezTo>
                  <a:cubicBezTo>
                    <a:pt x="334872" y="31650"/>
                    <a:pt x="320489" y="52414"/>
                    <a:pt x="291628" y="49271"/>
                  </a:cubicBezTo>
                  <a:cubicBezTo>
                    <a:pt x="267054" y="46509"/>
                    <a:pt x="257338" y="16600"/>
                    <a:pt x="236574" y="6599"/>
                  </a:cubicBezTo>
                  <a:cubicBezTo>
                    <a:pt x="215809" y="-3402"/>
                    <a:pt x="181043" y="-2926"/>
                    <a:pt x="163707" y="14219"/>
                  </a:cubicBezTo>
                  <a:close/>
                </a:path>
              </a:pathLst>
            </a:custGeom>
            <a:solidFill>
              <a:srgbClr val="263238"/>
            </a:solidFill>
            <a:ln w="9052" cap="rnd">
              <a:solidFill>
                <a:srgbClr val="78787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3" name="任意多边形: 形状 712">
              <a:extLst>
                <a:ext uri="{FF2B5EF4-FFF2-40B4-BE49-F238E27FC236}">
                  <a16:creationId xmlns:a16="http://schemas.microsoft.com/office/drawing/2014/main" id="{2A46D9D8-0BC8-4216-88EE-7AC5B0B0974B}"/>
                </a:ext>
              </a:extLst>
            </p:cNvPr>
            <p:cNvSpPr/>
            <p:nvPr/>
          </p:nvSpPr>
          <p:spPr>
            <a:xfrm>
              <a:off x="10862617" y="2844759"/>
              <a:ext cx="63655" cy="142467"/>
            </a:xfrm>
            <a:custGeom>
              <a:avLst/>
              <a:gdLst>
                <a:gd name="connsiteX0" fmla="*/ 50863 w 51954"/>
                <a:gd name="connsiteY0" fmla="*/ 0 h 116280"/>
                <a:gd name="connsiteX1" fmla="*/ 42386 w 51954"/>
                <a:gd name="connsiteY1" fmla="*/ 64960 h 116280"/>
                <a:gd name="connsiteX2" fmla="*/ 39529 w 51954"/>
                <a:gd name="connsiteY2" fmla="*/ 115824 h 116280"/>
                <a:gd name="connsiteX3" fmla="*/ 0 w 51954"/>
                <a:gd name="connsiteY3" fmla="*/ 90392 h 116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954" h="116280">
                  <a:moveTo>
                    <a:pt x="50863" y="0"/>
                  </a:moveTo>
                  <a:cubicBezTo>
                    <a:pt x="50863" y="0"/>
                    <a:pt x="36767" y="39529"/>
                    <a:pt x="42386" y="64960"/>
                  </a:cubicBezTo>
                  <a:cubicBezTo>
                    <a:pt x="48006" y="90392"/>
                    <a:pt x="62198" y="112586"/>
                    <a:pt x="39529" y="115824"/>
                  </a:cubicBezTo>
                  <a:cubicBezTo>
                    <a:pt x="16859" y="119062"/>
                    <a:pt x="0" y="104489"/>
                    <a:pt x="0" y="90392"/>
                  </a:cubicBezTo>
                </a:path>
              </a:pathLst>
            </a:custGeom>
            <a:noFill/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4" name="任意多边形: 形状 713">
              <a:extLst>
                <a:ext uri="{FF2B5EF4-FFF2-40B4-BE49-F238E27FC236}">
                  <a16:creationId xmlns:a16="http://schemas.microsoft.com/office/drawing/2014/main" id="{BDA82BFB-E659-4C39-BEED-719ED128CC76}"/>
                </a:ext>
              </a:extLst>
            </p:cNvPr>
            <p:cNvSpPr/>
            <p:nvPr/>
          </p:nvSpPr>
          <p:spPr>
            <a:xfrm>
              <a:off x="10799833" y="2998922"/>
              <a:ext cx="193724" cy="48430"/>
            </a:xfrm>
            <a:custGeom>
              <a:avLst/>
              <a:gdLst>
                <a:gd name="connsiteX0" fmla="*/ 0 w 158115"/>
                <a:gd name="connsiteY0" fmla="*/ 0 h 39528"/>
                <a:gd name="connsiteX1" fmla="*/ 76200 w 158115"/>
                <a:gd name="connsiteY1" fmla="*/ 39529 h 39528"/>
                <a:gd name="connsiteX2" fmla="*/ 158115 w 158115"/>
                <a:gd name="connsiteY2" fmla="*/ 14192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115" h="39528">
                  <a:moveTo>
                    <a:pt x="0" y="0"/>
                  </a:moveTo>
                  <a:cubicBezTo>
                    <a:pt x="18273" y="23835"/>
                    <a:pt x="46191" y="38318"/>
                    <a:pt x="76200" y="39529"/>
                  </a:cubicBezTo>
                  <a:cubicBezTo>
                    <a:pt x="105401" y="39316"/>
                    <a:pt x="133893" y="30504"/>
                    <a:pt x="158115" y="14192"/>
                  </a:cubicBezTo>
                </a:path>
              </a:pathLst>
            </a:custGeom>
            <a:noFill/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5" name="任意多边形: 形状 714">
              <a:extLst>
                <a:ext uri="{FF2B5EF4-FFF2-40B4-BE49-F238E27FC236}">
                  <a16:creationId xmlns:a16="http://schemas.microsoft.com/office/drawing/2014/main" id="{935244D0-9D2E-40F6-B9FB-8F531750B0DB}"/>
                </a:ext>
              </a:extLst>
            </p:cNvPr>
            <p:cNvSpPr/>
            <p:nvPr/>
          </p:nvSpPr>
          <p:spPr>
            <a:xfrm>
              <a:off x="10811348" y="2813095"/>
              <a:ext cx="32749" cy="58788"/>
            </a:xfrm>
            <a:custGeom>
              <a:avLst/>
              <a:gdLst>
                <a:gd name="connsiteX0" fmla="*/ 26510 w 26729"/>
                <a:gd name="connsiteY0" fmla="*/ 25272 h 47982"/>
                <a:gd name="connsiteX1" fmla="*/ 10984 w 26729"/>
                <a:gd name="connsiteY1" fmla="*/ 47942 h 47982"/>
                <a:gd name="connsiteX2" fmla="*/ 220 w 26729"/>
                <a:gd name="connsiteY2" fmla="*/ 22701 h 47982"/>
                <a:gd name="connsiteX3" fmla="*/ 15746 w 26729"/>
                <a:gd name="connsiteY3" fmla="*/ 31 h 47982"/>
                <a:gd name="connsiteX4" fmla="*/ 26510 w 26729"/>
                <a:gd name="connsiteY4" fmla="*/ 25272 h 47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29" h="47982">
                  <a:moveTo>
                    <a:pt x="26510" y="25272"/>
                  </a:moveTo>
                  <a:cubicBezTo>
                    <a:pt x="25176" y="38512"/>
                    <a:pt x="18223" y="48704"/>
                    <a:pt x="10984" y="47942"/>
                  </a:cubicBezTo>
                  <a:cubicBezTo>
                    <a:pt x="3745" y="47180"/>
                    <a:pt x="-1113" y="35940"/>
                    <a:pt x="220" y="22701"/>
                  </a:cubicBezTo>
                  <a:cubicBezTo>
                    <a:pt x="1554" y="9461"/>
                    <a:pt x="8507" y="-636"/>
                    <a:pt x="15746" y="31"/>
                  </a:cubicBezTo>
                  <a:cubicBezTo>
                    <a:pt x="22985" y="698"/>
                    <a:pt x="27843" y="12033"/>
                    <a:pt x="26510" y="25272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6" name="任意多边形: 形状 715">
              <a:extLst>
                <a:ext uri="{FF2B5EF4-FFF2-40B4-BE49-F238E27FC236}">
                  <a16:creationId xmlns:a16="http://schemas.microsoft.com/office/drawing/2014/main" id="{CD7499C3-5A1F-4307-94F8-56AE45A9D407}"/>
                </a:ext>
              </a:extLst>
            </p:cNvPr>
            <p:cNvSpPr/>
            <p:nvPr/>
          </p:nvSpPr>
          <p:spPr>
            <a:xfrm>
              <a:off x="10970062" y="2841454"/>
              <a:ext cx="32749" cy="58893"/>
            </a:xfrm>
            <a:custGeom>
              <a:avLst/>
              <a:gdLst>
                <a:gd name="connsiteX0" fmla="*/ 26509 w 26729"/>
                <a:gd name="connsiteY0" fmla="*/ 25368 h 48068"/>
                <a:gd name="connsiteX1" fmla="*/ 10984 w 26729"/>
                <a:gd name="connsiteY1" fmla="*/ 48037 h 48068"/>
                <a:gd name="connsiteX2" fmla="*/ 220 w 26729"/>
                <a:gd name="connsiteY2" fmla="*/ 22701 h 48068"/>
                <a:gd name="connsiteX3" fmla="*/ 15746 w 26729"/>
                <a:gd name="connsiteY3" fmla="*/ 31 h 48068"/>
                <a:gd name="connsiteX4" fmla="*/ 26509 w 26729"/>
                <a:gd name="connsiteY4" fmla="*/ 25368 h 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29" h="48068">
                  <a:moveTo>
                    <a:pt x="26509" y="25368"/>
                  </a:moveTo>
                  <a:cubicBezTo>
                    <a:pt x="25176" y="38607"/>
                    <a:pt x="18223" y="48704"/>
                    <a:pt x="10984" y="48037"/>
                  </a:cubicBezTo>
                  <a:cubicBezTo>
                    <a:pt x="3745" y="47370"/>
                    <a:pt x="-1113" y="35940"/>
                    <a:pt x="220" y="22701"/>
                  </a:cubicBezTo>
                  <a:cubicBezTo>
                    <a:pt x="1554" y="9461"/>
                    <a:pt x="8507" y="-636"/>
                    <a:pt x="15746" y="31"/>
                  </a:cubicBezTo>
                  <a:cubicBezTo>
                    <a:pt x="22985" y="698"/>
                    <a:pt x="27843" y="12128"/>
                    <a:pt x="26509" y="25368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7" name="任意多边形: 形状 716">
              <a:extLst>
                <a:ext uri="{FF2B5EF4-FFF2-40B4-BE49-F238E27FC236}">
                  <a16:creationId xmlns:a16="http://schemas.microsoft.com/office/drawing/2014/main" id="{990FCE64-7998-4749-A453-67052D08C75A}"/>
                </a:ext>
              </a:extLst>
            </p:cNvPr>
            <p:cNvSpPr/>
            <p:nvPr/>
          </p:nvSpPr>
          <p:spPr>
            <a:xfrm>
              <a:off x="10682683" y="2700156"/>
              <a:ext cx="220799" cy="220798"/>
            </a:xfrm>
            <a:custGeom>
              <a:avLst/>
              <a:gdLst>
                <a:gd name="connsiteX0" fmla="*/ 180197 w 180213"/>
                <a:gd name="connsiteY0" fmla="*/ 88401 h 180212"/>
                <a:gd name="connsiteX1" fmla="*/ 91811 w 180213"/>
                <a:gd name="connsiteY1" fmla="*/ 180196 h 180212"/>
                <a:gd name="connsiteX2" fmla="*/ 16 w 180213"/>
                <a:gd name="connsiteY2" fmla="*/ 91810 h 180212"/>
                <a:gd name="connsiteX3" fmla="*/ 88402 w 180213"/>
                <a:gd name="connsiteY3" fmla="*/ 15 h 180212"/>
                <a:gd name="connsiteX4" fmla="*/ 88757 w 180213"/>
                <a:gd name="connsiteY4" fmla="*/ 9 h 180212"/>
                <a:gd name="connsiteX5" fmla="*/ 180197 w 180213"/>
                <a:gd name="connsiteY5" fmla="*/ 88401 h 180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213" h="180212">
                  <a:moveTo>
                    <a:pt x="180197" y="88401"/>
                  </a:moveTo>
                  <a:cubicBezTo>
                    <a:pt x="181139" y="138156"/>
                    <a:pt x="141567" y="179254"/>
                    <a:pt x="91811" y="180196"/>
                  </a:cubicBezTo>
                  <a:cubicBezTo>
                    <a:pt x="42056" y="181137"/>
                    <a:pt x="958" y="141565"/>
                    <a:pt x="16" y="91810"/>
                  </a:cubicBezTo>
                  <a:cubicBezTo>
                    <a:pt x="-925" y="42054"/>
                    <a:pt x="38647" y="956"/>
                    <a:pt x="88402" y="15"/>
                  </a:cubicBezTo>
                  <a:cubicBezTo>
                    <a:pt x="88521" y="13"/>
                    <a:pt x="88639" y="11"/>
                    <a:pt x="88757" y="9"/>
                  </a:cubicBezTo>
                  <a:cubicBezTo>
                    <a:pt x="138357" y="-682"/>
                    <a:pt x="179207" y="38806"/>
                    <a:pt x="180197" y="88401"/>
                  </a:cubicBezTo>
                  <a:close/>
                </a:path>
              </a:pathLst>
            </a:custGeom>
            <a:noFill/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8" name="任意多边形: 形状 717">
              <a:extLst>
                <a:ext uri="{FF2B5EF4-FFF2-40B4-BE49-F238E27FC236}">
                  <a16:creationId xmlns:a16="http://schemas.microsoft.com/office/drawing/2014/main" id="{A91BB37B-8D3D-4BF2-B8FA-E302982A1E01}"/>
                </a:ext>
              </a:extLst>
            </p:cNvPr>
            <p:cNvSpPr/>
            <p:nvPr/>
          </p:nvSpPr>
          <p:spPr>
            <a:xfrm>
              <a:off x="10927990" y="2746946"/>
              <a:ext cx="220799" cy="220796"/>
            </a:xfrm>
            <a:custGeom>
              <a:avLst/>
              <a:gdLst>
                <a:gd name="connsiteX0" fmla="*/ 180197 w 180213"/>
                <a:gd name="connsiteY0" fmla="*/ 88407 h 180211"/>
                <a:gd name="connsiteX1" fmla="*/ 91805 w 180213"/>
                <a:gd name="connsiteY1" fmla="*/ 180196 h 180211"/>
                <a:gd name="connsiteX2" fmla="*/ 16 w 180213"/>
                <a:gd name="connsiteY2" fmla="*/ 91803 h 180211"/>
                <a:gd name="connsiteX3" fmla="*/ 88376 w 180213"/>
                <a:gd name="connsiteY3" fmla="*/ 15 h 180211"/>
                <a:gd name="connsiteX4" fmla="*/ 180197 w 180213"/>
                <a:gd name="connsiteY4" fmla="*/ 88407 h 180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213" h="180211">
                  <a:moveTo>
                    <a:pt x="180197" y="88407"/>
                  </a:moveTo>
                  <a:cubicBezTo>
                    <a:pt x="181135" y="138163"/>
                    <a:pt x="141560" y="179258"/>
                    <a:pt x="91805" y="180196"/>
                  </a:cubicBezTo>
                  <a:cubicBezTo>
                    <a:pt x="42049" y="181133"/>
                    <a:pt x="954" y="141559"/>
                    <a:pt x="16" y="91803"/>
                  </a:cubicBezTo>
                  <a:cubicBezTo>
                    <a:pt x="-921" y="42060"/>
                    <a:pt x="38634" y="971"/>
                    <a:pt x="88376" y="15"/>
                  </a:cubicBezTo>
                  <a:cubicBezTo>
                    <a:pt x="138124" y="-888"/>
                    <a:pt x="179207" y="38662"/>
                    <a:pt x="180197" y="88407"/>
                  </a:cubicBezTo>
                  <a:close/>
                </a:path>
              </a:pathLst>
            </a:custGeom>
            <a:noFill/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9" name="任意多边形: 形状 718">
              <a:extLst>
                <a:ext uri="{FF2B5EF4-FFF2-40B4-BE49-F238E27FC236}">
                  <a16:creationId xmlns:a16="http://schemas.microsoft.com/office/drawing/2014/main" id="{F6F44BE1-D32B-47A0-9438-E945FF90DC0F}"/>
                </a:ext>
              </a:extLst>
            </p:cNvPr>
            <p:cNvSpPr/>
            <p:nvPr/>
          </p:nvSpPr>
          <p:spPr>
            <a:xfrm>
              <a:off x="10903696" y="2820252"/>
              <a:ext cx="25791" cy="5951"/>
            </a:xfrm>
            <a:custGeom>
              <a:avLst/>
              <a:gdLst>
                <a:gd name="connsiteX0" fmla="*/ 0 w 21050"/>
                <a:gd name="connsiteY0" fmla="*/ 0 h 4857"/>
                <a:gd name="connsiteX1" fmla="*/ 21050 w 21050"/>
                <a:gd name="connsiteY1" fmla="*/ 4858 h 4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050" h="4857">
                  <a:moveTo>
                    <a:pt x="0" y="0"/>
                  </a:moveTo>
                  <a:lnTo>
                    <a:pt x="21050" y="4858"/>
                  </a:lnTo>
                </a:path>
              </a:pathLst>
            </a:custGeom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0" name="任意多边形: 形状 719">
              <a:extLst>
                <a:ext uri="{FF2B5EF4-FFF2-40B4-BE49-F238E27FC236}">
                  <a16:creationId xmlns:a16="http://schemas.microsoft.com/office/drawing/2014/main" id="{8F74DEDF-3226-4FD5-99A2-F289445C63CF}"/>
                </a:ext>
              </a:extLst>
            </p:cNvPr>
            <p:cNvSpPr/>
            <p:nvPr/>
          </p:nvSpPr>
          <p:spPr>
            <a:xfrm>
              <a:off x="10649754" y="2771471"/>
              <a:ext cx="34426" cy="7934"/>
            </a:xfrm>
            <a:custGeom>
              <a:avLst/>
              <a:gdLst>
                <a:gd name="connsiteX0" fmla="*/ 28099 w 28098"/>
                <a:gd name="connsiteY0" fmla="*/ 6477 h 6476"/>
                <a:gd name="connsiteX1" fmla="*/ 0 w 28098"/>
                <a:gd name="connsiteY1" fmla="*/ 0 h 6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098" h="6476">
                  <a:moveTo>
                    <a:pt x="28099" y="6477"/>
                  </a:moveTo>
                  <a:lnTo>
                    <a:pt x="0" y="0"/>
                  </a:lnTo>
                </a:path>
              </a:pathLst>
            </a:custGeom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1" name="任意多边形: 形状 720">
              <a:extLst>
                <a:ext uri="{FF2B5EF4-FFF2-40B4-BE49-F238E27FC236}">
                  <a16:creationId xmlns:a16="http://schemas.microsoft.com/office/drawing/2014/main" id="{639AF27F-DE15-4C81-9C17-7EA95CCB959C}"/>
                </a:ext>
              </a:extLst>
            </p:cNvPr>
            <p:cNvSpPr/>
            <p:nvPr/>
          </p:nvSpPr>
          <p:spPr>
            <a:xfrm>
              <a:off x="11148769" y="2855263"/>
              <a:ext cx="25791" cy="4784"/>
            </a:xfrm>
            <a:custGeom>
              <a:avLst/>
              <a:gdLst>
                <a:gd name="connsiteX0" fmla="*/ 0 w 21050"/>
                <a:gd name="connsiteY0" fmla="*/ 0 h 3905"/>
                <a:gd name="connsiteX1" fmla="*/ 21050 w 21050"/>
                <a:gd name="connsiteY1" fmla="*/ 3905 h 3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050" h="3905">
                  <a:moveTo>
                    <a:pt x="0" y="0"/>
                  </a:moveTo>
                  <a:lnTo>
                    <a:pt x="21050" y="3905"/>
                  </a:lnTo>
                </a:path>
              </a:pathLst>
            </a:custGeom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2" name="任意多边形: 形状 721">
              <a:extLst>
                <a:ext uri="{FF2B5EF4-FFF2-40B4-BE49-F238E27FC236}">
                  <a16:creationId xmlns:a16="http://schemas.microsoft.com/office/drawing/2014/main" id="{EEF988F2-A6B0-4187-A395-05EABC1CA23A}"/>
                </a:ext>
              </a:extLst>
            </p:cNvPr>
            <p:cNvSpPr/>
            <p:nvPr/>
          </p:nvSpPr>
          <p:spPr>
            <a:xfrm>
              <a:off x="10766689" y="2741527"/>
              <a:ext cx="92660" cy="23992"/>
            </a:xfrm>
            <a:custGeom>
              <a:avLst/>
              <a:gdLst>
                <a:gd name="connsiteX0" fmla="*/ 0 w 75628"/>
                <a:gd name="connsiteY0" fmla="*/ 19583 h 19582"/>
                <a:gd name="connsiteX1" fmla="*/ 75629 w 75628"/>
                <a:gd name="connsiteY1" fmla="*/ 3390 h 19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628" h="19582">
                  <a:moveTo>
                    <a:pt x="0" y="19583"/>
                  </a:moveTo>
                  <a:cubicBezTo>
                    <a:pt x="20778" y="1600"/>
                    <a:pt x="49309" y="-4509"/>
                    <a:pt x="75629" y="3390"/>
                  </a:cubicBezTo>
                </a:path>
              </a:pathLst>
            </a:custGeom>
            <a:noFill/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3" name="任意多边形: 形状 722">
              <a:extLst>
                <a:ext uri="{FF2B5EF4-FFF2-40B4-BE49-F238E27FC236}">
                  <a16:creationId xmlns:a16="http://schemas.microsoft.com/office/drawing/2014/main" id="{3A3D7825-56C1-47CF-9BAC-972F79B15DEC}"/>
                </a:ext>
              </a:extLst>
            </p:cNvPr>
            <p:cNvSpPr/>
            <p:nvPr/>
          </p:nvSpPr>
          <p:spPr>
            <a:xfrm>
              <a:off x="10999858" y="2782558"/>
              <a:ext cx="79590" cy="51581"/>
            </a:xfrm>
            <a:custGeom>
              <a:avLst/>
              <a:gdLst>
                <a:gd name="connsiteX0" fmla="*/ 64961 w 64960"/>
                <a:gd name="connsiteY0" fmla="*/ 42100 h 42100"/>
                <a:gd name="connsiteX1" fmla="*/ 0 w 64960"/>
                <a:gd name="connsiteY1" fmla="*/ 0 h 42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960" h="42100">
                  <a:moveTo>
                    <a:pt x="64961" y="42100"/>
                  </a:moveTo>
                  <a:cubicBezTo>
                    <a:pt x="51948" y="17867"/>
                    <a:pt x="27435" y="1980"/>
                    <a:pt x="0" y="0"/>
                  </a:cubicBezTo>
                </a:path>
              </a:pathLst>
            </a:custGeom>
            <a:noFill/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4" name="任意多边形: 形状 723">
              <a:extLst>
                <a:ext uri="{FF2B5EF4-FFF2-40B4-BE49-F238E27FC236}">
                  <a16:creationId xmlns:a16="http://schemas.microsoft.com/office/drawing/2014/main" id="{50FA7F4F-B954-45B8-ABD5-317E7F17B09C}"/>
                </a:ext>
              </a:extLst>
            </p:cNvPr>
            <p:cNvSpPr/>
            <p:nvPr/>
          </p:nvSpPr>
          <p:spPr>
            <a:xfrm>
              <a:off x="9712184" y="2704594"/>
              <a:ext cx="1067201" cy="1085998"/>
            </a:xfrm>
            <a:custGeom>
              <a:avLst/>
              <a:gdLst>
                <a:gd name="connsiteX0" fmla="*/ 674744 w 871035"/>
                <a:gd name="connsiteY0" fmla="*/ 116401 h 886377"/>
                <a:gd name="connsiteX1" fmla="*/ 739609 w 871035"/>
                <a:gd name="connsiteY1" fmla="*/ 38201 h 886377"/>
                <a:gd name="connsiteX2" fmla="*/ 819715 w 871035"/>
                <a:gd name="connsiteY2" fmla="*/ 9626 h 886377"/>
                <a:gd name="connsiteX3" fmla="*/ 768184 w 871035"/>
                <a:gd name="connsiteY3" fmla="*/ 61061 h 886377"/>
                <a:gd name="connsiteX4" fmla="*/ 695699 w 871035"/>
                <a:gd name="connsiteY4" fmla="*/ 177457 h 886377"/>
                <a:gd name="connsiteX5" fmla="*/ 730084 w 871035"/>
                <a:gd name="connsiteY5" fmla="*/ 223272 h 886377"/>
                <a:gd name="connsiteX6" fmla="*/ 819715 w 871035"/>
                <a:gd name="connsiteY6" fmla="*/ 173646 h 886377"/>
                <a:gd name="connsiteX7" fmla="*/ 867340 w 871035"/>
                <a:gd name="connsiteY7" fmla="*/ 188982 h 886377"/>
                <a:gd name="connsiteX8" fmla="*/ 794854 w 871035"/>
                <a:gd name="connsiteY8" fmla="*/ 232797 h 886377"/>
                <a:gd name="connsiteX9" fmla="*/ 709129 w 871035"/>
                <a:gd name="connsiteY9" fmla="*/ 307282 h 886377"/>
                <a:gd name="connsiteX10" fmla="*/ 672934 w 871035"/>
                <a:gd name="connsiteY10" fmla="*/ 326332 h 886377"/>
                <a:gd name="connsiteX11" fmla="*/ 638549 w 871035"/>
                <a:gd name="connsiteY11" fmla="*/ 379767 h 886377"/>
                <a:gd name="connsiteX12" fmla="*/ 476624 w 871035"/>
                <a:gd name="connsiteY12" fmla="*/ 614463 h 886377"/>
                <a:gd name="connsiteX13" fmla="*/ 184778 w 871035"/>
                <a:gd name="connsiteY13" fmla="*/ 879640 h 886377"/>
                <a:gd name="connsiteX14" fmla="*/ 3803 w 871035"/>
                <a:gd name="connsiteY14" fmla="*/ 820489 h 886377"/>
                <a:gd name="connsiteX15" fmla="*/ 112483 w 871035"/>
                <a:gd name="connsiteY15" fmla="*/ 627799 h 886377"/>
                <a:gd name="connsiteX16" fmla="*/ 496055 w 871035"/>
                <a:gd name="connsiteY16" fmla="*/ 396912 h 886377"/>
                <a:gd name="connsiteX17" fmla="*/ 572255 w 871035"/>
                <a:gd name="connsiteY17" fmla="*/ 337762 h 886377"/>
                <a:gd name="connsiteX18" fmla="*/ 621880 w 871035"/>
                <a:gd name="connsiteY18" fmla="*/ 183171 h 886377"/>
                <a:gd name="connsiteX19" fmla="*/ 674744 w 871035"/>
                <a:gd name="connsiteY19" fmla="*/ 116401 h 886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71035" h="886377">
                  <a:moveTo>
                    <a:pt x="674744" y="116401"/>
                  </a:moveTo>
                  <a:cubicBezTo>
                    <a:pt x="694344" y="88721"/>
                    <a:pt x="716029" y="62578"/>
                    <a:pt x="739609" y="38201"/>
                  </a:cubicBezTo>
                  <a:cubicBezTo>
                    <a:pt x="773899" y="3816"/>
                    <a:pt x="819715" y="-11424"/>
                    <a:pt x="819715" y="9626"/>
                  </a:cubicBezTo>
                  <a:cubicBezTo>
                    <a:pt x="819715" y="30676"/>
                    <a:pt x="789235" y="34391"/>
                    <a:pt x="768184" y="61061"/>
                  </a:cubicBezTo>
                  <a:cubicBezTo>
                    <a:pt x="747134" y="87731"/>
                    <a:pt x="697604" y="158407"/>
                    <a:pt x="695699" y="177457"/>
                  </a:cubicBezTo>
                  <a:cubicBezTo>
                    <a:pt x="693794" y="196507"/>
                    <a:pt x="695699" y="228987"/>
                    <a:pt x="730084" y="223272"/>
                  </a:cubicBezTo>
                  <a:cubicBezTo>
                    <a:pt x="764470" y="217557"/>
                    <a:pt x="802570" y="185172"/>
                    <a:pt x="819715" y="173646"/>
                  </a:cubicBezTo>
                  <a:cubicBezTo>
                    <a:pt x="836860" y="162121"/>
                    <a:pt x="884580" y="173646"/>
                    <a:pt x="867340" y="188982"/>
                  </a:cubicBezTo>
                  <a:cubicBezTo>
                    <a:pt x="850100" y="204317"/>
                    <a:pt x="819715" y="211842"/>
                    <a:pt x="794854" y="232797"/>
                  </a:cubicBezTo>
                  <a:cubicBezTo>
                    <a:pt x="769994" y="253752"/>
                    <a:pt x="729989" y="295757"/>
                    <a:pt x="709129" y="307282"/>
                  </a:cubicBezTo>
                  <a:cubicBezTo>
                    <a:pt x="688270" y="318807"/>
                    <a:pt x="672934" y="326332"/>
                    <a:pt x="672934" y="326332"/>
                  </a:cubicBezTo>
                  <a:cubicBezTo>
                    <a:pt x="672934" y="326332"/>
                    <a:pt x="665314" y="333952"/>
                    <a:pt x="638549" y="379767"/>
                  </a:cubicBezTo>
                  <a:cubicBezTo>
                    <a:pt x="611784" y="425583"/>
                    <a:pt x="527869" y="557218"/>
                    <a:pt x="476624" y="614463"/>
                  </a:cubicBezTo>
                  <a:cubicBezTo>
                    <a:pt x="425380" y="671709"/>
                    <a:pt x="232403" y="862113"/>
                    <a:pt x="184778" y="879640"/>
                  </a:cubicBezTo>
                  <a:cubicBezTo>
                    <a:pt x="137153" y="897166"/>
                    <a:pt x="20662" y="881545"/>
                    <a:pt x="3803" y="820489"/>
                  </a:cubicBezTo>
                  <a:cubicBezTo>
                    <a:pt x="-13056" y="759434"/>
                    <a:pt x="26663" y="688854"/>
                    <a:pt x="112483" y="627799"/>
                  </a:cubicBezTo>
                  <a:cubicBezTo>
                    <a:pt x="198304" y="566743"/>
                    <a:pt x="442620" y="425487"/>
                    <a:pt x="496055" y="396912"/>
                  </a:cubicBezTo>
                  <a:cubicBezTo>
                    <a:pt x="549490" y="368337"/>
                    <a:pt x="570445" y="353002"/>
                    <a:pt x="572255" y="337762"/>
                  </a:cubicBezTo>
                  <a:cubicBezTo>
                    <a:pt x="574065" y="322522"/>
                    <a:pt x="598925" y="223462"/>
                    <a:pt x="621880" y="183171"/>
                  </a:cubicBezTo>
                  <a:cubicBezTo>
                    <a:pt x="636102" y="158422"/>
                    <a:pt x="653917" y="135920"/>
                    <a:pt x="674744" y="116401"/>
                  </a:cubicBezTo>
                  <a:close/>
                </a:path>
              </a:pathLst>
            </a:custGeom>
            <a:solidFill>
              <a:srgbClr val="FFFFFF"/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5" name="任意多边形: 形状 724">
              <a:extLst>
                <a:ext uri="{FF2B5EF4-FFF2-40B4-BE49-F238E27FC236}">
                  <a16:creationId xmlns:a16="http://schemas.microsoft.com/office/drawing/2014/main" id="{7F962AB6-AB3F-42FE-9DCC-8AF60731772C}"/>
                </a:ext>
              </a:extLst>
            </p:cNvPr>
            <p:cNvSpPr/>
            <p:nvPr/>
          </p:nvSpPr>
          <p:spPr>
            <a:xfrm>
              <a:off x="10463383" y="2864453"/>
              <a:ext cx="138308" cy="114840"/>
            </a:xfrm>
            <a:custGeom>
              <a:avLst/>
              <a:gdLst>
                <a:gd name="connsiteX0" fmla="*/ 0 w 112885"/>
                <a:gd name="connsiteY0" fmla="*/ 83368 h 93731"/>
                <a:gd name="connsiteX1" fmla="*/ 19621 w 112885"/>
                <a:gd name="connsiteY1" fmla="*/ 6406 h 93731"/>
                <a:gd name="connsiteX2" fmla="*/ 102584 w 112885"/>
                <a:gd name="connsiteY2" fmla="*/ 4882 h 93731"/>
                <a:gd name="connsiteX3" fmla="*/ 110109 w 112885"/>
                <a:gd name="connsiteY3" fmla="*/ 77367 h 93731"/>
                <a:gd name="connsiteX4" fmla="*/ 93536 w 112885"/>
                <a:gd name="connsiteY4" fmla="*/ 92416 h 93731"/>
                <a:gd name="connsiteX5" fmla="*/ 79915 w 112885"/>
                <a:gd name="connsiteY5" fmla="*/ 42601 h 93731"/>
                <a:gd name="connsiteX6" fmla="*/ 48292 w 112885"/>
                <a:gd name="connsiteY6" fmla="*/ 38124 h 93731"/>
                <a:gd name="connsiteX7" fmla="*/ 37719 w 112885"/>
                <a:gd name="connsiteY7" fmla="*/ 83368 h 9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885" h="93731">
                  <a:moveTo>
                    <a:pt x="0" y="83368"/>
                  </a:moveTo>
                  <a:cubicBezTo>
                    <a:pt x="0" y="83368"/>
                    <a:pt x="9525" y="15454"/>
                    <a:pt x="19621" y="6406"/>
                  </a:cubicBezTo>
                  <a:cubicBezTo>
                    <a:pt x="29718" y="-2643"/>
                    <a:pt x="90488" y="-1119"/>
                    <a:pt x="102584" y="4882"/>
                  </a:cubicBezTo>
                  <a:cubicBezTo>
                    <a:pt x="114681" y="10882"/>
                    <a:pt x="114586" y="65270"/>
                    <a:pt x="110109" y="77367"/>
                  </a:cubicBezTo>
                  <a:cubicBezTo>
                    <a:pt x="105632" y="89464"/>
                    <a:pt x="98012" y="96893"/>
                    <a:pt x="93536" y="92416"/>
                  </a:cubicBezTo>
                  <a:cubicBezTo>
                    <a:pt x="89059" y="87940"/>
                    <a:pt x="79915" y="42601"/>
                    <a:pt x="79915" y="42601"/>
                  </a:cubicBezTo>
                  <a:lnTo>
                    <a:pt x="48292" y="38124"/>
                  </a:lnTo>
                  <a:lnTo>
                    <a:pt x="37719" y="83368"/>
                  </a:lnTo>
                </a:path>
              </a:pathLst>
            </a:custGeom>
            <a:solidFill>
              <a:srgbClr val="FFFFFF"/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6" name="任意多边形: 形状 725">
              <a:extLst>
                <a:ext uri="{FF2B5EF4-FFF2-40B4-BE49-F238E27FC236}">
                  <a16:creationId xmlns:a16="http://schemas.microsoft.com/office/drawing/2014/main" id="{AF1DBAD3-6385-4196-8809-AF872A3D10D0}"/>
                </a:ext>
              </a:extLst>
            </p:cNvPr>
            <p:cNvSpPr/>
            <p:nvPr/>
          </p:nvSpPr>
          <p:spPr>
            <a:xfrm>
              <a:off x="10455914" y="2890360"/>
              <a:ext cx="138357" cy="114817"/>
            </a:xfrm>
            <a:custGeom>
              <a:avLst/>
              <a:gdLst>
                <a:gd name="connsiteX0" fmla="*/ 0 w 112925"/>
                <a:gd name="connsiteY0" fmla="*/ 83368 h 93712"/>
                <a:gd name="connsiteX1" fmla="*/ 19621 w 112925"/>
                <a:gd name="connsiteY1" fmla="*/ 6406 h 93712"/>
                <a:gd name="connsiteX2" fmla="*/ 102584 w 112925"/>
                <a:gd name="connsiteY2" fmla="*/ 4882 h 93712"/>
                <a:gd name="connsiteX3" fmla="*/ 110204 w 112925"/>
                <a:gd name="connsiteY3" fmla="*/ 77272 h 93712"/>
                <a:gd name="connsiteX4" fmla="*/ 93536 w 112925"/>
                <a:gd name="connsiteY4" fmla="*/ 92416 h 93712"/>
                <a:gd name="connsiteX5" fmla="*/ 80010 w 112925"/>
                <a:gd name="connsiteY5" fmla="*/ 42601 h 93712"/>
                <a:gd name="connsiteX6" fmla="*/ 48292 w 112925"/>
                <a:gd name="connsiteY6" fmla="*/ 38029 h 93712"/>
                <a:gd name="connsiteX7" fmla="*/ 37719 w 112925"/>
                <a:gd name="connsiteY7" fmla="*/ 83368 h 93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925" h="93712">
                  <a:moveTo>
                    <a:pt x="0" y="83368"/>
                  </a:moveTo>
                  <a:cubicBezTo>
                    <a:pt x="0" y="83368"/>
                    <a:pt x="9525" y="15454"/>
                    <a:pt x="19621" y="6406"/>
                  </a:cubicBezTo>
                  <a:cubicBezTo>
                    <a:pt x="29718" y="-2643"/>
                    <a:pt x="90583" y="-1119"/>
                    <a:pt x="102584" y="4882"/>
                  </a:cubicBezTo>
                  <a:cubicBezTo>
                    <a:pt x="114586" y="10882"/>
                    <a:pt x="114681" y="65270"/>
                    <a:pt x="110204" y="77272"/>
                  </a:cubicBezTo>
                  <a:cubicBezTo>
                    <a:pt x="105727" y="89273"/>
                    <a:pt x="98108" y="96893"/>
                    <a:pt x="93536" y="92416"/>
                  </a:cubicBezTo>
                  <a:cubicBezTo>
                    <a:pt x="88963" y="87939"/>
                    <a:pt x="80010" y="42601"/>
                    <a:pt x="80010" y="42601"/>
                  </a:cubicBezTo>
                  <a:lnTo>
                    <a:pt x="48292" y="38029"/>
                  </a:lnTo>
                  <a:lnTo>
                    <a:pt x="37719" y="83368"/>
                  </a:lnTo>
                </a:path>
              </a:pathLst>
            </a:custGeom>
            <a:solidFill>
              <a:srgbClr val="FFFFFF"/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7" name="任意多边形: 形状 726">
              <a:extLst>
                <a:ext uri="{FF2B5EF4-FFF2-40B4-BE49-F238E27FC236}">
                  <a16:creationId xmlns:a16="http://schemas.microsoft.com/office/drawing/2014/main" id="{0114F57D-9F7B-45F3-A7BD-D62ED0F3AF42}"/>
                </a:ext>
              </a:extLst>
            </p:cNvPr>
            <p:cNvSpPr/>
            <p:nvPr/>
          </p:nvSpPr>
          <p:spPr>
            <a:xfrm>
              <a:off x="10452296" y="2929631"/>
              <a:ext cx="131762" cy="108759"/>
            </a:xfrm>
            <a:custGeom>
              <a:avLst/>
              <a:gdLst>
                <a:gd name="connsiteX0" fmla="*/ 0 w 107542"/>
                <a:gd name="connsiteY0" fmla="*/ 78938 h 88768"/>
                <a:gd name="connsiteX1" fmla="*/ 19050 w 107542"/>
                <a:gd name="connsiteY1" fmla="*/ 6072 h 88768"/>
                <a:gd name="connsiteX2" fmla="*/ 97631 w 107542"/>
                <a:gd name="connsiteY2" fmla="*/ 4643 h 88768"/>
                <a:gd name="connsiteX3" fmla="*/ 104775 w 107542"/>
                <a:gd name="connsiteY3" fmla="*/ 73223 h 88768"/>
                <a:gd name="connsiteX4" fmla="*/ 89059 w 107542"/>
                <a:gd name="connsiteY4" fmla="*/ 87511 h 88768"/>
                <a:gd name="connsiteX5" fmla="*/ 76200 w 107542"/>
                <a:gd name="connsiteY5" fmla="*/ 40362 h 88768"/>
                <a:gd name="connsiteX6" fmla="*/ 46196 w 107542"/>
                <a:gd name="connsiteY6" fmla="*/ 36076 h 88768"/>
                <a:gd name="connsiteX7" fmla="*/ 36671 w 107542"/>
                <a:gd name="connsiteY7" fmla="*/ 78938 h 8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542" h="88768">
                  <a:moveTo>
                    <a:pt x="0" y="78938"/>
                  </a:moveTo>
                  <a:cubicBezTo>
                    <a:pt x="0" y="78938"/>
                    <a:pt x="8572" y="14645"/>
                    <a:pt x="19050" y="6072"/>
                  </a:cubicBezTo>
                  <a:cubicBezTo>
                    <a:pt x="29527" y="-2500"/>
                    <a:pt x="85725" y="-1072"/>
                    <a:pt x="97631" y="4643"/>
                  </a:cubicBezTo>
                  <a:cubicBezTo>
                    <a:pt x="109538" y="10358"/>
                    <a:pt x="109061" y="61793"/>
                    <a:pt x="104775" y="73223"/>
                  </a:cubicBezTo>
                  <a:cubicBezTo>
                    <a:pt x="100489" y="84653"/>
                    <a:pt x="93345" y="91797"/>
                    <a:pt x="89059" y="87511"/>
                  </a:cubicBezTo>
                  <a:cubicBezTo>
                    <a:pt x="84772" y="83225"/>
                    <a:pt x="76200" y="40362"/>
                    <a:pt x="76200" y="40362"/>
                  </a:cubicBezTo>
                  <a:lnTo>
                    <a:pt x="46196" y="36076"/>
                  </a:lnTo>
                  <a:lnTo>
                    <a:pt x="36671" y="78938"/>
                  </a:lnTo>
                </a:path>
              </a:pathLst>
            </a:custGeom>
            <a:solidFill>
              <a:srgbClr val="FFFFFF"/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8" name="任意多边形: 形状 727">
              <a:extLst>
                <a:ext uri="{FF2B5EF4-FFF2-40B4-BE49-F238E27FC236}">
                  <a16:creationId xmlns:a16="http://schemas.microsoft.com/office/drawing/2014/main" id="{482B88F3-DF9B-4DFF-8860-8A6481FA65A4}"/>
                </a:ext>
              </a:extLst>
            </p:cNvPr>
            <p:cNvSpPr/>
            <p:nvPr/>
          </p:nvSpPr>
          <p:spPr>
            <a:xfrm>
              <a:off x="10477737" y="2994954"/>
              <a:ext cx="51374" cy="140858"/>
            </a:xfrm>
            <a:custGeom>
              <a:avLst/>
              <a:gdLst>
                <a:gd name="connsiteX0" fmla="*/ 39719 w 41931"/>
                <a:gd name="connsiteY0" fmla="*/ 0 h 114966"/>
                <a:gd name="connsiteX1" fmla="*/ 32766 w 41931"/>
                <a:gd name="connsiteY1" fmla="*/ 85725 h 114966"/>
                <a:gd name="connsiteX2" fmla="*/ 0 w 41931"/>
                <a:gd name="connsiteY2" fmla="*/ 114967 h 114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931" h="114966">
                  <a:moveTo>
                    <a:pt x="39719" y="0"/>
                  </a:moveTo>
                  <a:cubicBezTo>
                    <a:pt x="39719" y="0"/>
                    <a:pt x="47911" y="56197"/>
                    <a:pt x="32766" y="85725"/>
                  </a:cubicBezTo>
                  <a:cubicBezTo>
                    <a:pt x="17621" y="115252"/>
                    <a:pt x="0" y="114967"/>
                    <a:pt x="0" y="114967"/>
                  </a:cubicBezTo>
                </a:path>
              </a:pathLst>
            </a:custGeom>
            <a:solidFill>
              <a:srgbClr val="FFFFFF"/>
            </a:solidFill>
            <a:ln w="9052" cap="rnd">
              <a:solidFill>
                <a:srgbClr val="263238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35" name="组合 434">
            <a:extLst>
              <a:ext uri="{FF2B5EF4-FFF2-40B4-BE49-F238E27FC236}">
                <a16:creationId xmlns:a16="http://schemas.microsoft.com/office/drawing/2014/main" id="{7CDDA933-7E50-44D2-B2EE-26BBC01677EB}"/>
              </a:ext>
            </a:extLst>
          </p:cNvPr>
          <p:cNvGrpSpPr/>
          <p:nvPr/>
        </p:nvGrpSpPr>
        <p:grpSpPr>
          <a:xfrm>
            <a:off x="9970179" y="2360757"/>
            <a:ext cx="2211322" cy="2584535"/>
            <a:chOff x="9818482" y="2349658"/>
            <a:chExt cx="2160672" cy="2525337"/>
          </a:xfrm>
        </p:grpSpPr>
        <p:sp>
          <p:nvSpPr>
            <p:cNvPr id="436" name="任意多边形: 形状 435">
              <a:extLst>
                <a:ext uri="{FF2B5EF4-FFF2-40B4-BE49-F238E27FC236}">
                  <a16:creationId xmlns:a16="http://schemas.microsoft.com/office/drawing/2014/main" id="{45633BF5-13FB-4E51-969D-1D4E934EA45F}"/>
                </a:ext>
              </a:extLst>
            </p:cNvPr>
            <p:cNvSpPr/>
            <p:nvPr/>
          </p:nvSpPr>
          <p:spPr>
            <a:xfrm>
              <a:off x="10265689" y="4561468"/>
              <a:ext cx="875562" cy="313527"/>
            </a:xfrm>
            <a:custGeom>
              <a:avLst/>
              <a:gdLst>
                <a:gd name="connsiteX0" fmla="*/ 50265 w 875562"/>
                <a:gd name="connsiteY0" fmla="*/ 0 h 313527"/>
                <a:gd name="connsiteX1" fmla="*/ 866980 w 875562"/>
                <a:gd name="connsiteY1" fmla="*/ 9248 h 313527"/>
                <a:gd name="connsiteX2" fmla="*/ 875562 w 875562"/>
                <a:gd name="connsiteY2" fmla="*/ 260431 h 313527"/>
                <a:gd name="connsiteX3" fmla="*/ 875519 w 875562"/>
                <a:gd name="connsiteY3" fmla="*/ 313527 h 313527"/>
                <a:gd name="connsiteX4" fmla="*/ 0 w 875562"/>
                <a:gd name="connsiteY4" fmla="*/ 313527 h 313527"/>
                <a:gd name="connsiteX5" fmla="*/ 9146 w 875562"/>
                <a:gd name="connsiteY5" fmla="*/ 259077 h 313527"/>
                <a:gd name="connsiteX6" fmla="*/ 52731 w 875562"/>
                <a:gd name="connsiteY6" fmla="*/ 47839 h 31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75562" h="313527">
                  <a:moveTo>
                    <a:pt x="50265" y="0"/>
                  </a:moveTo>
                  <a:lnTo>
                    <a:pt x="866980" y="9248"/>
                  </a:lnTo>
                  <a:cubicBezTo>
                    <a:pt x="866980" y="9248"/>
                    <a:pt x="873638" y="151285"/>
                    <a:pt x="875562" y="260431"/>
                  </a:cubicBezTo>
                  <a:lnTo>
                    <a:pt x="875519" y="313527"/>
                  </a:lnTo>
                  <a:lnTo>
                    <a:pt x="0" y="313527"/>
                  </a:lnTo>
                  <a:lnTo>
                    <a:pt x="9146" y="259077"/>
                  </a:lnTo>
                  <a:cubicBezTo>
                    <a:pt x="31154" y="142346"/>
                    <a:pt x="52731" y="47839"/>
                    <a:pt x="52731" y="47839"/>
                  </a:cubicBezTo>
                  <a:close/>
                </a:path>
              </a:pathLst>
            </a:custGeom>
            <a:solidFill>
              <a:srgbClr val="263238"/>
            </a:solidFill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7" name="任意多边形: 形状 436">
              <a:extLst>
                <a:ext uri="{FF2B5EF4-FFF2-40B4-BE49-F238E27FC236}">
                  <a16:creationId xmlns:a16="http://schemas.microsoft.com/office/drawing/2014/main" id="{F019448D-D68E-4504-A0AC-A832CC5A2D6B}"/>
                </a:ext>
              </a:extLst>
            </p:cNvPr>
            <p:cNvSpPr/>
            <p:nvPr/>
          </p:nvSpPr>
          <p:spPr>
            <a:xfrm>
              <a:off x="9874679" y="3218157"/>
              <a:ext cx="2028775" cy="1391443"/>
            </a:xfrm>
            <a:custGeom>
              <a:avLst/>
              <a:gdLst>
                <a:gd name="connsiteX0" fmla="*/ 590453 w 1567289"/>
                <a:gd name="connsiteY0" fmla="*/ 30671 h 1074931"/>
                <a:gd name="connsiteX1" fmla="*/ 425956 w 1567289"/>
                <a:gd name="connsiteY1" fmla="*/ 121539 h 1074931"/>
                <a:gd name="connsiteX2" fmla="*/ 266032 w 1567289"/>
                <a:gd name="connsiteY2" fmla="*/ 194024 h 1074931"/>
                <a:gd name="connsiteX3" fmla="*/ 82676 w 1567289"/>
                <a:gd name="connsiteY3" fmla="*/ 569309 h 1074931"/>
                <a:gd name="connsiteX4" fmla="*/ 1618 w 1567289"/>
                <a:gd name="connsiteY4" fmla="*/ 741997 h 1074931"/>
                <a:gd name="connsiteX5" fmla="*/ 101821 w 1567289"/>
                <a:gd name="connsiteY5" fmla="*/ 848677 h 1074931"/>
                <a:gd name="connsiteX6" fmla="*/ 231932 w 1567289"/>
                <a:gd name="connsiteY6" fmla="*/ 776192 h 1074931"/>
                <a:gd name="connsiteX7" fmla="*/ 325754 w 1567289"/>
                <a:gd name="connsiteY7" fmla="*/ 569309 h 1074931"/>
                <a:gd name="connsiteX8" fmla="*/ 334231 w 1567289"/>
                <a:gd name="connsiteY8" fmla="*/ 788956 h 1074931"/>
                <a:gd name="connsiteX9" fmla="*/ 327849 w 1567289"/>
                <a:gd name="connsiteY9" fmla="*/ 957358 h 1074931"/>
                <a:gd name="connsiteX10" fmla="*/ 312895 w 1567289"/>
                <a:gd name="connsiteY10" fmla="*/ 1051179 h 1074931"/>
                <a:gd name="connsiteX11" fmla="*/ 342803 w 1567289"/>
                <a:gd name="connsiteY11" fmla="*/ 1074706 h 1074931"/>
                <a:gd name="connsiteX12" fmla="*/ 561878 w 1567289"/>
                <a:gd name="connsiteY12" fmla="*/ 1072515 h 1074931"/>
                <a:gd name="connsiteX13" fmla="*/ 879632 w 1567289"/>
                <a:gd name="connsiteY13" fmla="*/ 1074706 h 1074931"/>
                <a:gd name="connsiteX14" fmla="*/ 971263 w 1567289"/>
                <a:gd name="connsiteY14" fmla="*/ 1044797 h 1074931"/>
                <a:gd name="connsiteX15" fmla="*/ 979835 w 1567289"/>
                <a:gd name="connsiteY15" fmla="*/ 976598 h 1074931"/>
                <a:gd name="connsiteX16" fmla="*/ 996885 w 1567289"/>
                <a:gd name="connsiteY16" fmla="*/ 731425 h 1074931"/>
                <a:gd name="connsiteX17" fmla="*/ 1086420 w 1567289"/>
                <a:gd name="connsiteY17" fmla="*/ 462725 h 1074931"/>
                <a:gd name="connsiteX18" fmla="*/ 1331689 w 1567289"/>
                <a:gd name="connsiteY18" fmla="*/ 635413 h 1074931"/>
                <a:gd name="connsiteX19" fmla="*/ 1527809 w 1567289"/>
                <a:gd name="connsiteY19" fmla="*/ 582168 h 1074931"/>
                <a:gd name="connsiteX20" fmla="*/ 1555526 w 1567289"/>
                <a:gd name="connsiteY20" fmla="*/ 467011 h 1074931"/>
                <a:gd name="connsiteX21" fmla="*/ 1357216 w 1567289"/>
                <a:gd name="connsiteY21" fmla="*/ 309181 h 1074931"/>
                <a:gd name="connsiteX22" fmla="*/ 1171764 w 1567289"/>
                <a:gd name="connsiteY22" fmla="*/ 138589 h 1074931"/>
                <a:gd name="connsiteX23" fmla="*/ 954213 w 1567289"/>
                <a:gd name="connsiteY23" fmla="*/ 55435 h 1074931"/>
                <a:gd name="connsiteX24" fmla="*/ 897063 w 1567289"/>
                <a:gd name="connsiteY24" fmla="*/ 27718 h 1074931"/>
                <a:gd name="connsiteX25" fmla="*/ 749902 w 1567289"/>
                <a:gd name="connsiteY25" fmla="*/ 0 h 1074931"/>
                <a:gd name="connsiteX26" fmla="*/ 590453 w 1567289"/>
                <a:gd name="connsiteY26" fmla="*/ 30671 h 1074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67289" h="1074931">
                  <a:moveTo>
                    <a:pt x="590453" y="30671"/>
                  </a:moveTo>
                  <a:cubicBezTo>
                    <a:pt x="590453" y="30671"/>
                    <a:pt x="494156" y="87821"/>
                    <a:pt x="425956" y="121539"/>
                  </a:cubicBezTo>
                  <a:cubicBezTo>
                    <a:pt x="357758" y="155258"/>
                    <a:pt x="274509" y="174879"/>
                    <a:pt x="266032" y="194024"/>
                  </a:cubicBezTo>
                  <a:cubicBezTo>
                    <a:pt x="257555" y="213169"/>
                    <a:pt x="110393" y="526733"/>
                    <a:pt x="82676" y="569309"/>
                  </a:cubicBezTo>
                  <a:cubicBezTo>
                    <a:pt x="54958" y="611886"/>
                    <a:pt x="-11146" y="695134"/>
                    <a:pt x="1618" y="741997"/>
                  </a:cubicBezTo>
                  <a:cubicBezTo>
                    <a:pt x="14381" y="788860"/>
                    <a:pt x="67721" y="852868"/>
                    <a:pt x="101821" y="848677"/>
                  </a:cubicBezTo>
                  <a:cubicBezTo>
                    <a:pt x="135920" y="844486"/>
                    <a:pt x="204214" y="825151"/>
                    <a:pt x="231932" y="776192"/>
                  </a:cubicBezTo>
                  <a:cubicBezTo>
                    <a:pt x="259650" y="727234"/>
                    <a:pt x="325754" y="569309"/>
                    <a:pt x="325754" y="569309"/>
                  </a:cubicBezTo>
                  <a:cubicBezTo>
                    <a:pt x="325754" y="569309"/>
                    <a:pt x="336422" y="716471"/>
                    <a:pt x="334231" y="788956"/>
                  </a:cubicBezTo>
                  <a:cubicBezTo>
                    <a:pt x="332040" y="861441"/>
                    <a:pt x="332135" y="921163"/>
                    <a:pt x="327849" y="957358"/>
                  </a:cubicBezTo>
                  <a:cubicBezTo>
                    <a:pt x="323563" y="993553"/>
                    <a:pt x="304418" y="1038415"/>
                    <a:pt x="312895" y="1051179"/>
                  </a:cubicBezTo>
                  <a:cubicBezTo>
                    <a:pt x="321372" y="1063943"/>
                    <a:pt x="331945" y="1076801"/>
                    <a:pt x="342803" y="1074706"/>
                  </a:cubicBezTo>
                  <a:cubicBezTo>
                    <a:pt x="353662" y="1072610"/>
                    <a:pt x="513396" y="1070419"/>
                    <a:pt x="561878" y="1072515"/>
                  </a:cubicBezTo>
                  <a:cubicBezTo>
                    <a:pt x="610361" y="1074610"/>
                    <a:pt x="832674" y="1072515"/>
                    <a:pt x="879632" y="1074706"/>
                  </a:cubicBezTo>
                  <a:cubicBezTo>
                    <a:pt x="926591" y="1076897"/>
                    <a:pt x="967072" y="1053370"/>
                    <a:pt x="971263" y="1044797"/>
                  </a:cubicBezTo>
                  <a:cubicBezTo>
                    <a:pt x="975454" y="1036225"/>
                    <a:pt x="984121" y="1023461"/>
                    <a:pt x="979835" y="976598"/>
                  </a:cubicBezTo>
                  <a:cubicBezTo>
                    <a:pt x="975549" y="929735"/>
                    <a:pt x="984121" y="786860"/>
                    <a:pt x="996885" y="731425"/>
                  </a:cubicBezTo>
                  <a:cubicBezTo>
                    <a:pt x="1009649" y="675989"/>
                    <a:pt x="1086420" y="462725"/>
                    <a:pt x="1086420" y="462725"/>
                  </a:cubicBezTo>
                  <a:cubicBezTo>
                    <a:pt x="1086420" y="462725"/>
                    <a:pt x="1289017" y="622649"/>
                    <a:pt x="1331689" y="635413"/>
                  </a:cubicBezTo>
                  <a:cubicBezTo>
                    <a:pt x="1374361" y="648176"/>
                    <a:pt x="1489423" y="629031"/>
                    <a:pt x="1527809" y="582168"/>
                  </a:cubicBezTo>
                  <a:cubicBezTo>
                    <a:pt x="1566194" y="535305"/>
                    <a:pt x="1578958" y="498919"/>
                    <a:pt x="1555526" y="467011"/>
                  </a:cubicBezTo>
                  <a:cubicBezTo>
                    <a:pt x="1532095" y="435102"/>
                    <a:pt x="1446751" y="405193"/>
                    <a:pt x="1357216" y="309181"/>
                  </a:cubicBezTo>
                  <a:cubicBezTo>
                    <a:pt x="1267681" y="213169"/>
                    <a:pt x="1233391" y="168497"/>
                    <a:pt x="1171764" y="138589"/>
                  </a:cubicBezTo>
                  <a:cubicBezTo>
                    <a:pt x="1110137" y="108680"/>
                    <a:pt x="984121" y="68294"/>
                    <a:pt x="954213" y="55435"/>
                  </a:cubicBezTo>
                  <a:cubicBezTo>
                    <a:pt x="924304" y="42577"/>
                    <a:pt x="916113" y="36385"/>
                    <a:pt x="897063" y="27718"/>
                  </a:cubicBezTo>
                  <a:cubicBezTo>
                    <a:pt x="878013" y="19050"/>
                    <a:pt x="833055" y="2191"/>
                    <a:pt x="749902" y="0"/>
                  </a:cubicBezTo>
                  <a:cubicBezTo>
                    <a:pt x="695287" y="8"/>
                    <a:pt x="641174" y="10417"/>
                    <a:pt x="590453" y="30671"/>
                  </a:cubicBezTo>
                  <a:close/>
                </a:path>
              </a:pathLst>
            </a:custGeom>
            <a:solidFill>
              <a:schemeClr val="accent2"/>
            </a:solidFill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8" name="任意多边形: 形状 437">
              <a:extLst>
                <a:ext uri="{FF2B5EF4-FFF2-40B4-BE49-F238E27FC236}">
                  <a16:creationId xmlns:a16="http://schemas.microsoft.com/office/drawing/2014/main" id="{132A0052-8F45-4EBE-8C09-C531AE720ED6}"/>
                </a:ext>
              </a:extLst>
            </p:cNvPr>
            <p:cNvSpPr/>
            <p:nvPr/>
          </p:nvSpPr>
          <p:spPr>
            <a:xfrm>
              <a:off x="10219784" y="3759551"/>
              <a:ext cx="76442" cy="195548"/>
            </a:xfrm>
            <a:custGeom>
              <a:avLst/>
              <a:gdLst>
                <a:gd name="connsiteX0" fmla="*/ 16097 w 59054"/>
                <a:gd name="connsiteY0" fmla="*/ 0 h 151066"/>
                <a:gd name="connsiteX1" fmla="*/ 59055 w 59054"/>
                <a:gd name="connsiteY1" fmla="*/ 151067 h 151066"/>
                <a:gd name="connsiteX2" fmla="*/ 0 w 59054"/>
                <a:gd name="connsiteY2" fmla="*/ 34004 h 151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054" h="151066">
                  <a:moveTo>
                    <a:pt x="16097" y="0"/>
                  </a:moveTo>
                  <a:cubicBezTo>
                    <a:pt x="19050" y="10287"/>
                    <a:pt x="59055" y="151067"/>
                    <a:pt x="59055" y="151067"/>
                  </a:cubicBezTo>
                  <a:lnTo>
                    <a:pt x="0" y="34004"/>
                  </a:lnTo>
                </a:path>
              </a:pathLst>
            </a:custGeom>
            <a:noFill/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9" name="任意多边形: 形状 438">
              <a:extLst>
                <a:ext uri="{FF2B5EF4-FFF2-40B4-BE49-F238E27FC236}">
                  <a16:creationId xmlns:a16="http://schemas.microsoft.com/office/drawing/2014/main" id="{CB9C98CB-815A-449F-A4FD-A227CE5DB3F7}"/>
                </a:ext>
              </a:extLst>
            </p:cNvPr>
            <p:cNvSpPr/>
            <p:nvPr/>
          </p:nvSpPr>
          <p:spPr>
            <a:xfrm>
              <a:off x="11161519" y="3755481"/>
              <a:ext cx="119967" cy="61648"/>
            </a:xfrm>
            <a:custGeom>
              <a:avLst/>
              <a:gdLst>
                <a:gd name="connsiteX0" fmla="*/ 92678 w 92678"/>
                <a:gd name="connsiteY0" fmla="*/ 47625 h 47625"/>
                <a:gd name="connsiteX1" fmla="*/ 0 w 92678"/>
                <a:gd name="connsiteY1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678" h="47625">
                  <a:moveTo>
                    <a:pt x="92678" y="47625"/>
                  </a:moveTo>
                  <a:cubicBezTo>
                    <a:pt x="83820" y="47625"/>
                    <a:pt x="0" y="0"/>
                    <a:pt x="0" y="0"/>
                  </a:cubicBezTo>
                </a:path>
              </a:pathLst>
            </a:custGeom>
            <a:noFill/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0" name="任意多边形: 形状 439">
              <a:extLst>
                <a:ext uri="{FF2B5EF4-FFF2-40B4-BE49-F238E27FC236}">
                  <a16:creationId xmlns:a16="http://schemas.microsoft.com/office/drawing/2014/main" id="{95BF9F57-1FBE-4784-BF41-2816C597CBB3}"/>
                </a:ext>
              </a:extLst>
            </p:cNvPr>
            <p:cNvSpPr/>
            <p:nvPr/>
          </p:nvSpPr>
          <p:spPr>
            <a:xfrm>
              <a:off x="11106283" y="3748206"/>
              <a:ext cx="81869" cy="68428"/>
            </a:xfrm>
            <a:custGeom>
              <a:avLst/>
              <a:gdLst>
                <a:gd name="connsiteX0" fmla="*/ 0 w 63246"/>
                <a:gd name="connsiteY0" fmla="*/ 0 h 52863"/>
                <a:gd name="connsiteX1" fmla="*/ 63246 w 63246"/>
                <a:gd name="connsiteY1" fmla="*/ 52864 h 5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246" h="52863">
                  <a:moveTo>
                    <a:pt x="0" y="0"/>
                  </a:moveTo>
                  <a:cubicBezTo>
                    <a:pt x="0" y="0"/>
                    <a:pt x="33814" y="44101"/>
                    <a:pt x="63246" y="52864"/>
                  </a:cubicBezTo>
                </a:path>
              </a:pathLst>
            </a:custGeom>
            <a:noFill/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1" name="任意多边形: 形状 440">
              <a:extLst>
                <a:ext uri="{FF2B5EF4-FFF2-40B4-BE49-F238E27FC236}">
                  <a16:creationId xmlns:a16="http://schemas.microsoft.com/office/drawing/2014/main" id="{E321DB4A-5A0A-4594-9EA6-A59A04E4B6C2}"/>
                </a:ext>
              </a:extLst>
            </p:cNvPr>
            <p:cNvSpPr/>
            <p:nvPr/>
          </p:nvSpPr>
          <p:spPr>
            <a:xfrm>
              <a:off x="10509900" y="3375868"/>
              <a:ext cx="400413" cy="1183009"/>
            </a:xfrm>
            <a:custGeom>
              <a:avLst/>
              <a:gdLst>
                <a:gd name="connsiteX0" fmla="*/ 87725 w 309331"/>
                <a:gd name="connsiteY0" fmla="*/ 39611 h 913910"/>
                <a:gd name="connsiteX1" fmla="*/ 114491 w 309331"/>
                <a:gd name="connsiteY1" fmla="*/ 140671 h 913910"/>
                <a:gd name="connsiteX2" fmla="*/ 16383 w 309331"/>
                <a:gd name="connsiteY2" fmla="*/ 635971 h 913910"/>
                <a:gd name="connsiteX3" fmla="*/ 0 w 309331"/>
                <a:gd name="connsiteY3" fmla="*/ 766749 h 913910"/>
                <a:gd name="connsiteX4" fmla="*/ 74295 w 309331"/>
                <a:gd name="connsiteY4" fmla="*/ 913911 h 913910"/>
                <a:gd name="connsiteX5" fmla="*/ 168021 w 309331"/>
                <a:gd name="connsiteY5" fmla="*/ 754843 h 913910"/>
                <a:gd name="connsiteX6" fmla="*/ 156115 w 309331"/>
                <a:gd name="connsiteY6" fmla="*/ 393655 h 913910"/>
                <a:gd name="connsiteX7" fmla="*/ 157544 w 309331"/>
                <a:gd name="connsiteY7" fmla="*/ 151339 h 913910"/>
                <a:gd name="connsiteX8" fmla="*/ 251270 w 309331"/>
                <a:gd name="connsiteY8" fmla="*/ 76949 h 913910"/>
                <a:gd name="connsiteX9" fmla="*/ 309181 w 309331"/>
                <a:gd name="connsiteY9" fmla="*/ 5607 h 913910"/>
                <a:gd name="connsiteX10" fmla="*/ 261556 w 309331"/>
                <a:gd name="connsiteY10" fmla="*/ 17513 h 913910"/>
                <a:gd name="connsiteX11" fmla="*/ 187262 w 309331"/>
                <a:gd name="connsiteY11" fmla="*/ 35324 h 913910"/>
                <a:gd name="connsiteX12" fmla="*/ 90583 w 309331"/>
                <a:gd name="connsiteY12" fmla="*/ 5607 h 913910"/>
                <a:gd name="connsiteX13" fmla="*/ 87725 w 309331"/>
                <a:gd name="connsiteY13" fmla="*/ 39611 h 913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9331" h="913910">
                  <a:moveTo>
                    <a:pt x="87725" y="39611"/>
                  </a:moveTo>
                  <a:lnTo>
                    <a:pt x="114491" y="140671"/>
                  </a:lnTo>
                  <a:cubicBezTo>
                    <a:pt x="114491" y="140671"/>
                    <a:pt x="29718" y="564438"/>
                    <a:pt x="16383" y="635971"/>
                  </a:cubicBezTo>
                  <a:cubicBezTo>
                    <a:pt x="8263" y="679189"/>
                    <a:pt x="2791" y="722864"/>
                    <a:pt x="0" y="766749"/>
                  </a:cubicBezTo>
                  <a:lnTo>
                    <a:pt x="74295" y="913911"/>
                  </a:lnTo>
                  <a:lnTo>
                    <a:pt x="168021" y="754843"/>
                  </a:lnTo>
                  <a:cubicBezTo>
                    <a:pt x="168021" y="754843"/>
                    <a:pt x="159067" y="554151"/>
                    <a:pt x="156115" y="393655"/>
                  </a:cubicBezTo>
                  <a:cubicBezTo>
                    <a:pt x="153162" y="233159"/>
                    <a:pt x="159067" y="155530"/>
                    <a:pt x="157544" y="151339"/>
                  </a:cubicBezTo>
                  <a:cubicBezTo>
                    <a:pt x="156020" y="147148"/>
                    <a:pt x="251270" y="76949"/>
                    <a:pt x="251270" y="76949"/>
                  </a:cubicBezTo>
                  <a:cubicBezTo>
                    <a:pt x="251270" y="76949"/>
                    <a:pt x="306229" y="15989"/>
                    <a:pt x="309181" y="5607"/>
                  </a:cubicBezTo>
                  <a:cubicBezTo>
                    <a:pt x="312134" y="-4776"/>
                    <a:pt x="270605" y="8559"/>
                    <a:pt x="261556" y="17513"/>
                  </a:cubicBezTo>
                  <a:cubicBezTo>
                    <a:pt x="241015" y="34892"/>
                    <a:pt x="213450" y="41500"/>
                    <a:pt x="187262" y="35324"/>
                  </a:cubicBezTo>
                  <a:cubicBezTo>
                    <a:pt x="148590" y="27895"/>
                    <a:pt x="98012" y="-15158"/>
                    <a:pt x="90583" y="5607"/>
                  </a:cubicBezTo>
                  <a:cubicBezTo>
                    <a:pt x="86135" y="16373"/>
                    <a:pt x="85137" y="28253"/>
                    <a:pt x="87725" y="39611"/>
                  </a:cubicBezTo>
                  <a:close/>
                </a:path>
              </a:pathLst>
            </a:custGeom>
            <a:solidFill>
              <a:srgbClr val="263238"/>
            </a:solidFill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2" name="任意多边形: 形状 441">
              <a:extLst>
                <a:ext uri="{FF2B5EF4-FFF2-40B4-BE49-F238E27FC236}">
                  <a16:creationId xmlns:a16="http://schemas.microsoft.com/office/drawing/2014/main" id="{74EA903F-4416-42C0-9EE0-3D212E7560C0}"/>
                </a:ext>
              </a:extLst>
            </p:cNvPr>
            <p:cNvSpPr/>
            <p:nvPr/>
          </p:nvSpPr>
          <p:spPr>
            <a:xfrm>
              <a:off x="10514224" y="3136508"/>
              <a:ext cx="560544" cy="424278"/>
            </a:xfrm>
            <a:custGeom>
              <a:avLst/>
              <a:gdLst>
                <a:gd name="connsiteX0" fmla="*/ 148297 w 433038"/>
                <a:gd name="connsiteY0" fmla="*/ 52122 h 327768"/>
                <a:gd name="connsiteX1" fmla="*/ 96290 w 433038"/>
                <a:gd name="connsiteY1" fmla="*/ 93746 h 327768"/>
                <a:gd name="connsiteX2" fmla="*/ 5612 w 433038"/>
                <a:gd name="connsiteY2" fmla="*/ 282532 h 327768"/>
                <a:gd name="connsiteX3" fmla="*/ 39807 w 433038"/>
                <a:gd name="connsiteY3" fmla="*/ 281008 h 327768"/>
                <a:gd name="connsiteX4" fmla="*/ 97719 w 433038"/>
                <a:gd name="connsiteY4" fmla="*/ 233383 h 327768"/>
                <a:gd name="connsiteX5" fmla="*/ 149821 w 433038"/>
                <a:gd name="connsiteY5" fmla="*/ 269006 h 327768"/>
                <a:gd name="connsiteX6" fmla="*/ 247928 w 433038"/>
                <a:gd name="connsiteY6" fmla="*/ 242241 h 327768"/>
                <a:gd name="connsiteX7" fmla="*/ 282123 w 433038"/>
                <a:gd name="connsiteY7" fmla="*/ 213666 h 327768"/>
                <a:gd name="connsiteX8" fmla="*/ 369753 w 433038"/>
                <a:gd name="connsiteY8" fmla="*/ 325109 h 327768"/>
                <a:gd name="connsiteX9" fmla="*/ 393566 w 433038"/>
                <a:gd name="connsiteY9" fmla="*/ 302820 h 327768"/>
                <a:gd name="connsiteX10" fmla="*/ 427760 w 433038"/>
                <a:gd name="connsiteY10" fmla="*/ 125941 h 327768"/>
                <a:gd name="connsiteX11" fmla="*/ 386136 w 433038"/>
                <a:gd name="connsiteY11" fmla="*/ 14498 h 327768"/>
                <a:gd name="connsiteX12" fmla="*/ 308888 w 433038"/>
                <a:gd name="connsiteY12" fmla="*/ 8498 h 327768"/>
                <a:gd name="connsiteX13" fmla="*/ 148297 w 433038"/>
                <a:gd name="connsiteY13" fmla="*/ 52122 h 327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3038" h="327768">
                  <a:moveTo>
                    <a:pt x="148297" y="52122"/>
                  </a:moveTo>
                  <a:cubicBezTo>
                    <a:pt x="143820" y="55075"/>
                    <a:pt x="108197" y="64028"/>
                    <a:pt x="96290" y="93746"/>
                  </a:cubicBezTo>
                  <a:cubicBezTo>
                    <a:pt x="84384" y="123464"/>
                    <a:pt x="23424" y="260243"/>
                    <a:pt x="5612" y="282532"/>
                  </a:cubicBezTo>
                  <a:cubicBezTo>
                    <a:pt x="-12199" y="304820"/>
                    <a:pt x="15994" y="295867"/>
                    <a:pt x="39807" y="281008"/>
                  </a:cubicBezTo>
                  <a:cubicBezTo>
                    <a:pt x="63619" y="266149"/>
                    <a:pt x="84384" y="208237"/>
                    <a:pt x="97719" y="233383"/>
                  </a:cubicBezTo>
                  <a:cubicBezTo>
                    <a:pt x="111054" y="258529"/>
                    <a:pt x="149821" y="269006"/>
                    <a:pt x="149821" y="269006"/>
                  </a:cubicBezTo>
                  <a:cubicBezTo>
                    <a:pt x="149821" y="269006"/>
                    <a:pt x="230021" y="254147"/>
                    <a:pt x="247928" y="242241"/>
                  </a:cubicBezTo>
                  <a:cubicBezTo>
                    <a:pt x="260132" y="233724"/>
                    <a:pt x="271573" y="224163"/>
                    <a:pt x="282123" y="213666"/>
                  </a:cubicBezTo>
                  <a:cubicBezTo>
                    <a:pt x="282123" y="213666"/>
                    <a:pt x="350512" y="316250"/>
                    <a:pt x="369753" y="325109"/>
                  </a:cubicBezTo>
                  <a:cubicBezTo>
                    <a:pt x="388993" y="333967"/>
                    <a:pt x="392137" y="319203"/>
                    <a:pt x="393566" y="302820"/>
                  </a:cubicBezTo>
                  <a:cubicBezTo>
                    <a:pt x="400612" y="243102"/>
                    <a:pt x="412041" y="183983"/>
                    <a:pt x="427760" y="125941"/>
                  </a:cubicBezTo>
                  <a:cubicBezTo>
                    <a:pt x="446810" y="62028"/>
                    <a:pt x="409949" y="41168"/>
                    <a:pt x="386136" y="14498"/>
                  </a:cubicBezTo>
                  <a:cubicBezTo>
                    <a:pt x="362324" y="-12172"/>
                    <a:pt x="335558" y="5545"/>
                    <a:pt x="308888" y="8498"/>
                  </a:cubicBezTo>
                  <a:cubicBezTo>
                    <a:pt x="282218" y="11450"/>
                    <a:pt x="148297" y="52122"/>
                    <a:pt x="148297" y="52122"/>
                  </a:cubicBezTo>
                  <a:close/>
                </a:path>
              </a:pathLst>
            </a:custGeom>
            <a:solidFill>
              <a:schemeClr val="accent2"/>
            </a:solidFill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3" name="任意多边形: 形状 442">
              <a:extLst>
                <a:ext uri="{FF2B5EF4-FFF2-40B4-BE49-F238E27FC236}">
                  <a16:creationId xmlns:a16="http://schemas.microsoft.com/office/drawing/2014/main" id="{AEAC0420-D4AE-42B2-894D-717F8BDF752E}"/>
                </a:ext>
              </a:extLst>
            </p:cNvPr>
            <p:cNvSpPr/>
            <p:nvPr/>
          </p:nvSpPr>
          <p:spPr>
            <a:xfrm>
              <a:off x="10489315" y="2349658"/>
              <a:ext cx="710551" cy="1113050"/>
            </a:xfrm>
            <a:custGeom>
              <a:avLst/>
              <a:gdLst>
                <a:gd name="connsiteX0" fmla="*/ 126774 w 548922"/>
                <a:gd name="connsiteY0" fmla="*/ 202214 h 859864"/>
                <a:gd name="connsiteX1" fmla="*/ 88674 w 548922"/>
                <a:gd name="connsiteY1" fmla="*/ 289939 h 859864"/>
                <a:gd name="connsiteX2" fmla="*/ 88674 w 548922"/>
                <a:gd name="connsiteY2" fmla="*/ 341564 h 859864"/>
                <a:gd name="connsiteX3" fmla="*/ 73148 w 548922"/>
                <a:gd name="connsiteY3" fmla="*/ 398714 h 859864"/>
                <a:gd name="connsiteX4" fmla="*/ 85245 w 548922"/>
                <a:gd name="connsiteY4" fmla="*/ 593120 h 859864"/>
                <a:gd name="connsiteX5" fmla="*/ 138490 w 548922"/>
                <a:gd name="connsiteY5" fmla="*/ 618932 h 859864"/>
                <a:gd name="connsiteX6" fmla="*/ 178114 w 548922"/>
                <a:gd name="connsiteY6" fmla="*/ 859724 h 859864"/>
                <a:gd name="connsiteX7" fmla="*/ 353755 w 548922"/>
                <a:gd name="connsiteY7" fmla="*/ 668367 h 859864"/>
                <a:gd name="connsiteX8" fmla="*/ 391855 w 548922"/>
                <a:gd name="connsiteY8" fmla="*/ 589310 h 859864"/>
                <a:gd name="connsiteX9" fmla="*/ 484723 w 548922"/>
                <a:gd name="connsiteY9" fmla="*/ 431004 h 859864"/>
                <a:gd name="connsiteX10" fmla="*/ 546731 w 548922"/>
                <a:gd name="connsiteY10" fmla="*/ 253839 h 859864"/>
                <a:gd name="connsiteX11" fmla="*/ 443480 w 548922"/>
                <a:gd name="connsiteY11" fmla="*/ 152303 h 859864"/>
                <a:gd name="connsiteX12" fmla="*/ 391855 w 548922"/>
                <a:gd name="connsiteY12" fmla="*/ 45718 h 859864"/>
                <a:gd name="connsiteX13" fmla="*/ 268030 w 548922"/>
                <a:gd name="connsiteY13" fmla="*/ 23334 h 859864"/>
                <a:gd name="connsiteX14" fmla="*/ 194020 w 548922"/>
                <a:gd name="connsiteY14" fmla="*/ 35336 h 859864"/>
                <a:gd name="connsiteX15" fmla="*/ 56479 w 548922"/>
                <a:gd name="connsiteY15" fmla="*/ 13047 h 859864"/>
                <a:gd name="connsiteX16" fmla="*/ 20284 w 548922"/>
                <a:gd name="connsiteY16" fmla="*/ 172972 h 859864"/>
                <a:gd name="connsiteX17" fmla="*/ 126774 w 548922"/>
                <a:gd name="connsiteY17" fmla="*/ 202214 h 859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48922" h="859864">
                  <a:moveTo>
                    <a:pt x="126774" y="202214"/>
                  </a:moveTo>
                  <a:cubicBezTo>
                    <a:pt x="126774" y="202214"/>
                    <a:pt x="80292" y="272794"/>
                    <a:pt x="88674" y="289939"/>
                  </a:cubicBezTo>
                  <a:cubicBezTo>
                    <a:pt x="97056" y="307084"/>
                    <a:pt x="97246" y="329563"/>
                    <a:pt x="88674" y="341564"/>
                  </a:cubicBezTo>
                  <a:cubicBezTo>
                    <a:pt x="75576" y="357523"/>
                    <a:pt x="69925" y="378321"/>
                    <a:pt x="73148" y="398714"/>
                  </a:cubicBezTo>
                  <a:cubicBezTo>
                    <a:pt x="76577" y="427956"/>
                    <a:pt x="59432" y="575879"/>
                    <a:pt x="85245" y="593120"/>
                  </a:cubicBezTo>
                  <a:cubicBezTo>
                    <a:pt x="101843" y="603918"/>
                    <a:pt x="119731" y="612590"/>
                    <a:pt x="138490" y="618932"/>
                  </a:cubicBezTo>
                  <a:cubicBezTo>
                    <a:pt x="138490" y="618932"/>
                    <a:pt x="167731" y="866582"/>
                    <a:pt x="178114" y="859724"/>
                  </a:cubicBezTo>
                  <a:cubicBezTo>
                    <a:pt x="188496" y="852866"/>
                    <a:pt x="336610" y="701133"/>
                    <a:pt x="353755" y="668367"/>
                  </a:cubicBezTo>
                  <a:cubicBezTo>
                    <a:pt x="370900" y="635601"/>
                    <a:pt x="391855" y="589310"/>
                    <a:pt x="391855" y="589310"/>
                  </a:cubicBezTo>
                  <a:cubicBezTo>
                    <a:pt x="391855" y="589310"/>
                    <a:pt x="450338" y="477486"/>
                    <a:pt x="484723" y="431004"/>
                  </a:cubicBezTo>
                  <a:cubicBezTo>
                    <a:pt x="519108" y="384522"/>
                    <a:pt x="558733" y="298607"/>
                    <a:pt x="546731" y="253839"/>
                  </a:cubicBezTo>
                  <a:cubicBezTo>
                    <a:pt x="534730" y="209072"/>
                    <a:pt x="472722" y="176401"/>
                    <a:pt x="443480" y="152303"/>
                  </a:cubicBezTo>
                  <a:cubicBezTo>
                    <a:pt x="414238" y="128204"/>
                    <a:pt x="433193" y="73245"/>
                    <a:pt x="391855" y="45718"/>
                  </a:cubicBezTo>
                  <a:cubicBezTo>
                    <a:pt x="350516" y="18191"/>
                    <a:pt x="300700" y="11333"/>
                    <a:pt x="268030" y="23334"/>
                  </a:cubicBezTo>
                  <a:cubicBezTo>
                    <a:pt x="235359" y="35336"/>
                    <a:pt x="233645" y="61434"/>
                    <a:pt x="194020" y="35336"/>
                  </a:cubicBezTo>
                  <a:cubicBezTo>
                    <a:pt x="154396" y="9237"/>
                    <a:pt x="116677" y="-16195"/>
                    <a:pt x="56479" y="13047"/>
                  </a:cubicBezTo>
                  <a:cubicBezTo>
                    <a:pt x="-3719" y="42289"/>
                    <a:pt x="-15815" y="145445"/>
                    <a:pt x="20284" y="172972"/>
                  </a:cubicBezTo>
                  <a:cubicBezTo>
                    <a:pt x="56384" y="200499"/>
                    <a:pt x="126774" y="202214"/>
                    <a:pt x="126774" y="202214"/>
                  </a:cubicBezTo>
                  <a:close/>
                </a:path>
              </a:pathLst>
            </a:custGeom>
            <a:solidFill>
              <a:srgbClr val="FFFFFF"/>
            </a:solidFill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4" name="任意多边形: 形状 443">
              <a:extLst>
                <a:ext uri="{FF2B5EF4-FFF2-40B4-BE49-F238E27FC236}">
                  <a16:creationId xmlns:a16="http://schemas.microsoft.com/office/drawing/2014/main" id="{4E2CB81E-166B-43D7-A41E-D49E59ECCEB6}"/>
                </a:ext>
              </a:extLst>
            </p:cNvPr>
            <p:cNvSpPr/>
            <p:nvPr/>
          </p:nvSpPr>
          <p:spPr>
            <a:xfrm>
              <a:off x="10489067" y="2349659"/>
              <a:ext cx="710186" cy="687003"/>
            </a:xfrm>
            <a:custGeom>
              <a:avLst/>
              <a:gdLst>
                <a:gd name="connsiteX0" fmla="*/ 443480 w 548640"/>
                <a:gd name="connsiteY0" fmla="*/ 152303 h 530730"/>
                <a:gd name="connsiteX1" fmla="*/ 391855 w 548640"/>
                <a:gd name="connsiteY1" fmla="*/ 45718 h 530730"/>
                <a:gd name="connsiteX2" fmla="*/ 268030 w 548640"/>
                <a:gd name="connsiteY2" fmla="*/ 23334 h 530730"/>
                <a:gd name="connsiteX3" fmla="*/ 194020 w 548640"/>
                <a:gd name="connsiteY3" fmla="*/ 35336 h 530730"/>
                <a:gd name="connsiteX4" fmla="*/ 56479 w 548640"/>
                <a:gd name="connsiteY4" fmla="*/ 13047 h 530730"/>
                <a:gd name="connsiteX5" fmla="*/ 20284 w 548640"/>
                <a:gd name="connsiteY5" fmla="*/ 172972 h 530730"/>
                <a:gd name="connsiteX6" fmla="*/ 126964 w 548640"/>
                <a:gd name="connsiteY6" fmla="*/ 202214 h 530730"/>
                <a:gd name="connsiteX7" fmla="*/ 212690 w 548640"/>
                <a:gd name="connsiteY7" fmla="*/ 159256 h 530730"/>
                <a:gd name="connsiteX8" fmla="*/ 338229 w 548640"/>
                <a:gd name="connsiteY8" fmla="*/ 183354 h 530730"/>
                <a:gd name="connsiteX9" fmla="*/ 327942 w 548640"/>
                <a:gd name="connsiteY9" fmla="*/ 209072 h 530730"/>
                <a:gd name="connsiteX10" fmla="*/ 386425 w 548640"/>
                <a:gd name="connsiteY10" fmla="*/ 285272 h 530730"/>
                <a:gd name="connsiteX11" fmla="*/ 377853 w 548640"/>
                <a:gd name="connsiteY11" fmla="*/ 336897 h 530730"/>
                <a:gd name="connsiteX12" fmla="*/ 405380 w 548640"/>
                <a:gd name="connsiteY12" fmla="*/ 359281 h 530730"/>
                <a:gd name="connsiteX13" fmla="*/ 469007 w 548640"/>
                <a:gd name="connsiteY13" fmla="*/ 330039 h 530730"/>
                <a:gd name="connsiteX14" fmla="*/ 465578 w 548640"/>
                <a:gd name="connsiteY14" fmla="*/ 428051 h 530730"/>
                <a:gd name="connsiteX15" fmla="*/ 400141 w 548640"/>
                <a:gd name="connsiteY15" fmla="*/ 450435 h 530730"/>
                <a:gd name="connsiteX16" fmla="*/ 423573 w 548640"/>
                <a:gd name="connsiteY16" fmla="*/ 530731 h 530730"/>
                <a:gd name="connsiteX17" fmla="*/ 484438 w 548640"/>
                <a:gd name="connsiteY17" fmla="*/ 431480 h 530730"/>
                <a:gd name="connsiteX18" fmla="*/ 546445 w 548640"/>
                <a:gd name="connsiteY18" fmla="*/ 254315 h 530730"/>
                <a:gd name="connsiteX19" fmla="*/ 443480 w 548640"/>
                <a:gd name="connsiteY19" fmla="*/ 152303 h 530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48640" h="530730">
                  <a:moveTo>
                    <a:pt x="443480" y="152303"/>
                  </a:moveTo>
                  <a:cubicBezTo>
                    <a:pt x="414238" y="128300"/>
                    <a:pt x="433193" y="73245"/>
                    <a:pt x="391855" y="45718"/>
                  </a:cubicBezTo>
                  <a:cubicBezTo>
                    <a:pt x="350516" y="18191"/>
                    <a:pt x="300700" y="11333"/>
                    <a:pt x="268030" y="23334"/>
                  </a:cubicBezTo>
                  <a:cubicBezTo>
                    <a:pt x="235359" y="35336"/>
                    <a:pt x="233644" y="61434"/>
                    <a:pt x="194020" y="35336"/>
                  </a:cubicBezTo>
                  <a:cubicBezTo>
                    <a:pt x="154396" y="9237"/>
                    <a:pt x="116677" y="-16195"/>
                    <a:pt x="56479" y="13047"/>
                  </a:cubicBezTo>
                  <a:cubicBezTo>
                    <a:pt x="-3719" y="42289"/>
                    <a:pt x="-15815" y="145445"/>
                    <a:pt x="20284" y="172972"/>
                  </a:cubicBezTo>
                  <a:cubicBezTo>
                    <a:pt x="56384" y="200499"/>
                    <a:pt x="126964" y="202214"/>
                    <a:pt x="126964" y="202214"/>
                  </a:cubicBezTo>
                  <a:cubicBezTo>
                    <a:pt x="126964" y="202214"/>
                    <a:pt x="178590" y="178115"/>
                    <a:pt x="212690" y="159256"/>
                  </a:cubicBezTo>
                  <a:cubicBezTo>
                    <a:pt x="246789" y="140396"/>
                    <a:pt x="324513" y="171257"/>
                    <a:pt x="338229" y="183354"/>
                  </a:cubicBezTo>
                  <a:cubicBezTo>
                    <a:pt x="351945" y="195451"/>
                    <a:pt x="331371" y="186783"/>
                    <a:pt x="327942" y="209072"/>
                  </a:cubicBezTo>
                  <a:cubicBezTo>
                    <a:pt x="324513" y="231360"/>
                    <a:pt x="367471" y="267650"/>
                    <a:pt x="386425" y="285272"/>
                  </a:cubicBezTo>
                  <a:cubicBezTo>
                    <a:pt x="405380" y="302893"/>
                    <a:pt x="382996" y="314513"/>
                    <a:pt x="377853" y="336897"/>
                  </a:cubicBezTo>
                  <a:cubicBezTo>
                    <a:pt x="372709" y="359281"/>
                    <a:pt x="393283" y="367853"/>
                    <a:pt x="405380" y="359281"/>
                  </a:cubicBezTo>
                  <a:cubicBezTo>
                    <a:pt x="417477" y="350708"/>
                    <a:pt x="455196" y="302131"/>
                    <a:pt x="469007" y="330039"/>
                  </a:cubicBezTo>
                  <a:cubicBezTo>
                    <a:pt x="482818" y="357947"/>
                    <a:pt x="503392" y="398810"/>
                    <a:pt x="465578" y="428051"/>
                  </a:cubicBezTo>
                  <a:cubicBezTo>
                    <a:pt x="427764" y="457293"/>
                    <a:pt x="400141" y="450435"/>
                    <a:pt x="400141" y="450435"/>
                  </a:cubicBezTo>
                  <a:cubicBezTo>
                    <a:pt x="400141" y="450435"/>
                    <a:pt x="387854" y="524921"/>
                    <a:pt x="423573" y="530731"/>
                  </a:cubicBezTo>
                  <a:cubicBezTo>
                    <a:pt x="442115" y="496608"/>
                    <a:pt x="462432" y="463479"/>
                    <a:pt x="484438" y="431480"/>
                  </a:cubicBezTo>
                  <a:cubicBezTo>
                    <a:pt x="518918" y="385094"/>
                    <a:pt x="558447" y="299083"/>
                    <a:pt x="546445" y="254315"/>
                  </a:cubicBezTo>
                  <a:cubicBezTo>
                    <a:pt x="534444" y="209548"/>
                    <a:pt x="472722" y="176401"/>
                    <a:pt x="443480" y="152303"/>
                  </a:cubicBezTo>
                  <a:close/>
                </a:path>
              </a:pathLst>
            </a:custGeom>
            <a:solidFill>
              <a:srgbClr val="263238"/>
            </a:solidFill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5" name="任意多边形: 形状 444">
              <a:extLst>
                <a:ext uri="{FF2B5EF4-FFF2-40B4-BE49-F238E27FC236}">
                  <a16:creationId xmlns:a16="http://schemas.microsoft.com/office/drawing/2014/main" id="{44FA3CF6-B5C6-44C7-95C1-9822C6876708}"/>
                </a:ext>
              </a:extLst>
            </p:cNvPr>
            <p:cNvSpPr/>
            <p:nvPr/>
          </p:nvSpPr>
          <p:spPr>
            <a:xfrm>
              <a:off x="10773631" y="2722552"/>
              <a:ext cx="44511" cy="6854"/>
            </a:xfrm>
            <a:custGeom>
              <a:avLst/>
              <a:gdLst>
                <a:gd name="connsiteX0" fmla="*/ 0 w 34385"/>
                <a:gd name="connsiteY0" fmla="*/ 5295 h 5295"/>
                <a:gd name="connsiteX1" fmla="*/ 34385 w 34385"/>
                <a:gd name="connsiteY1" fmla="*/ 152 h 5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385" h="5295">
                  <a:moveTo>
                    <a:pt x="0" y="5295"/>
                  </a:moveTo>
                  <a:cubicBezTo>
                    <a:pt x="10977" y="1199"/>
                    <a:pt x="22690" y="-553"/>
                    <a:pt x="34385" y="152"/>
                  </a:cubicBezTo>
                </a:path>
              </a:pathLst>
            </a:custGeom>
            <a:noFill/>
            <a:ln w="4763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6" name="任意多边形: 形状 445">
              <a:extLst>
                <a:ext uri="{FF2B5EF4-FFF2-40B4-BE49-F238E27FC236}">
                  <a16:creationId xmlns:a16="http://schemas.microsoft.com/office/drawing/2014/main" id="{D2798794-FFED-44A0-9733-2FB693D678BB}"/>
                </a:ext>
              </a:extLst>
            </p:cNvPr>
            <p:cNvSpPr/>
            <p:nvPr/>
          </p:nvSpPr>
          <p:spPr>
            <a:xfrm>
              <a:off x="10628140" y="2751355"/>
              <a:ext cx="31564" cy="11342"/>
            </a:xfrm>
            <a:custGeom>
              <a:avLst/>
              <a:gdLst>
                <a:gd name="connsiteX0" fmla="*/ 24384 w 24383"/>
                <a:gd name="connsiteY0" fmla="*/ 0 h 8762"/>
                <a:gd name="connsiteX1" fmla="*/ 0 w 24383"/>
                <a:gd name="connsiteY1" fmla="*/ 8763 h 8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3" h="8762">
                  <a:moveTo>
                    <a:pt x="24384" y="0"/>
                  </a:moveTo>
                  <a:cubicBezTo>
                    <a:pt x="15895" y="1797"/>
                    <a:pt x="7691" y="4745"/>
                    <a:pt x="0" y="8763"/>
                  </a:cubicBezTo>
                </a:path>
              </a:pathLst>
            </a:custGeom>
            <a:noFill/>
            <a:ln w="4763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7" name="任意多边形: 形状 446">
              <a:extLst>
                <a:ext uri="{FF2B5EF4-FFF2-40B4-BE49-F238E27FC236}">
                  <a16:creationId xmlns:a16="http://schemas.microsoft.com/office/drawing/2014/main" id="{A3A410AD-FC55-455F-B4D9-54135BAF963D}"/>
                </a:ext>
              </a:extLst>
            </p:cNvPr>
            <p:cNvSpPr/>
            <p:nvPr/>
          </p:nvSpPr>
          <p:spPr>
            <a:xfrm>
              <a:off x="10591636" y="2690569"/>
              <a:ext cx="77059" cy="203191"/>
            </a:xfrm>
            <a:custGeom>
              <a:avLst/>
              <a:gdLst>
                <a:gd name="connsiteX0" fmla="*/ 53156 w 59530"/>
                <a:gd name="connsiteY0" fmla="*/ 0 h 156971"/>
                <a:gd name="connsiteX1" fmla="*/ 58204 w 59530"/>
                <a:gd name="connsiteY1" fmla="*/ 38100 h 156971"/>
                <a:gd name="connsiteX2" fmla="*/ 6 w 59530"/>
                <a:gd name="connsiteY2" fmla="*/ 106870 h 156971"/>
                <a:gd name="connsiteX3" fmla="*/ 30677 w 59530"/>
                <a:gd name="connsiteY3" fmla="*/ 138779 h 156971"/>
                <a:gd name="connsiteX4" fmla="*/ 28200 w 59530"/>
                <a:gd name="connsiteY4" fmla="*/ 156972 h 156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30" h="156971">
                  <a:moveTo>
                    <a:pt x="53156" y="0"/>
                  </a:moveTo>
                  <a:cubicBezTo>
                    <a:pt x="59272" y="11710"/>
                    <a:pt x="61059" y="25202"/>
                    <a:pt x="58204" y="38100"/>
                  </a:cubicBezTo>
                  <a:cubicBezTo>
                    <a:pt x="52584" y="57150"/>
                    <a:pt x="-661" y="98774"/>
                    <a:pt x="6" y="106870"/>
                  </a:cubicBezTo>
                  <a:cubicBezTo>
                    <a:pt x="673" y="114967"/>
                    <a:pt x="31248" y="131921"/>
                    <a:pt x="30677" y="138779"/>
                  </a:cubicBezTo>
                  <a:cubicBezTo>
                    <a:pt x="30105" y="145637"/>
                    <a:pt x="28200" y="156972"/>
                    <a:pt x="28200" y="156972"/>
                  </a:cubicBezTo>
                </a:path>
              </a:pathLst>
            </a:custGeom>
            <a:noFill/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8" name="任意多边形: 形状 447">
              <a:extLst>
                <a:ext uri="{FF2B5EF4-FFF2-40B4-BE49-F238E27FC236}">
                  <a16:creationId xmlns:a16="http://schemas.microsoft.com/office/drawing/2014/main" id="{0BD0A019-7183-40BB-AAF1-4E675884A33B}"/>
                </a:ext>
              </a:extLst>
            </p:cNvPr>
            <p:cNvSpPr/>
            <p:nvPr/>
          </p:nvSpPr>
          <p:spPr>
            <a:xfrm>
              <a:off x="10796562" y="2724477"/>
              <a:ext cx="29098" cy="35755"/>
            </a:xfrm>
            <a:custGeom>
              <a:avLst/>
              <a:gdLst>
                <a:gd name="connsiteX0" fmla="*/ 22479 w 22479"/>
                <a:gd name="connsiteY0" fmla="*/ 13811 h 27622"/>
                <a:gd name="connsiteX1" fmla="*/ 11240 w 22479"/>
                <a:gd name="connsiteY1" fmla="*/ 27622 h 27622"/>
                <a:gd name="connsiteX2" fmla="*/ 0 w 22479"/>
                <a:gd name="connsiteY2" fmla="*/ 13811 h 27622"/>
                <a:gd name="connsiteX3" fmla="*/ 11240 w 22479"/>
                <a:gd name="connsiteY3" fmla="*/ 0 h 27622"/>
                <a:gd name="connsiteX4" fmla="*/ 22479 w 22479"/>
                <a:gd name="connsiteY4" fmla="*/ 13811 h 2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79" h="27622">
                  <a:moveTo>
                    <a:pt x="22479" y="13811"/>
                  </a:moveTo>
                  <a:cubicBezTo>
                    <a:pt x="22479" y="21439"/>
                    <a:pt x="17447" y="27622"/>
                    <a:pt x="11240" y="27622"/>
                  </a:cubicBezTo>
                  <a:cubicBezTo>
                    <a:pt x="5032" y="27622"/>
                    <a:pt x="0" y="21439"/>
                    <a:pt x="0" y="13811"/>
                  </a:cubicBezTo>
                  <a:cubicBezTo>
                    <a:pt x="0" y="6184"/>
                    <a:pt x="5032" y="0"/>
                    <a:pt x="11240" y="0"/>
                  </a:cubicBezTo>
                  <a:cubicBezTo>
                    <a:pt x="17447" y="0"/>
                    <a:pt x="22479" y="6184"/>
                    <a:pt x="22479" y="13811"/>
                  </a:cubicBezTo>
                  <a:close/>
                </a:path>
              </a:pathLst>
            </a:custGeom>
            <a:solidFill>
              <a:srgbClr val="263238"/>
            </a:solidFill>
            <a:ln w="4763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9" name="任意多边形: 形状 448">
              <a:extLst>
                <a:ext uri="{FF2B5EF4-FFF2-40B4-BE49-F238E27FC236}">
                  <a16:creationId xmlns:a16="http://schemas.microsoft.com/office/drawing/2014/main" id="{601CB5C7-AC33-4F65-9EA6-5E25F0620E2D}"/>
                </a:ext>
              </a:extLst>
            </p:cNvPr>
            <p:cNvSpPr/>
            <p:nvPr/>
          </p:nvSpPr>
          <p:spPr>
            <a:xfrm>
              <a:off x="10782755" y="2757765"/>
              <a:ext cx="61648" cy="13809"/>
            </a:xfrm>
            <a:custGeom>
              <a:avLst/>
              <a:gdLst>
                <a:gd name="connsiteX0" fmla="*/ 0 w 47625"/>
                <a:gd name="connsiteY0" fmla="*/ 10668 h 10668"/>
                <a:gd name="connsiteX1" fmla="*/ 47625 w 47625"/>
                <a:gd name="connsiteY1" fmla="*/ 0 h 10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625" h="10668">
                  <a:moveTo>
                    <a:pt x="0" y="10668"/>
                  </a:moveTo>
                  <a:cubicBezTo>
                    <a:pt x="15123" y="4336"/>
                    <a:pt x="31246" y="725"/>
                    <a:pt x="47625" y="0"/>
                  </a:cubicBezTo>
                </a:path>
              </a:pathLst>
            </a:custGeom>
            <a:noFill/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0" name="任意多边形: 形状 449">
              <a:extLst>
                <a:ext uri="{FF2B5EF4-FFF2-40B4-BE49-F238E27FC236}">
                  <a16:creationId xmlns:a16="http://schemas.microsoft.com/office/drawing/2014/main" id="{B9029DEC-19BC-4D88-BC89-D97107ADEA8F}"/>
                </a:ext>
              </a:extLst>
            </p:cNvPr>
            <p:cNvSpPr/>
            <p:nvPr/>
          </p:nvSpPr>
          <p:spPr>
            <a:xfrm>
              <a:off x="10731339" y="2627746"/>
              <a:ext cx="131135" cy="45809"/>
            </a:xfrm>
            <a:custGeom>
              <a:avLst/>
              <a:gdLst>
                <a:gd name="connsiteX0" fmla="*/ 0 w 101306"/>
                <a:gd name="connsiteY0" fmla="*/ 28246 h 35389"/>
                <a:gd name="connsiteX1" fmla="*/ 65437 w 101306"/>
                <a:gd name="connsiteY1" fmla="*/ 909 h 35389"/>
                <a:gd name="connsiteX2" fmla="*/ 100298 w 101306"/>
                <a:gd name="connsiteY2" fmla="*/ 35390 h 35389"/>
                <a:gd name="connsiteX3" fmla="*/ 65627 w 101306"/>
                <a:gd name="connsiteY3" fmla="*/ 12625 h 35389"/>
                <a:gd name="connsiteX4" fmla="*/ 25336 w 101306"/>
                <a:gd name="connsiteY4" fmla="*/ 25293 h 35389"/>
                <a:gd name="connsiteX5" fmla="*/ 0 w 101306"/>
                <a:gd name="connsiteY5" fmla="*/ 28246 h 35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306" h="35389">
                  <a:moveTo>
                    <a:pt x="0" y="28246"/>
                  </a:moveTo>
                  <a:cubicBezTo>
                    <a:pt x="0" y="28246"/>
                    <a:pt x="36862" y="-5949"/>
                    <a:pt x="65437" y="909"/>
                  </a:cubicBezTo>
                  <a:cubicBezTo>
                    <a:pt x="94012" y="7767"/>
                    <a:pt x="104870" y="35294"/>
                    <a:pt x="100298" y="35390"/>
                  </a:cubicBezTo>
                  <a:cubicBezTo>
                    <a:pt x="95726" y="35485"/>
                    <a:pt x="81248" y="14244"/>
                    <a:pt x="65627" y="12625"/>
                  </a:cubicBezTo>
                  <a:cubicBezTo>
                    <a:pt x="50006" y="11006"/>
                    <a:pt x="38862" y="18435"/>
                    <a:pt x="25336" y="25293"/>
                  </a:cubicBezTo>
                  <a:cubicBezTo>
                    <a:pt x="11811" y="32151"/>
                    <a:pt x="3524" y="36914"/>
                    <a:pt x="0" y="28246"/>
                  </a:cubicBezTo>
                  <a:close/>
                </a:path>
              </a:pathLst>
            </a:custGeom>
            <a:solidFill>
              <a:srgbClr val="263238"/>
            </a:solidFill>
            <a:ln w="4763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1" name="任意多边形: 形状 450">
              <a:extLst>
                <a:ext uri="{FF2B5EF4-FFF2-40B4-BE49-F238E27FC236}">
                  <a16:creationId xmlns:a16="http://schemas.microsoft.com/office/drawing/2014/main" id="{22CD2453-E8AB-4662-BCBE-2A4015335147}"/>
                </a:ext>
              </a:extLst>
            </p:cNvPr>
            <p:cNvSpPr/>
            <p:nvPr/>
          </p:nvSpPr>
          <p:spPr>
            <a:xfrm>
              <a:off x="10602851" y="2681544"/>
              <a:ext cx="60799" cy="43430"/>
            </a:xfrm>
            <a:custGeom>
              <a:avLst/>
              <a:gdLst>
                <a:gd name="connsiteX0" fmla="*/ 46968 w 46968"/>
                <a:gd name="connsiteY0" fmla="*/ 13831 h 33551"/>
                <a:gd name="connsiteX1" fmla="*/ 27352 w 46968"/>
                <a:gd name="connsiteY1" fmla="*/ 278 h 33551"/>
                <a:gd name="connsiteX2" fmla="*/ 25632 w 46968"/>
                <a:gd name="connsiteY2" fmla="*/ 686 h 33551"/>
                <a:gd name="connsiteX3" fmla="*/ 1153 w 46968"/>
                <a:gd name="connsiteY3" fmla="*/ 33548 h 33551"/>
                <a:gd name="connsiteX4" fmla="*/ 25061 w 46968"/>
                <a:gd name="connsiteY4" fmla="*/ 12021 h 33551"/>
                <a:gd name="connsiteX5" fmla="*/ 46968 w 46968"/>
                <a:gd name="connsiteY5" fmla="*/ 13831 h 33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968" h="33551">
                  <a:moveTo>
                    <a:pt x="46968" y="13831"/>
                  </a:moveTo>
                  <a:cubicBezTo>
                    <a:pt x="45294" y="4671"/>
                    <a:pt x="36512" y="-1396"/>
                    <a:pt x="27352" y="278"/>
                  </a:cubicBezTo>
                  <a:cubicBezTo>
                    <a:pt x="26772" y="384"/>
                    <a:pt x="26198" y="520"/>
                    <a:pt x="25632" y="686"/>
                  </a:cubicBezTo>
                  <a:cubicBezTo>
                    <a:pt x="8773" y="3258"/>
                    <a:pt x="-3991" y="33929"/>
                    <a:pt x="1153" y="33548"/>
                  </a:cubicBezTo>
                  <a:cubicBezTo>
                    <a:pt x="6296" y="33167"/>
                    <a:pt x="11916" y="13831"/>
                    <a:pt x="25061" y="12021"/>
                  </a:cubicBezTo>
                  <a:cubicBezTo>
                    <a:pt x="38205" y="10211"/>
                    <a:pt x="46968" y="30785"/>
                    <a:pt x="46968" y="13831"/>
                  </a:cubicBezTo>
                  <a:close/>
                </a:path>
              </a:pathLst>
            </a:custGeom>
            <a:solidFill>
              <a:srgbClr val="263238"/>
            </a:solidFill>
            <a:ln w="4763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2" name="任意多边形: 形状 471">
              <a:extLst>
                <a:ext uri="{FF2B5EF4-FFF2-40B4-BE49-F238E27FC236}">
                  <a16:creationId xmlns:a16="http://schemas.microsoft.com/office/drawing/2014/main" id="{4DC0E8F8-0344-41F0-A36D-755F589FF546}"/>
                </a:ext>
              </a:extLst>
            </p:cNvPr>
            <p:cNvSpPr/>
            <p:nvPr/>
          </p:nvSpPr>
          <p:spPr>
            <a:xfrm>
              <a:off x="10626663" y="2838034"/>
              <a:ext cx="208247" cy="106032"/>
            </a:xfrm>
            <a:custGeom>
              <a:avLst/>
              <a:gdLst>
                <a:gd name="connsiteX0" fmla="*/ 0 w 160877"/>
                <a:gd name="connsiteY0" fmla="*/ 81915 h 81914"/>
                <a:gd name="connsiteX1" fmla="*/ 62008 w 160877"/>
                <a:gd name="connsiteY1" fmla="*/ 74390 h 81914"/>
                <a:gd name="connsiteX2" fmla="*/ 154591 w 160877"/>
                <a:gd name="connsiteY2" fmla="*/ 38100 h 81914"/>
                <a:gd name="connsiteX3" fmla="*/ 160782 w 160877"/>
                <a:gd name="connsiteY3" fmla="*/ 0 h 81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877" h="81914">
                  <a:moveTo>
                    <a:pt x="0" y="81915"/>
                  </a:moveTo>
                  <a:cubicBezTo>
                    <a:pt x="0" y="81915"/>
                    <a:pt x="26956" y="78772"/>
                    <a:pt x="62008" y="74390"/>
                  </a:cubicBezTo>
                  <a:cubicBezTo>
                    <a:pt x="97060" y="70009"/>
                    <a:pt x="146399" y="63151"/>
                    <a:pt x="154591" y="38100"/>
                  </a:cubicBezTo>
                  <a:cubicBezTo>
                    <a:pt x="159260" y="25963"/>
                    <a:pt x="161367" y="12991"/>
                    <a:pt x="160782" y="0"/>
                  </a:cubicBezTo>
                </a:path>
              </a:pathLst>
            </a:custGeom>
            <a:noFill/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7" name="任意多边形: 形状 526">
              <a:extLst>
                <a:ext uri="{FF2B5EF4-FFF2-40B4-BE49-F238E27FC236}">
                  <a16:creationId xmlns:a16="http://schemas.microsoft.com/office/drawing/2014/main" id="{2214BE2A-BB07-4612-B294-1DE9250A33EA}"/>
                </a:ext>
              </a:extLst>
            </p:cNvPr>
            <p:cNvSpPr/>
            <p:nvPr/>
          </p:nvSpPr>
          <p:spPr>
            <a:xfrm>
              <a:off x="10810249" y="2835105"/>
              <a:ext cx="39700" cy="2928"/>
            </a:xfrm>
            <a:custGeom>
              <a:avLst/>
              <a:gdLst>
                <a:gd name="connsiteX0" fmla="*/ 0 w 30670"/>
                <a:gd name="connsiteY0" fmla="*/ 357 h 2262"/>
                <a:gd name="connsiteX1" fmla="*/ 30671 w 30670"/>
                <a:gd name="connsiteY1" fmla="*/ 2262 h 2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670" h="2262">
                  <a:moveTo>
                    <a:pt x="0" y="357"/>
                  </a:moveTo>
                  <a:cubicBezTo>
                    <a:pt x="10262" y="-482"/>
                    <a:pt x="20591" y="160"/>
                    <a:pt x="30671" y="2262"/>
                  </a:cubicBezTo>
                </a:path>
              </a:pathLst>
            </a:custGeom>
            <a:noFill/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8" name="任意多边形: 形状 527">
              <a:extLst>
                <a:ext uri="{FF2B5EF4-FFF2-40B4-BE49-F238E27FC236}">
                  <a16:creationId xmlns:a16="http://schemas.microsoft.com/office/drawing/2014/main" id="{4C693B77-E04D-4B0F-BEF6-F71FEB76C124}"/>
                </a:ext>
              </a:extLst>
            </p:cNvPr>
            <p:cNvSpPr/>
            <p:nvPr/>
          </p:nvSpPr>
          <p:spPr>
            <a:xfrm>
              <a:off x="10620009" y="2995606"/>
              <a:ext cx="377156" cy="260525"/>
            </a:xfrm>
            <a:custGeom>
              <a:avLst/>
              <a:gdLst>
                <a:gd name="connsiteX0" fmla="*/ 291365 w 291364"/>
                <a:gd name="connsiteY0" fmla="*/ 0 h 201263"/>
                <a:gd name="connsiteX1" fmla="*/ 253265 w 291364"/>
                <a:gd name="connsiteY1" fmla="*/ 57150 h 201263"/>
                <a:gd name="connsiteX2" fmla="*/ 186 w 291364"/>
                <a:gd name="connsiteY2" fmla="*/ 102679 h 201263"/>
                <a:gd name="connsiteX3" fmla="*/ 37619 w 291364"/>
                <a:gd name="connsiteY3" fmla="*/ 119825 h 201263"/>
                <a:gd name="connsiteX4" fmla="*/ 46572 w 291364"/>
                <a:gd name="connsiteY4" fmla="*/ 201263 h 201263"/>
                <a:gd name="connsiteX5" fmla="*/ 166111 w 291364"/>
                <a:gd name="connsiteY5" fmla="*/ 120682 h 201263"/>
                <a:gd name="connsiteX6" fmla="*/ 291365 w 291364"/>
                <a:gd name="connsiteY6" fmla="*/ 0 h 201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1364" h="201263">
                  <a:moveTo>
                    <a:pt x="291365" y="0"/>
                  </a:moveTo>
                  <a:cubicBezTo>
                    <a:pt x="286435" y="23219"/>
                    <a:pt x="272802" y="43669"/>
                    <a:pt x="253265" y="57150"/>
                  </a:cubicBezTo>
                  <a:cubicBezTo>
                    <a:pt x="222023" y="77057"/>
                    <a:pt x="-7434" y="99822"/>
                    <a:pt x="186" y="102679"/>
                  </a:cubicBezTo>
                  <a:cubicBezTo>
                    <a:pt x="7806" y="105537"/>
                    <a:pt x="37619" y="119825"/>
                    <a:pt x="37619" y="119825"/>
                  </a:cubicBezTo>
                  <a:lnTo>
                    <a:pt x="46572" y="201263"/>
                  </a:lnTo>
                  <a:cubicBezTo>
                    <a:pt x="82709" y="169272"/>
                    <a:pt x="122901" y="142179"/>
                    <a:pt x="166111" y="120682"/>
                  </a:cubicBezTo>
                  <a:cubicBezTo>
                    <a:pt x="242121" y="81248"/>
                    <a:pt x="289555" y="68199"/>
                    <a:pt x="291365" y="0"/>
                  </a:cubicBezTo>
                  <a:close/>
                </a:path>
              </a:pathLst>
            </a:custGeom>
            <a:solidFill>
              <a:srgbClr val="263238"/>
            </a:solidFill>
            <a:ln w="4763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9" name="任意多边形: 形状 528">
              <a:extLst>
                <a:ext uri="{FF2B5EF4-FFF2-40B4-BE49-F238E27FC236}">
                  <a16:creationId xmlns:a16="http://schemas.microsoft.com/office/drawing/2014/main" id="{3501B6A1-1732-4A70-95B6-6BF8AE980372}"/>
                </a:ext>
              </a:extLst>
            </p:cNvPr>
            <p:cNvSpPr/>
            <p:nvPr/>
          </p:nvSpPr>
          <p:spPr>
            <a:xfrm>
              <a:off x="10896680" y="4388346"/>
              <a:ext cx="357065" cy="255630"/>
            </a:xfrm>
            <a:custGeom>
              <a:avLst/>
              <a:gdLst>
                <a:gd name="connsiteX0" fmla="*/ 205645 w 275843"/>
                <a:gd name="connsiteY0" fmla="*/ 36302 h 197481"/>
                <a:gd name="connsiteX1" fmla="*/ 152305 w 275843"/>
                <a:gd name="connsiteY1" fmla="*/ 32111 h 197481"/>
                <a:gd name="connsiteX2" fmla="*/ 92583 w 275843"/>
                <a:gd name="connsiteY2" fmla="*/ 107 h 197481"/>
                <a:gd name="connsiteX3" fmla="*/ 39338 w 275843"/>
                <a:gd name="connsiteY3" fmla="*/ 57257 h 197481"/>
                <a:gd name="connsiteX4" fmla="*/ 24384 w 275843"/>
                <a:gd name="connsiteY4" fmla="*/ 95357 h 197481"/>
                <a:gd name="connsiteX5" fmla="*/ 5334 w 275843"/>
                <a:gd name="connsiteY5" fmla="*/ 152507 h 197481"/>
                <a:gd name="connsiteX6" fmla="*/ 45911 w 275843"/>
                <a:gd name="connsiteY6" fmla="*/ 167461 h 197481"/>
                <a:gd name="connsiteX7" fmla="*/ 75724 w 275843"/>
                <a:gd name="connsiteY7" fmla="*/ 190893 h 197481"/>
                <a:gd name="connsiteX8" fmla="*/ 113824 w 275843"/>
                <a:gd name="connsiteY8" fmla="*/ 193084 h 197481"/>
                <a:gd name="connsiteX9" fmla="*/ 147923 w 275843"/>
                <a:gd name="connsiteY9" fmla="*/ 197370 h 197481"/>
                <a:gd name="connsiteX10" fmla="*/ 173546 w 275843"/>
                <a:gd name="connsiteY10" fmla="*/ 186702 h 197481"/>
                <a:gd name="connsiteX11" fmla="*/ 199168 w 275843"/>
                <a:gd name="connsiteY11" fmla="*/ 180225 h 197481"/>
                <a:gd name="connsiteX12" fmla="*/ 264319 w 275843"/>
                <a:gd name="connsiteY12" fmla="*/ 115455 h 197481"/>
                <a:gd name="connsiteX13" fmla="*/ 275844 w 275843"/>
                <a:gd name="connsiteY13" fmla="*/ 103549 h 197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843" h="197481">
                  <a:moveTo>
                    <a:pt x="205645" y="36302"/>
                  </a:moveTo>
                  <a:cubicBezTo>
                    <a:pt x="205645" y="36302"/>
                    <a:pt x="162973" y="34207"/>
                    <a:pt x="152305" y="32111"/>
                  </a:cubicBezTo>
                  <a:cubicBezTo>
                    <a:pt x="141637" y="30016"/>
                    <a:pt x="107537" y="-2084"/>
                    <a:pt x="92583" y="107"/>
                  </a:cubicBezTo>
                  <a:cubicBezTo>
                    <a:pt x="77629" y="2298"/>
                    <a:pt x="50006" y="32111"/>
                    <a:pt x="39338" y="57257"/>
                  </a:cubicBezTo>
                  <a:cubicBezTo>
                    <a:pt x="28670" y="82403"/>
                    <a:pt x="24384" y="95357"/>
                    <a:pt x="24384" y="95357"/>
                  </a:cubicBezTo>
                  <a:cubicBezTo>
                    <a:pt x="24384" y="95357"/>
                    <a:pt x="-13716" y="129457"/>
                    <a:pt x="5334" y="152507"/>
                  </a:cubicBezTo>
                  <a:cubicBezTo>
                    <a:pt x="24384" y="175558"/>
                    <a:pt x="45911" y="167461"/>
                    <a:pt x="45911" y="167461"/>
                  </a:cubicBezTo>
                  <a:cubicBezTo>
                    <a:pt x="45911" y="167461"/>
                    <a:pt x="58674" y="188797"/>
                    <a:pt x="75724" y="190893"/>
                  </a:cubicBezTo>
                  <a:cubicBezTo>
                    <a:pt x="88376" y="192296"/>
                    <a:pt x="101094" y="193027"/>
                    <a:pt x="113824" y="193084"/>
                  </a:cubicBezTo>
                  <a:cubicBezTo>
                    <a:pt x="124859" y="196466"/>
                    <a:pt x="136395" y="197916"/>
                    <a:pt x="147923" y="197370"/>
                  </a:cubicBezTo>
                  <a:cubicBezTo>
                    <a:pt x="157032" y="195370"/>
                    <a:pt x="165709" y="191757"/>
                    <a:pt x="173546" y="186702"/>
                  </a:cubicBezTo>
                  <a:cubicBezTo>
                    <a:pt x="182592" y="187757"/>
                    <a:pt x="191710" y="185452"/>
                    <a:pt x="199168" y="180225"/>
                  </a:cubicBezTo>
                  <a:cubicBezTo>
                    <a:pt x="206978" y="174034"/>
                    <a:pt x="244793" y="135362"/>
                    <a:pt x="264319" y="115455"/>
                  </a:cubicBezTo>
                  <a:lnTo>
                    <a:pt x="275844" y="103549"/>
                  </a:lnTo>
                  <a:close/>
                </a:path>
              </a:pathLst>
            </a:custGeom>
            <a:solidFill>
              <a:srgbClr val="FFFFFF"/>
            </a:solidFill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0" name="任意多边形: 形状 529">
              <a:extLst>
                <a:ext uri="{FF2B5EF4-FFF2-40B4-BE49-F238E27FC236}">
                  <a16:creationId xmlns:a16="http://schemas.microsoft.com/office/drawing/2014/main" id="{F96C871E-7076-49B7-B1B4-FA8CB63E88BD}"/>
                </a:ext>
              </a:extLst>
            </p:cNvPr>
            <p:cNvSpPr/>
            <p:nvPr/>
          </p:nvSpPr>
          <p:spPr>
            <a:xfrm>
              <a:off x="11140438" y="3772991"/>
              <a:ext cx="838716" cy="778244"/>
            </a:xfrm>
            <a:custGeom>
              <a:avLst/>
              <a:gdLst>
                <a:gd name="connsiteX0" fmla="*/ 373380 w 647933"/>
                <a:gd name="connsiteY0" fmla="*/ 72485 h 601217"/>
                <a:gd name="connsiteX1" fmla="*/ 268605 w 647933"/>
                <a:gd name="connsiteY1" fmla="*/ 202501 h 601217"/>
                <a:gd name="connsiteX2" fmla="*/ 134302 w 647933"/>
                <a:gd name="connsiteY2" fmla="*/ 390144 h 601217"/>
                <a:gd name="connsiteX3" fmla="*/ 0 w 647933"/>
                <a:gd name="connsiteY3" fmla="*/ 507492 h 601217"/>
                <a:gd name="connsiteX4" fmla="*/ 55435 w 647933"/>
                <a:gd name="connsiteY4" fmla="*/ 586359 h 601217"/>
                <a:gd name="connsiteX5" fmla="*/ 98012 w 647933"/>
                <a:gd name="connsiteY5" fmla="*/ 601218 h 601217"/>
                <a:gd name="connsiteX6" fmla="*/ 183737 w 647933"/>
                <a:gd name="connsiteY6" fmla="*/ 537305 h 601217"/>
                <a:gd name="connsiteX7" fmla="*/ 431387 w 647933"/>
                <a:gd name="connsiteY7" fmla="*/ 343281 h 601217"/>
                <a:gd name="connsiteX8" fmla="*/ 644652 w 647933"/>
                <a:gd name="connsiteY8" fmla="*/ 138589 h 601217"/>
                <a:gd name="connsiteX9" fmla="*/ 604171 w 647933"/>
                <a:gd name="connsiteY9" fmla="*/ 44767 h 601217"/>
                <a:gd name="connsiteX10" fmla="*/ 516731 w 647933"/>
                <a:gd name="connsiteY10" fmla="*/ 0 h 60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7933" h="601217">
                  <a:moveTo>
                    <a:pt x="373380" y="72485"/>
                  </a:moveTo>
                  <a:cubicBezTo>
                    <a:pt x="373380" y="72485"/>
                    <a:pt x="294513" y="159925"/>
                    <a:pt x="268605" y="202501"/>
                  </a:cubicBezTo>
                  <a:cubicBezTo>
                    <a:pt x="227318" y="267468"/>
                    <a:pt x="182482" y="330111"/>
                    <a:pt x="134302" y="390144"/>
                  </a:cubicBezTo>
                  <a:cubicBezTo>
                    <a:pt x="104489" y="424243"/>
                    <a:pt x="0" y="507492"/>
                    <a:pt x="0" y="507492"/>
                  </a:cubicBezTo>
                  <a:cubicBezTo>
                    <a:pt x="0" y="507492"/>
                    <a:pt x="31909" y="575691"/>
                    <a:pt x="55435" y="586359"/>
                  </a:cubicBezTo>
                  <a:cubicBezTo>
                    <a:pt x="69122" y="592657"/>
                    <a:pt x="83379" y="597632"/>
                    <a:pt x="98012" y="601218"/>
                  </a:cubicBezTo>
                  <a:lnTo>
                    <a:pt x="183737" y="537305"/>
                  </a:lnTo>
                  <a:cubicBezTo>
                    <a:pt x="183737" y="537305"/>
                    <a:pt x="345662" y="413480"/>
                    <a:pt x="431387" y="343281"/>
                  </a:cubicBezTo>
                  <a:cubicBezTo>
                    <a:pt x="517112" y="273082"/>
                    <a:pt x="636080" y="179070"/>
                    <a:pt x="644652" y="138589"/>
                  </a:cubicBezTo>
                  <a:cubicBezTo>
                    <a:pt x="653224" y="98108"/>
                    <a:pt x="646747" y="76771"/>
                    <a:pt x="604171" y="44767"/>
                  </a:cubicBezTo>
                  <a:cubicBezTo>
                    <a:pt x="577674" y="25154"/>
                    <a:pt x="548134" y="10030"/>
                    <a:pt x="516731" y="0"/>
                  </a:cubicBezTo>
                </a:path>
              </a:pathLst>
            </a:custGeom>
            <a:solidFill>
              <a:schemeClr val="accent2"/>
            </a:solidFill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1" name="任意多边形: 形状 530">
              <a:extLst>
                <a:ext uri="{FF2B5EF4-FFF2-40B4-BE49-F238E27FC236}">
                  <a16:creationId xmlns:a16="http://schemas.microsoft.com/office/drawing/2014/main" id="{6564FBA4-B048-43A9-8158-16BD409370A4}"/>
                </a:ext>
              </a:extLst>
            </p:cNvPr>
            <p:cNvSpPr/>
            <p:nvPr/>
          </p:nvSpPr>
          <p:spPr>
            <a:xfrm>
              <a:off x="11226374" y="4360869"/>
              <a:ext cx="110348" cy="121445"/>
            </a:xfrm>
            <a:custGeom>
              <a:avLst/>
              <a:gdLst>
                <a:gd name="connsiteX0" fmla="*/ 0 w 85248"/>
                <a:gd name="connsiteY0" fmla="*/ 0 h 93821"/>
                <a:gd name="connsiteX1" fmla="*/ 85249 w 85248"/>
                <a:gd name="connsiteY1" fmla="*/ 93821 h 93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5248" h="93821">
                  <a:moveTo>
                    <a:pt x="0" y="0"/>
                  </a:moveTo>
                  <a:cubicBezTo>
                    <a:pt x="0" y="0"/>
                    <a:pt x="19050" y="93821"/>
                    <a:pt x="85249" y="93821"/>
                  </a:cubicBezTo>
                </a:path>
              </a:pathLst>
            </a:custGeom>
            <a:noFill/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3" name="任意多边形: 形状 532">
              <a:extLst>
                <a:ext uri="{FF2B5EF4-FFF2-40B4-BE49-F238E27FC236}">
                  <a16:creationId xmlns:a16="http://schemas.microsoft.com/office/drawing/2014/main" id="{26A9AF27-E0BF-4D5E-AF20-6902B89D0D47}"/>
                </a:ext>
              </a:extLst>
            </p:cNvPr>
            <p:cNvSpPr/>
            <p:nvPr/>
          </p:nvSpPr>
          <p:spPr>
            <a:xfrm>
              <a:off x="9818482" y="3451311"/>
              <a:ext cx="661432" cy="884860"/>
            </a:xfrm>
            <a:custGeom>
              <a:avLst/>
              <a:gdLst>
                <a:gd name="connsiteX0" fmla="*/ 158572 w 510976"/>
                <a:gd name="connsiteY0" fmla="*/ 11811 h 683580"/>
                <a:gd name="connsiteX1" fmla="*/ 171812 w 510976"/>
                <a:gd name="connsiteY1" fmla="*/ 120587 h 683580"/>
                <a:gd name="connsiteX2" fmla="*/ 186480 w 510976"/>
                <a:gd name="connsiteY2" fmla="*/ 169069 h 683580"/>
                <a:gd name="connsiteX3" fmla="*/ 114471 w 510976"/>
                <a:gd name="connsiteY3" fmla="*/ 327851 h 683580"/>
                <a:gd name="connsiteX4" fmla="*/ 27699 w 510976"/>
                <a:gd name="connsiteY4" fmla="*/ 483584 h 683580"/>
                <a:gd name="connsiteX5" fmla="*/ 5696 w 510976"/>
                <a:gd name="connsiteY5" fmla="*/ 583597 h 683580"/>
                <a:gd name="connsiteX6" fmla="*/ 87992 w 510976"/>
                <a:gd name="connsiteY6" fmla="*/ 683514 h 683580"/>
                <a:gd name="connsiteX7" fmla="*/ 211817 w 510976"/>
                <a:gd name="connsiteY7" fmla="*/ 642366 h 683580"/>
                <a:gd name="connsiteX8" fmla="*/ 261823 w 510976"/>
                <a:gd name="connsiteY8" fmla="*/ 549783 h 683580"/>
                <a:gd name="connsiteX9" fmla="*/ 273634 w 510976"/>
                <a:gd name="connsiteY9" fmla="*/ 329279 h 683580"/>
                <a:gd name="connsiteX10" fmla="*/ 298590 w 510976"/>
                <a:gd name="connsiteY10" fmla="*/ 192596 h 683580"/>
                <a:gd name="connsiteX11" fmla="*/ 363264 w 510976"/>
                <a:gd name="connsiteY11" fmla="*/ 169069 h 683580"/>
                <a:gd name="connsiteX12" fmla="*/ 417652 w 510976"/>
                <a:gd name="connsiteY12" fmla="*/ 129350 h 683580"/>
                <a:gd name="connsiteX13" fmla="*/ 489661 w 510976"/>
                <a:gd name="connsiteY13" fmla="*/ 123539 h 683580"/>
                <a:gd name="connsiteX14" fmla="*/ 510235 w 510976"/>
                <a:gd name="connsiteY14" fmla="*/ 97060 h 683580"/>
                <a:gd name="connsiteX15" fmla="*/ 446989 w 510976"/>
                <a:gd name="connsiteY15" fmla="*/ 74962 h 683580"/>
                <a:gd name="connsiteX16" fmla="*/ 383838 w 510976"/>
                <a:gd name="connsiteY16" fmla="*/ 82391 h 683580"/>
                <a:gd name="connsiteX17" fmla="*/ 369170 w 510976"/>
                <a:gd name="connsiteY17" fmla="*/ 0 h 683580"/>
                <a:gd name="connsiteX18" fmla="*/ 228009 w 510976"/>
                <a:gd name="connsiteY18" fmla="*/ 10287 h 683580"/>
                <a:gd name="connsiteX19" fmla="*/ 158572 w 510976"/>
                <a:gd name="connsiteY19" fmla="*/ 11811 h 68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10976" h="683580">
                  <a:moveTo>
                    <a:pt x="158572" y="11811"/>
                  </a:moveTo>
                  <a:cubicBezTo>
                    <a:pt x="158572" y="11811"/>
                    <a:pt x="167335" y="86773"/>
                    <a:pt x="171812" y="120587"/>
                  </a:cubicBezTo>
                  <a:cubicBezTo>
                    <a:pt x="173089" y="137627"/>
                    <a:pt x="178097" y="154178"/>
                    <a:pt x="186480" y="169069"/>
                  </a:cubicBezTo>
                  <a:cubicBezTo>
                    <a:pt x="186480" y="169069"/>
                    <a:pt x="117424" y="323374"/>
                    <a:pt x="114471" y="327851"/>
                  </a:cubicBezTo>
                  <a:cubicBezTo>
                    <a:pt x="111519" y="332327"/>
                    <a:pt x="39510" y="467487"/>
                    <a:pt x="27699" y="483584"/>
                  </a:cubicBezTo>
                  <a:cubicBezTo>
                    <a:pt x="15887" y="499682"/>
                    <a:pt x="-11926" y="551212"/>
                    <a:pt x="5696" y="583597"/>
                  </a:cubicBezTo>
                  <a:cubicBezTo>
                    <a:pt x="23317" y="615982"/>
                    <a:pt x="51225" y="682085"/>
                    <a:pt x="87992" y="683514"/>
                  </a:cubicBezTo>
                  <a:cubicBezTo>
                    <a:pt x="124758" y="684943"/>
                    <a:pt x="176193" y="662940"/>
                    <a:pt x="211817" y="642366"/>
                  </a:cubicBezTo>
                  <a:cubicBezTo>
                    <a:pt x="247440" y="621792"/>
                    <a:pt x="258870" y="608552"/>
                    <a:pt x="261823" y="549783"/>
                  </a:cubicBezTo>
                  <a:cubicBezTo>
                    <a:pt x="264776" y="491014"/>
                    <a:pt x="263252" y="385191"/>
                    <a:pt x="273634" y="329279"/>
                  </a:cubicBezTo>
                  <a:cubicBezTo>
                    <a:pt x="284016" y="273368"/>
                    <a:pt x="291255" y="214979"/>
                    <a:pt x="298590" y="192596"/>
                  </a:cubicBezTo>
                  <a:cubicBezTo>
                    <a:pt x="305924" y="170212"/>
                    <a:pt x="348596" y="177927"/>
                    <a:pt x="363264" y="169069"/>
                  </a:cubicBezTo>
                  <a:cubicBezTo>
                    <a:pt x="377933" y="160211"/>
                    <a:pt x="391173" y="141161"/>
                    <a:pt x="417652" y="129350"/>
                  </a:cubicBezTo>
                  <a:cubicBezTo>
                    <a:pt x="440617" y="120618"/>
                    <a:pt x="465593" y="118603"/>
                    <a:pt x="489661" y="123539"/>
                  </a:cubicBezTo>
                  <a:cubicBezTo>
                    <a:pt x="498519" y="126492"/>
                    <a:pt x="514616" y="113252"/>
                    <a:pt x="510235" y="97060"/>
                  </a:cubicBezTo>
                  <a:cubicBezTo>
                    <a:pt x="505854" y="80867"/>
                    <a:pt x="476421" y="72104"/>
                    <a:pt x="446989" y="74962"/>
                  </a:cubicBezTo>
                  <a:cubicBezTo>
                    <a:pt x="417557" y="77819"/>
                    <a:pt x="391173" y="86773"/>
                    <a:pt x="383838" y="82391"/>
                  </a:cubicBezTo>
                  <a:cubicBezTo>
                    <a:pt x="376504" y="78010"/>
                    <a:pt x="369170" y="0"/>
                    <a:pt x="369170" y="0"/>
                  </a:cubicBezTo>
                  <a:cubicBezTo>
                    <a:pt x="369170" y="0"/>
                    <a:pt x="264395" y="8858"/>
                    <a:pt x="228009" y="10287"/>
                  </a:cubicBezTo>
                  <a:cubicBezTo>
                    <a:pt x="191624" y="11716"/>
                    <a:pt x="158572" y="11811"/>
                    <a:pt x="158572" y="11811"/>
                  </a:cubicBezTo>
                  <a:close/>
                </a:path>
              </a:pathLst>
            </a:custGeom>
            <a:solidFill>
              <a:srgbClr val="FFFFFF"/>
            </a:solidFill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6" name="任意多边形: 形状 535">
              <a:extLst>
                <a:ext uri="{FF2B5EF4-FFF2-40B4-BE49-F238E27FC236}">
                  <a16:creationId xmlns:a16="http://schemas.microsoft.com/office/drawing/2014/main" id="{3CB59F8E-4842-406D-94B9-E1AA576C9DB8}"/>
                </a:ext>
              </a:extLst>
            </p:cNvPr>
            <p:cNvSpPr/>
            <p:nvPr/>
          </p:nvSpPr>
          <p:spPr>
            <a:xfrm>
              <a:off x="10232977" y="3381396"/>
              <a:ext cx="75780" cy="167063"/>
            </a:xfrm>
            <a:custGeom>
              <a:avLst/>
              <a:gdLst>
                <a:gd name="connsiteX0" fmla="*/ 0 w 58543"/>
                <a:gd name="connsiteY0" fmla="*/ 8483 h 129061"/>
                <a:gd name="connsiteX1" fmla="*/ 1524 w 58543"/>
                <a:gd name="connsiteY1" fmla="*/ 114306 h 129061"/>
                <a:gd name="connsiteX2" fmla="*/ 16521 w 58543"/>
                <a:gd name="connsiteY2" fmla="*/ 129025 h 129061"/>
                <a:gd name="connsiteX3" fmla="*/ 17621 w 58543"/>
                <a:gd name="connsiteY3" fmla="*/ 128974 h 129061"/>
                <a:gd name="connsiteX4" fmla="*/ 48577 w 58543"/>
                <a:gd name="connsiteY4" fmla="*/ 112877 h 129061"/>
                <a:gd name="connsiteX5" fmla="*/ 57340 w 58543"/>
                <a:gd name="connsiteY5" fmla="*/ 14389 h 129061"/>
                <a:gd name="connsiteX6" fmla="*/ 0 w 58543"/>
                <a:gd name="connsiteY6" fmla="*/ 8483 h 129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543" h="129061">
                  <a:moveTo>
                    <a:pt x="0" y="8483"/>
                  </a:moveTo>
                  <a:cubicBezTo>
                    <a:pt x="0" y="8483"/>
                    <a:pt x="1524" y="105543"/>
                    <a:pt x="1524" y="114306"/>
                  </a:cubicBezTo>
                  <a:cubicBezTo>
                    <a:pt x="1600" y="122512"/>
                    <a:pt x="8315" y="129102"/>
                    <a:pt x="16521" y="129025"/>
                  </a:cubicBezTo>
                  <a:cubicBezTo>
                    <a:pt x="16888" y="129022"/>
                    <a:pt x="17255" y="129005"/>
                    <a:pt x="17621" y="128974"/>
                  </a:cubicBezTo>
                  <a:cubicBezTo>
                    <a:pt x="25051" y="127546"/>
                    <a:pt x="44101" y="134880"/>
                    <a:pt x="48577" y="112877"/>
                  </a:cubicBezTo>
                  <a:cubicBezTo>
                    <a:pt x="53054" y="90874"/>
                    <a:pt x="61722" y="29057"/>
                    <a:pt x="57340" y="14389"/>
                  </a:cubicBezTo>
                  <a:cubicBezTo>
                    <a:pt x="52959" y="-280"/>
                    <a:pt x="13240" y="-6185"/>
                    <a:pt x="0" y="8483"/>
                  </a:cubicBezTo>
                  <a:close/>
                </a:path>
              </a:pathLst>
            </a:custGeom>
            <a:solidFill>
              <a:srgbClr val="FFFFFF"/>
            </a:solidFill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7" name="任意多边形: 形状 536">
              <a:extLst>
                <a:ext uri="{FF2B5EF4-FFF2-40B4-BE49-F238E27FC236}">
                  <a16:creationId xmlns:a16="http://schemas.microsoft.com/office/drawing/2014/main" id="{4E6F2736-D24B-4449-AF14-779F58B1B8E1}"/>
                </a:ext>
              </a:extLst>
            </p:cNvPr>
            <p:cNvSpPr/>
            <p:nvPr/>
          </p:nvSpPr>
          <p:spPr>
            <a:xfrm>
              <a:off x="10149324" y="3383578"/>
              <a:ext cx="85619" cy="173583"/>
            </a:xfrm>
            <a:custGeom>
              <a:avLst/>
              <a:gdLst>
                <a:gd name="connsiteX0" fmla="*/ 64620 w 66143"/>
                <a:gd name="connsiteY0" fmla="*/ 6796 h 134098"/>
                <a:gd name="connsiteX1" fmla="*/ 4422 w 66143"/>
                <a:gd name="connsiteY1" fmla="*/ 2414 h 134098"/>
                <a:gd name="connsiteX2" fmla="*/ 13185 w 66143"/>
                <a:gd name="connsiteY2" fmla="*/ 122905 h 134098"/>
                <a:gd name="connsiteX3" fmla="*/ 44046 w 66143"/>
                <a:gd name="connsiteY3" fmla="*/ 133192 h 134098"/>
                <a:gd name="connsiteX4" fmla="*/ 66144 w 66143"/>
                <a:gd name="connsiteY4" fmla="*/ 112618 h 134098"/>
                <a:gd name="connsiteX5" fmla="*/ 64620 w 66143"/>
                <a:gd name="connsiteY5" fmla="*/ 6796 h 134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143" h="134098">
                  <a:moveTo>
                    <a:pt x="64620" y="6796"/>
                  </a:moveTo>
                  <a:cubicBezTo>
                    <a:pt x="64620" y="6796"/>
                    <a:pt x="17662" y="-4920"/>
                    <a:pt x="4422" y="2414"/>
                  </a:cubicBezTo>
                  <a:cubicBezTo>
                    <a:pt x="-8818" y="9749"/>
                    <a:pt x="11756" y="114142"/>
                    <a:pt x="13185" y="122905"/>
                  </a:cubicBezTo>
                  <a:cubicBezTo>
                    <a:pt x="14614" y="131668"/>
                    <a:pt x="35283" y="136145"/>
                    <a:pt x="44046" y="133192"/>
                  </a:cubicBezTo>
                  <a:cubicBezTo>
                    <a:pt x="52809" y="130240"/>
                    <a:pt x="66144" y="124429"/>
                    <a:pt x="66144" y="112618"/>
                  </a:cubicBezTo>
                  <a:cubicBezTo>
                    <a:pt x="66144" y="100808"/>
                    <a:pt x="64620" y="6796"/>
                    <a:pt x="64620" y="6796"/>
                  </a:cubicBezTo>
                  <a:close/>
                </a:path>
              </a:pathLst>
            </a:custGeom>
            <a:solidFill>
              <a:srgbClr val="FFFFFF"/>
            </a:solidFill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8" name="任意多边形: 形状 537">
              <a:extLst>
                <a:ext uri="{FF2B5EF4-FFF2-40B4-BE49-F238E27FC236}">
                  <a16:creationId xmlns:a16="http://schemas.microsoft.com/office/drawing/2014/main" id="{D6782E4E-5A36-4367-AECB-597261AACE42}"/>
                </a:ext>
              </a:extLst>
            </p:cNvPr>
            <p:cNvSpPr/>
            <p:nvPr/>
          </p:nvSpPr>
          <p:spPr>
            <a:xfrm>
              <a:off x="10077471" y="3386825"/>
              <a:ext cx="89958" cy="183731"/>
            </a:xfrm>
            <a:custGeom>
              <a:avLst/>
              <a:gdLst>
                <a:gd name="connsiteX0" fmla="*/ 49645 w 69496"/>
                <a:gd name="connsiteY0" fmla="*/ 2858 h 141938"/>
                <a:gd name="connsiteX1" fmla="*/ 9925 w 69496"/>
                <a:gd name="connsiteY1" fmla="*/ 7239 h 141938"/>
                <a:gd name="connsiteX2" fmla="*/ 1067 w 69496"/>
                <a:gd name="connsiteY2" fmla="*/ 58674 h 141938"/>
                <a:gd name="connsiteX3" fmla="*/ 24594 w 69496"/>
                <a:gd name="connsiteY3" fmla="*/ 133636 h 141938"/>
                <a:gd name="connsiteX4" fmla="*/ 61360 w 69496"/>
                <a:gd name="connsiteY4" fmla="*/ 139541 h 141938"/>
                <a:gd name="connsiteX5" fmla="*/ 68695 w 69496"/>
                <a:gd name="connsiteY5" fmla="*/ 120491 h 141938"/>
                <a:gd name="connsiteX6" fmla="*/ 61360 w 69496"/>
                <a:gd name="connsiteY6" fmla="*/ 69056 h 141938"/>
                <a:gd name="connsiteX7" fmla="*/ 59932 w 69496"/>
                <a:gd name="connsiteY7" fmla="*/ 0 h 14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9496" h="141938">
                  <a:moveTo>
                    <a:pt x="49645" y="2858"/>
                  </a:moveTo>
                  <a:cubicBezTo>
                    <a:pt x="49645" y="2858"/>
                    <a:pt x="18784" y="-3048"/>
                    <a:pt x="9925" y="7239"/>
                  </a:cubicBezTo>
                  <a:cubicBezTo>
                    <a:pt x="1067" y="17526"/>
                    <a:pt x="-1790" y="32195"/>
                    <a:pt x="1067" y="58674"/>
                  </a:cubicBezTo>
                  <a:cubicBezTo>
                    <a:pt x="4953" y="84735"/>
                    <a:pt x="12891" y="110028"/>
                    <a:pt x="24594" y="133636"/>
                  </a:cubicBezTo>
                  <a:cubicBezTo>
                    <a:pt x="30499" y="142494"/>
                    <a:pt x="49645" y="143923"/>
                    <a:pt x="61360" y="139541"/>
                  </a:cubicBezTo>
                  <a:cubicBezTo>
                    <a:pt x="73076" y="135160"/>
                    <a:pt x="68695" y="120491"/>
                    <a:pt x="68695" y="120491"/>
                  </a:cubicBezTo>
                  <a:cubicBezTo>
                    <a:pt x="68695" y="120491"/>
                    <a:pt x="62789" y="114586"/>
                    <a:pt x="61360" y="69056"/>
                  </a:cubicBezTo>
                  <a:cubicBezTo>
                    <a:pt x="59932" y="23527"/>
                    <a:pt x="59932" y="0"/>
                    <a:pt x="59932" y="0"/>
                  </a:cubicBezTo>
                  <a:close/>
                </a:path>
              </a:pathLst>
            </a:custGeom>
            <a:solidFill>
              <a:srgbClr val="FFFFFF"/>
            </a:solidFill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9" name="任意多边形: 形状 538">
              <a:extLst>
                <a:ext uri="{FF2B5EF4-FFF2-40B4-BE49-F238E27FC236}">
                  <a16:creationId xmlns:a16="http://schemas.microsoft.com/office/drawing/2014/main" id="{8AD2FFA2-2721-4A0F-95F7-2FEE99B64694}"/>
                </a:ext>
              </a:extLst>
            </p:cNvPr>
            <p:cNvSpPr/>
            <p:nvPr/>
          </p:nvSpPr>
          <p:spPr>
            <a:xfrm>
              <a:off x="10017928" y="3413335"/>
              <a:ext cx="78258" cy="146749"/>
            </a:xfrm>
            <a:custGeom>
              <a:avLst/>
              <a:gdLst>
                <a:gd name="connsiteX0" fmla="*/ 44209 w 60457"/>
                <a:gd name="connsiteY0" fmla="*/ 0 h 113368"/>
                <a:gd name="connsiteX1" fmla="*/ 108 w 60457"/>
                <a:gd name="connsiteY1" fmla="*/ 17621 h 113368"/>
                <a:gd name="connsiteX2" fmla="*/ 17729 w 60457"/>
                <a:gd name="connsiteY2" fmla="*/ 108775 h 113368"/>
                <a:gd name="connsiteX3" fmla="*/ 45637 w 60457"/>
                <a:gd name="connsiteY3" fmla="*/ 110204 h 113368"/>
                <a:gd name="connsiteX4" fmla="*/ 60306 w 60457"/>
                <a:gd name="connsiteY4" fmla="*/ 94012 h 113368"/>
                <a:gd name="connsiteX5" fmla="*/ 44209 w 60457"/>
                <a:gd name="connsiteY5" fmla="*/ 0 h 113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457" h="113368">
                  <a:moveTo>
                    <a:pt x="44209" y="0"/>
                  </a:moveTo>
                  <a:cubicBezTo>
                    <a:pt x="38303" y="1429"/>
                    <a:pt x="1536" y="2953"/>
                    <a:pt x="108" y="17621"/>
                  </a:cubicBezTo>
                  <a:cubicBezTo>
                    <a:pt x="-1321" y="32290"/>
                    <a:pt x="11823" y="101441"/>
                    <a:pt x="17729" y="108775"/>
                  </a:cubicBezTo>
                  <a:cubicBezTo>
                    <a:pt x="23635" y="116110"/>
                    <a:pt x="39732" y="113157"/>
                    <a:pt x="45637" y="110204"/>
                  </a:cubicBezTo>
                  <a:cubicBezTo>
                    <a:pt x="51543" y="107251"/>
                    <a:pt x="61830" y="102870"/>
                    <a:pt x="60306" y="94012"/>
                  </a:cubicBezTo>
                  <a:cubicBezTo>
                    <a:pt x="58782" y="85153"/>
                    <a:pt x="44209" y="0"/>
                    <a:pt x="44209" y="0"/>
                  </a:cubicBezTo>
                  <a:close/>
                </a:path>
              </a:pathLst>
            </a:custGeom>
            <a:solidFill>
              <a:srgbClr val="FFFFFF"/>
            </a:solidFill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0" name="任意多边形: 形状 539">
              <a:extLst>
                <a:ext uri="{FF2B5EF4-FFF2-40B4-BE49-F238E27FC236}">
                  <a16:creationId xmlns:a16="http://schemas.microsoft.com/office/drawing/2014/main" id="{45CED4CB-D5CF-4034-B581-620FB30C8ED3}"/>
                </a:ext>
              </a:extLst>
            </p:cNvPr>
            <p:cNvSpPr/>
            <p:nvPr/>
          </p:nvSpPr>
          <p:spPr>
            <a:xfrm>
              <a:off x="9818837" y="3740688"/>
              <a:ext cx="371467" cy="596100"/>
            </a:xfrm>
            <a:custGeom>
              <a:avLst/>
              <a:gdLst>
                <a:gd name="connsiteX0" fmla="*/ 209721 w 286969"/>
                <a:gd name="connsiteY0" fmla="*/ 38100 h 460504"/>
                <a:gd name="connsiteX1" fmla="*/ 162096 w 286969"/>
                <a:gd name="connsiteY1" fmla="*/ 0 h 460504"/>
                <a:gd name="connsiteX2" fmla="*/ 114471 w 286969"/>
                <a:gd name="connsiteY2" fmla="*/ 104775 h 460504"/>
                <a:gd name="connsiteX3" fmla="*/ 27699 w 286969"/>
                <a:gd name="connsiteY3" fmla="*/ 260509 h 460504"/>
                <a:gd name="connsiteX4" fmla="*/ 5696 w 286969"/>
                <a:gd name="connsiteY4" fmla="*/ 360521 h 460504"/>
                <a:gd name="connsiteX5" fmla="*/ 87992 w 286969"/>
                <a:gd name="connsiteY5" fmla="*/ 460439 h 460504"/>
                <a:gd name="connsiteX6" fmla="*/ 211817 w 286969"/>
                <a:gd name="connsiteY6" fmla="*/ 419291 h 460504"/>
                <a:gd name="connsiteX7" fmla="*/ 261823 w 286969"/>
                <a:gd name="connsiteY7" fmla="*/ 326708 h 460504"/>
                <a:gd name="connsiteX8" fmla="*/ 273634 w 286969"/>
                <a:gd name="connsiteY8" fmla="*/ 106204 h 460504"/>
                <a:gd name="connsiteX9" fmla="*/ 286969 w 286969"/>
                <a:gd name="connsiteY9" fmla="*/ 26575 h 460504"/>
                <a:gd name="connsiteX10" fmla="*/ 209721 w 286969"/>
                <a:gd name="connsiteY10" fmla="*/ 38100 h 460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6969" h="460504">
                  <a:moveTo>
                    <a:pt x="209721" y="38100"/>
                  </a:moveTo>
                  <a:cubicBezTo>
                    <a:pt x="188242" y="34678"/>
                    <a:pt x="170149" y="20204"/>
                    <a:pt x="162096" y="0"/>
                  </a:cubicBezTo>
                  <a:cubicBezTo>
                    <a:pt x="141903" y="44958"/>
                    <a:pt x="116186" y="101822"/>
                    <a:pt x="114471" y="104775"/>
                  </a:cubicBezTo>
                  <a:cubicBezTo>
                    <a:pt x="111519" y="109157"/>
                    <a:pt x="39510" y="244412"/>
                    <a:pt x="27699" y="260509"/>
                  </a:cubicBezTo>
                  <a:cubicBezTo>
                    <a:pt x="15887" y="276606"/>
                    <a:pt x="-11926" y="328136"/>
                    <a:pt x="5696" y="360521"/>
                  </a:cubicBezTo>
                  <a:cubicBezTo>
                    <a:pt x="23317" y="392906"/>
                    <a:pt x="51225" y="459010"/>
                    <a:pt x="87992" y="460439"/>
                  </a:cubicBezTo>
                  <a:cubicBezTo>
                    <a:pt x="124758" y="461867"/>
                    <a:pt x="176193" y="439865"/>
                    <a:pt x="211817" y="419291"/>
                  </a:cubicBezTo>
                  <a:cubicBezTo>
                    <a:pt x="247440" y="398717"/>
                    <a:pt x="258870" y="385477"/>
                    <a:pt x="261823" y="326708"/>
                  </a:cubicBezTo>
                  <a:cubicBezTo>
                    <a:pt x="264776" y="267938"/>
                    <a:pt x="263252" y="162116"/>
                    <a:pt x="273634" y="106204"/>
                  </a:cubicBezTo>
                  <a:cubicBezTo>
                    <a:pt x="278587" y="78772"/>
                    <a:pt x="283159" y="50768"/>
                    <a:pt x="286969" y="26575"/>
                  </a:cubicBezTo>
                  <a:cubicBezTo>
                    <a:pt x="262166" y="35208"/>
                    <a:pt x="235964" y="39117"/>
                    <a:pt x="209721" y="38100"/>
                  </a:cubicBezTo>
                  <a:close/>
                </a:path>
              </a:pathLst>
            </a:custGeom>
            <a:solidFill>
              <a:schemeClr val="accent2"/>
            </a:solidFill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1" name="任意多边形: 形状 540">
              <a:extLst>
                <a:ext uri="{FF2B5EF4-FFF2-40B4-BE49-F238E27FC236}">
                  <a16:creationId xmlns:a16="http://schemas.microsoft.com/office/drawing/2014/main" id="{18EF600A-B471-4F2A-B542-4F2A3FB82474}"/>
                </a:ext>
              </a:extLst>
            </p:cNvPr>
            <p:cNvSpPr/>
            <p:nvPr/>
          </p:nvSpPr>
          <p:spPr>
            <a:xfrm>
              <a:off x="10141157" y="3580770"/>
              <a:ext cx="36656" cy="98883"/>
            </a:xfrm>
            <a:custGeom>
              <a:avLst/>
              <a:gdLst>
                <a:gd name="connsiteX0" fmla="*/ 28318 w 28318"/>
                <a:gd name="connsiteY0" fmla="*/ 0 h 76390"/>
                <a:gd name="connsiteX1" fmla="*/ 410 w 28318"/>
                <a:gd name="connsiteY1" fmla="*/ 41148 h 76390"/>
                <a:gd name="connsiteX2" fmla="*/ 7744 w 28318"/>
                <a:gd name="connsiteY2" fmla="*/ 76391 h 7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318" h="76390">
                  <a:moveTo>
                    <a:pt x="28318" y="0"/>
                  </a:moveTo>
                  <a:cubicBezTo>
                    <a:pt x="28318" y="0"/>
                    <a:pt x="3267" y="22003"/>
                    <a:pt x="410" y="41148"/>
                  </a:cubicBezTo>
                  <a:cubicBezTo>
                    <a:pt x="-1076" y="53382"/>
                    <a:pt x="1501" y="65765"/>
                    <a:pt x="7744" y="76391"/>
                  </a:cubicBezTo>
                </a:path>
              </a:pathLst>
            </a:custGeom>
            <a:solidFill>
              <a:srgbClr val="FFFFFF"/>
            </a:solidFill>
            <a:ln w="7144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F4A14FF4-E8B2-4A55-A20E-A8ED893B544F}"/>
              </a:ext>
            </a:extLst>
          </p:cNvPr>
          <p:cNvSpPr/>
          <p:nvPr/>
        </p:nvSpPr>
        <p:spPr>
          <a:xfrm rot="5036726">
            <a:off x="2472414" y="2940566"/>
            <a:ext cx="355506" cy="895613"/>
          </a:xfrm>
          <a:prstGeom prst="triangle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6" name="直角三角形 545">
            <a:extLst>
              <a:ext uri="{FF2B5EF4-FFF2-40B4-BE49-F238E27FC236}">
                <a16:creationId xmlns:a16="http://schemas.microsoft.com/office/drawing/2014/main" id="{2C15100D-526A-49FD-B000-285C0325080F}"/>
              </a:ext>
            </a:extLst>
          </p:cNvPr>
          <p:cNvSpPr/>
          <p:nvPr/>
        </p:nvSpPr>
        <p:spPr>
          <a:xfrm rot="3307312">
            <a:off x="2611005" y="3306321"/>
            <a:ext cx="287692" cy="1346853"/>
          </a:xfrm>
          <a:prstGeom prst="rtTriangle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7" name="等腰三角形 546">
            <a:extLst>
              <a:ext uri="{FF2B5EF4-FFF2-40B4-BE49-F238E27FC236}">
                <a16:creationId xmlns:a16="http://schemas.microsoft.com/office/drawing/2014/main" id="{654943D5-7FEC-429A-8220-215F79654D8A}"/>
              </a:ext>
            </a:extLst>
          </p:cNvPr>
          <p:cNvSpPr/>
          <p:nvPr/>
        </p:nvSpPr>
        <p:spPr>
          <a:xfrm rot="17363672" flipH="1">
            <a:off x="8885189" y="3445733"/>
            <a:ext cx="564224" cy="993221"/>
          </a:xfrm>
          <a:prstGeom prst="triangle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8" name="直角三角形 547">
            <a:extLst>
              <a:ext uri="{FF2B5EF4-FFF2-40B4-BE49-F238E27FC236}">
                <a16:creationId xmlns:a16="http://schemas.microsoft.com/office/drawing/2014/main" id="{E08DA12D-1040-4805-BF82-FC91B00D15C4}"/>
              </a:ext>
            </a:extLst>
          </p:cNvPr>
          <p:cNvSpPr/>
          <p:nvPr/>
        </p:nvSpPr>
        <p:spPr>
          <a:xfrm rot="14371355" flipH="1">
            <a:off x="9265971" y="2532276"/>
            <a:ext cx="287692" cy="1346853"/>
          </a:xfrm>
          <a:prstGeom prst="rtTriangle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1" name="Group 504+">
            <a:extLst>
              <a:ext uri="{FF2B5EF4-FFF2-40B4-BE49-F238E27FC236}">
                <a16:creationId xmlns:a16="http://schemas.microsoft.com/office/drawing/2014/main" id="{A5B77109-80E1-4039-9018-3147BEE68D63}"/>
              </a:ext>
            </a:extLst>
          </p:cNvPr>
          <p:cNvGrpSpPr/>
          <p:nvPr/>
        </p:nvGrpSpPr>
        <p:grpSpPr>
          <a:xfrm>
            <a:off x="9187297" y="5073395"/>
            <a:ext cx="1221767" cy="1403436"/>
            <a:chOff x="5612693" y="1808179"/>
            <a:chExt cx="1181907" cy="1338737"/>
          </a:xfrm>
        </p:grpSpPr>
        <p:sp>
          <p:nvSpPr>
            <p:cNvPr id="332" name="任意多边形: 形状 331">
              <a:extLst>
                <a:ext uri="{FF2B5EF4-FFF2-40B4-BE49-F238E27FC236}">
                  <a16:creationId xmlns:a16="http://schemas.microsoft.com/office/drawing/2014/main" id="{9AC42120-A739-467F-BC73-9D247744421E}"/>
                </a:ext>
              </a:extLst>
            </p:cNvPr>
            <p:cNvSpPr/>
            <p:nvPr/>
          </p:nvSpPr>
          <p:spPr>
            <a:xfrm>
              <a:off x="5828044" y="2921993"/>
              <a:ext cx="569612" cy="223035"/>
            </a:xfrm>
            <a:custGeom>
              <a:avLst/>
              <a:gdLst>
                <a:gd name="connsiteX0" fmla="*/ 410255 w 569609"/>
                <a:gd name="connsiteY0" fmla="*/ 0 h 223033"/>
                <a:gd name="connsiteX1" fmla="*/ 545320 w 569609"/>
                <a:gd name="connsiteY1" fmla="*/ 17479 h 223033"/>
                <a:gd name="connsiteX2" fmla="*/ 560182 w 569609"/>
                <a:gd name="connsiteY2" fmla="*/ 56270 h 223033"/>
                <a:gd name="connsiteX3" fmla="*/ 569609 w 569609"/>
                <a:gd name="connsiteY3" fmla="*/ 223033 h 223033"/>
                <a:gd name="connsiteX4" fmla="*/ 0 w 569609"/>
                <a:gd name="connsiteY4" fmla="*/ 223033 h 223033"/>
                <a:gd name="connsiteX5" fmla="*/ 24125 w 569609"/>
                <a:gd name="connsiteY5" fmla="*/ 157686 h 223033"/>
                <a:gd name="connsiteX6" fmla="*/ 79553 w 569609"/>
                <a:gd name="connsiteY6" fmla="*/ 17479 h 223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9609" h="223033">
                  <a:moveTo>
                    <a:pt x="410255" y="0"/>
                  </a:moveTo>
                  <a:lnTo>
                    <a:pt x="545320" y="17479"/>
                  </a:lnTo>
                  <a:lnTo>
                    <a:pt x="560182" y="56270"/>
                  </a:lnTo>
                  <a:lnTo>
                    <a:pt x="569609" y="223033"/>
                  </a:lnTo>
                  <a:lnTo>
                    <a:pt x="0" y="223033"/>
                  </a:lnTo>
                  <a:lnTo>
                    <a:pt x="24125" y="157686"/>
                  </a:lnTo>
                  <a:lnTo>
                    <a:pt x="79553" y="17479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3" name="任意多边形: 形状 332">
              <a:extLst>
                <a:ext uri="{FF2B5EF4-FFF2-40B4-BE49-F238E27FC236}">
                  <a16:creationId xmlns:a16="http://schemas.microsoft.com/office/drawing/2014/main" id="{F56F754A-BEEB-4C90-A7F0-D9684709DC47}"/>
                </a:ext>
              </a:extLst>
            </p:cNvPr>
            <p:cNvSpPr/>
            <p:nvPr/>
          </p:nvSpPr>
          <p:spPr>
            <a:xfrm>
              <a:off x="5612693" y="2147204"/>
              <a:ext cx="485211" cy="796754"/>
            </a:xfrm>
            <a:custGeom>
              <a:avLst/>
              <a:gdLst>
                <a:gd name="connsiteX0" fmla="*/ 98298 w 494442"/>
                <a:gd name="connsiteY0" fmla="*/ 0 h 811910"/>
                <a:gd name="connsiteX1" fmla="*/ 2572 w 494442"/>
                <a:gd name="connsiteY1" fmla="*/ 562832 h 811910"/>
                <a:gd name="connsiteX2" fmla="*/ 0 w 494442"/>
                <a:gd name="connsiteY2" fmla="*/ 640461 h 811910"/>
                <a:gd name="connsiteX3" fmla="*/ 357664 w 494442"/>
                <a:gd name="connsiteY3" fmla="*/ 811911 h 811910"/>
                <a:gd name="connsiteX4" fmla="*/ 494443 w 494442"/>
                <a:gd name="connsiteY4" fmla="*/ 475678 h 811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42" h="811910">
                  <a:moveTo>
                    <a:pt x="98298" y="0"/>
                  </a:moveTo>
                  <a:cubicBezTo>
                    <a:pt x="98298" y="0"/>
                    <a:pt x="10192" y="329565"/>
                    <a:pt x="2572" y="562832"/>
                  </a:cubicBezTo>
                  <a:lnTo>
                    <a:pt x="0" y="640461"/>
                  </a:lnTo>
                  <a:cubicBezTo>
                    <a:pt x="0" y="640461"/>
                    <a:pt x="194596" y="802386"/>
                    <a:pt x="357664" y="811911"/>
                  </a:cubicBezTo>
                  <a:lnTo>
                    <a:pt x="494443" y="475678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4" name="任意多边形: 形状 333">
              <a:extLst>
                <a:ext uri="{FF2B5EF4-FFF2-40B4-BE49-F238E27FC236}">
                  <a16:creationId xmlns:a16="http://schemas.microsoft.com/office/drawing/2014/main" id="{EB7BFD95-4A72-4843-B6AC-BE8D0E5978F7}"/>
                </a:ext>
              </a:extLst>
            </p:cNvPr>
            <p:cNvSpPr/>
            <p:nvPr/>
          </p:nvSpPr>
          <p:spPr>
            <a:xfrm>
              <a:off x="5671187" y="1808179"/>
              <a:ext cx="902339" cy="1011461"/>
            </a:xfrm>
            <a:custGeom>
              <a:avLst/>
              <a:gdLst>
                <a:gd name="connsiteX0" fmla="*/ 902608 w 919505"/>
                <a:gd name="connsiteY0" fmla="*/ 547593 h 1030701"/>
                <a:gd name="connsiteX1" fmla="*/ 717442 w 919505"/>
                <a:gd name="connsiteY1" fmla="*/ 94965 h 1030701"/>
                <a:gd name="connsiteX2" fmla="*/ 379305 w 919505"/>
                <a:gd name="connsiteY2" fmla="*/ 763 h 1030701"/>
                <a:gd name="connsiteX3" fmla="*/ 193186 w 919505"/>
                <a:gd name="connsiteY3" fmla="*/ 62485 h 1030701"/>
                <a:gd name="connsiteX4" fmla="*/ 52026 w 919505"/>
                <a:gd name="connsiteY4" fmla="*/ 266701 h 1030701"/>
                <a:gd name="connsiteX5" fmla="*/ 38024 w 919505"/>
                <a:gd name="connsiteY5" fmla="*/ 689230 h 1030701"/>
                <a:gd name="connsiteX6" fmla="*/ 684676 w 919505"/>
                <a:gd name="connsiteY6" fmla="*/ 1030701 h 1030701"/>
                <a:gd name="connsiteX7" fmla="*/ 915372 w 919505"/>
                <a:gd name="connsiteY7" fmla="*/ 764668 h 1030701"/>
                <a:gd name="connsiteX8" fmla="*/ 902608 w 919505"/>
                <a:gd name="connsiteY8" fmla="*/ 547593 h 1030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505" h="1030701">
                  <a:moveTo>
                    <a:pt x="902608" y="547593"/>
                  </a:moveTo>
                  <a:cubicBezTo>
                    <a:pt x="865461" y="386811"/>
                    <a:pt x="851173" y="199740"/>
                    <a:pt x="717442" y="94965"/>
                  </a:cubicBezTo>
                  <a:cubicBezTo>
                    <a:pt x="618287" y="17146"/>
                    <a:pt x="505225" y="-4571"/>
                    <a:pt x="379305" y="763"/>
                  </a:cubicBezTo>
                  <a:cubicBezTo>
                    <a:pt x="317297" y="3335"/>
                    <a:pt x="247288" y="31910"/>
                    <a:pt x="193186" y="62485"/>
                  </a:cubicBezTo>
                  <a:cubicBezTo>
                    <a:pt x="119177" y="104395"/>
                    <a:pt x="87840" y="189453"/>
                    <a:pt x="52026" y="266701"/>
                  </a:cubicBezTo>
                  <a:cubicBezTo>
                    <a:pt x="-19507" y="421482"/>
                    <a:pt x="-10458" y="631032"/>
                    <a:pt x="38024" y="689230"/>
                  </a:cubicBezTo>
                  <a:lnTo>
                    <a:pt x="684676" y="1030701"/>
                  </a:lnTo>
                  <a:cubicBezTo>
                    <a:pt x="813835" y="963550"/>
                    <a:pt x="894703" y="936785"/>
                    <a:pt x="915372" y="764668"/>
                  </a:cubicBezTo>
                  <a:cubicBezTo>
                    <a:pt x="923720" y="692117"/>
                    <a:pt x="919401" y="618667"/>
                    <a:pt x="902608" y="547593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5" name="任意多边形: 形状 334">
              <a:extLst>
                <a:ext uri="{FF2B5EF4-FFF2-40B4-BE49-F238E27FC236}">
                  <a16:creationId xmlns:a16="http://schemas.microsoft.com/office/drawing/2014/main" id="{7BB6BD0E-6C81-4716-B1EA-714FF8DC9EAF}"/>
                </a:ext>
              </a:extLst>
            </p:cNvPr>
            <p:cNvSpPr/>
            <p:nvPr/>
          </p:nvSpPr>
          <p:spPr>
            <a:xfrm>
              <a:off x="5715580" y="1907314"/>
              <a:ext cx="718120" cy="1227701"/>
            </a:xfrm>
            <a:custGeom>
              <a:avLst/>
              <a:gdLst>
                <a:gd name="connsiteX0" fmla="*/ 665443 w 731781"/>
                <a:gd name="connsiteY0" fmla="*/ 121675 h 1251054"/>
                <a:gd name="connsiteX1" fmla="*/ 258535 w 731781"/>
                <a:gd name="connsiteY1" fmla="*/ 1565 h 1251054"/>
                <a:gd name="connsiteX2" fmla="*/ 19934 w 731781"/>
                <a:gd name="connsiteY2" fmla="*/ 272932 h 1251054"/>
                <a:gd name="connsiteX3" fmla="*/ 5456 w 731781"/>
                <a:gd name="connsiteY3" fmla="*/ 708892 h 1251054"/>
                <a:gd name="connsiteX4" fmla="*/ 199480 w 731781"/>
                <a:gd name="connsiteY4" fmla="*/ 965114 h 1251054"/>
                <a:gd name="connsiteX5" fmla="*/ 198242 w 731781"/>
                <a:gd name="connsiteY5" fmla="*/ 1054078 h 1251054"/>
                <a:gd name="connsiteX6" fmla="*/ 383599 w 731781"/>
                <a:gd name="connsiteY6" fmla="*/ 1251055 h 1251054"/>
                <a:gd name="connsiteX7" fmla="*/ 666872 w 731781"/>
                <a:gd name="connsiteY7" fmla="*/ 1061698 h 1251054"/>
                <a:gd name="connsiteX8" fmla="*/ 731642 w 731781"/>
                <a:gd name="connsiteY8" fmla="*/ 202924 h 1251054"/>
                <a:gd name="connsiteX9" fmla="*/ 665443 w 731781"/>
                <a:gd name="connsiteY9" fmla="*/ 121675 h 1251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31781" h="1251054">
                  <a:moveTo>
                    <a:pt x="665443" y="121675"/>
                  </a:moveTo>
                  <a:lnTo>
                    <a:pt x="258535" y="1565"/>
                  </a:lnTo>
                  <a:cubicBezTo>
                    <a:pt x="127376" y="-17485"/>
                    <a:pt x="33459" y="141107"/>
                    <a:pt x="19934" y="272932"/>
                  </a:cubicBezTo>
                  <a:cubicBezTo>
                    <a:pt x="4980" y="419332"/>
                    <a:pt x="-7593" y="598687"/>
                    <a:pt x="5456" y="708892"/>
                  </a:cubicBezTo>
                  <a:cubicBezTo>
                    <a:pt x="31745" y="930443"/>
                    <a:pt x="199480" y="965114"/>
                    <a:pt x="199480" y="965114"/>
                  </a:cubicBezTo>
                  <a:cubicBezTo>
                    <a:pt x="199480" y="965114"/>
                    <a:pt x="198242" y="1054078"/>
                    <a:pt x="198242" y="1054078"/>
                  </a:cubicBezTo>
                  <a:lnTo>
                    <a:pt x="383599" y="1251055"/>
                  </a:lnTo>
                  <a:lnTo>
                    <a:pt x="666872" y="1061698"/>
                  </a:lnTo>
                  <a:lnTo>
                    <a:pt x="731642" y="202924"/>
                  </a:lnTo>
                  <a:cubicBezTo>
                    <a:pt x="734037" y="162755"/>
                    <a:pt x="705268" y="127445"/>
                    <a:pt x="665443" y="121675"/>
                  </a:cubicBezTo>
                  <a:close/>
                </a:path>
              </a:pathLst>
            </a:custGeom>
            <a:solidFill>
              <a:srgbClr val="FFBF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6" name="任意多边形: 形状 335">
              <a:extLst>
                <a:ext uri="{FF2B5EF4-FFF2-40B4-BE49-F238E27FC236}">
                  <a16:creationId xmlns:a16="http://schemas.microsoft.com/office/drawing/2014/main" id="{B98D6A41-963A-4DCA-9908-B2C764F6D203}"/>
                </a:ext>
              </a:extLst>
            </p:cNvPr>
            <p:cNvSpPr/>
            <p:nvPr/>
          </p:nvSpPr>
          <p:spPr>
            <a:xfrm>
              <a:off x="5808405" y="2347878"/>
              <a:ext cx="55187" cy="53203"/>
            </a:xfrm>
            <a:custGeom>
              <a:avLst/>
              <a:gdLst>
                <a:gd name="connsiteX0" fmla="*/ 20 w 56237"/>
                <a:gd name="connsiteY0" fmla="*/ 24489 h 54216"/>
                <a:gd name="connsiteX1" fmla="*/ 26118 w 56237"/>
                <a:gd name="connsiteY1" fmla="*/ 54017 h 54216"/>
                <a:gd name="connsiteX2" fmla="*/ 56133 w 56237"/>
                <a:gd name="connsiteY2" fmla="*/ 30515 h 54216"/>
                <a:gd name="connsiteX3" fmla="*/ 56217 w 56237"/>
                <a:gd name="connsiteY3" fmla="*/ 29728 h 54216"/>
                <a:gd name="connsiteX4" fmla="*/ 30119 w 56237"/>
                <a:gd name="connsiteY4" fmla="*/ 200 h 54216"/>
                <a:gd name="connsiteX5" fmla="*/ 104 w 56237"/>
                <a:gd name="connsiteY5" fmla="*/ 23702 h 54216"/>
                <a:gd name="connsiteX6" fmla="*/ 20 w 56237"/>
                <a:gd name="connsiteY6" fmla="*/ 24489 h 54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237" h="54216">
                  <a:moveTo>
                    <a:pt x="20" y="24489"/>
                  </a:moveTo>
                  <a:cubicBezTo>
                    <a:pt x="-544" y="39715"/>
                    <a:pt x="10938" y="52706"/>
                    <a:pt x="26118" y="54017"/>
                  </a:cubicBezTo>
                  <a:cubicBezTo>
                    <a:pt x="40897" y="55815"/>
                    <a:pt x="54335" y="45293"/>
                    <a:pt x="56133" y="30515"/>
                  </a:cubicBezTo>
                  <a:cubicBezTo>
                    <a:pt x="56165" y="30253"/>
                    <a:pt x="56193" y="29991"/>
                    <a:pt x="56217" y="29728"/>
                  </a:cubicBezTo>
                  <a:cubicBezTo>
                    <a:pt x="56782" y="14501"/>
                    <a:pt x="45299" y="1510"/>
                    <a:pt x="30119" y="200"/>
                  </a:cubicBezTo>
                  <a:cubicBezTo>
                    <a:pt x="15341" y="-1598"/>
                    <a:pt x="1903" y="8924"/>
                    <a:pt x="104" y="23702"/>
                  </a:cubicBezTo>
                  <a:cubicBezTo>
                    <a:pt x="72" y="23964"/>
                    <a:pt x="44" y="24226"/>
                    <a:pt x="20" y="24489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7" name="任意多边形: 形状 336">
              <a:extLst>
                <a:ext uri="{FF2B5EF4-FFF2-40B4-BE49-F238E27FC236}">
                  <a16:creationId xmlns:a16="http://schemas.microsoft.com/office/drawing/2014/main" id="{34F819DE-0E74-458E-9A9C-5343F3F17312}"/>
                </a:ext>
              </a:extLst>
            </p:cNvPr>
            <p:cNvSpPr/>
            <p:nvPr/>
          </p:nvSpPr>
          <p:spPr>
            <a:xfrm>
              <a:off x="5761216" y="2278742"/>
              <a:ext cx="109975" cy="31350"/>
            </a:xfrm>
            <a:custGeom>
              <a:avLst/>
              <a:gdLst>
                <a:gd name="connsiteX0" fmla="*/ 385 w 112068"/>
                <a:gd name="connsiteY0" fmla="*/ 27217 h 31947"/>
                <a:gd name="connsiteX1" fmla="*/ 56201 w 112068"/>
                <a:gd name="connsiteY1" fmla="*/ 17692 h 31947"/>
                <a:gd name="connsiteX2" fmla="*/ 111637 w 112068"/>
                <a:gd name="connsiteY2" fmla="*/ 31408 h 31947"/>
                <a:gd name="connsiteX3" fmla="*/ 100588 w 112068"/>
                <a:gd name="connsiteY3" fmla="*/ 15596 h 31947"/>
                <a:gd name="connsiteX4" fmla="*/ 56392 w 112068"/>
                <a:gd name="connsiteY4" fmla="*/ 70 h 31947"/>
                <a:gd name="connsiteX5" fmla="*/ 11815 w 112068"/>
                <a:gd name="connsiteY5" fmla="*/ 12548 h 31947"/>
                <a:gd name="connsiteX6" fmla="*/ 385 w 112068"/>
                <a:gd name="connsiteY6" fmla="*/ 27217 h 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068" h="31947">
                  <a:moveTo>
                    <a:pt x="385" y="27217"/>
                  </a:moveTo>
                  <a:cubicBezTo>
                    <a:pt x="3719" y="31026"/>
                    <a:pt x="25722" y="16072"/>
                    <a:pt x="56201" y="17692"/>
                  </a:cubicBezTo>
                  <a:cubicBezTo>
                    <a:pt x="86681" y="19311"/>
                    <a:pt x="108208" y="35027"/>
                    <a:pt x="111637" y="31408"/>
                  </a:cubicBezTo>
                  <a:cubicBezTo>
                    <a:pt x="113351" y="29884"/>
                    <a:pt x="110018" y="23121"/>
                    <a:pt x="100588" y="15596"/>
                  </a:cubicBezTo>
                  <a:cubicBezTo>
                    <a:pt x="87815" y="5977"/>
                    <a:pt x="72374" y="552"/>
                    <a:pt x="56392" y="70"/>
                  </a:cubicBezTo>
                  <a:cubicBezTo>
                    <a:pt x="40584" y="-617"/>
                    <a:pt x="24969" y="3754"/>
                    <a:pt x="11815" y="12548"/>
                  </a:cubicBezTo>
                  <a:cubicBezTo>
                    <a:pt x="2195" y="18930"/>
                    <a:pt x="-1234" y="25502"/>
                    <a:pt x="385" y="27217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8" name="任意多边形: 形状 337">
              <a:extLst>
                <a:ext uri="{FF2B5EF4-FFF2-40B4-BE49-F238E27FC236}">
                  <a16:creationId xmlns:a16="http://schemas.microsoft.com/office/drawing/2014/main" id="{9A8F9DF4-810B-4974-BBD4-092E1E743B62}"/>
                </a:ext>
              </a:extLst>
            </p:cNvPr>
            <p:cNvSpPr/>
            <p:nvPr/>
          </p:nvSpPr>
          <p:spPr>
            <a:xfrm>
              <a:off x="6070311" y="2347878"/>
              <a:ext cx="55187" cy="53216"/>
            </a:xfrm>
            <a:custGeom>
              <a:avLst/>
              <a:gdLst>
                <a:gd name="connsiteX0" fmla="*/ 20 w 56237"/>
                <a:gd name="connsiteY0" fmla="*/ 24489 h 54228"/>
                <a:gd name="connsiteX1" fmla="*/ 26118 w 56237"/>
                <a:gd name="connsiteY1" fmla="*/ 54017 h 54228"/>
                <a:gd name="connsiteX2" fmla="*/ 56113 w 56237"/>
                <a:gd name="connsiteY2" fmla="*/ 30707 h 54228"/>
                <a:gd name="connsiteX3" fmla="*/ 56217 w 56237"/>
                <a:gd name="connsiteY3" fmla="*/ 29728 h 54228"/>
                <a:gd name="connsiteX4" fmla="*/ 30119 w 56237"/>
                <a:gd name="connsiteY4" fmla="*/ 200 h 54228"/>
                <a:gd name="connsiteX5" fmla="*/ 104 w 56237"/>
                <a:gd name="connsiteY5" fmla="*/ 23702 h 54228"/>
                <a:gd name="connsiteX6" fmla="*/ 20 w 56237"/>
                <a:gd name="connsiteY6" fmla="*/ 24489 h 54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237" h="54228">
                  <a:moveTo>
                    <a:pt x="20" y="24489"/>
                  </a:moveTo>
                  <a:cubicBezTo>
                    <a:pt x="-544" y="39715"/>
                    <a:pt x="10938" y="52706"/>
                    <a:pt x="26118" y="54017"/>
                  </a:cubicBezTo>
                  <a:cubicBezTo>
                    <a:pt x="40838" y="55863"/>
                    <a:pt x="54267" y="45427"/>
                    <a:pt x="56113" y="30707"/>
                  </a:cubicBezTo>
                  <a:cubicBezTo>
                    <a:pt x="56154" y="30382"/>
                    <a:pt x="56189" y="30055"/>
                    <a:pt x="56217" y="29728"/>
                  </a:cubicBezTo>
                  <a:cubicBezTo>
                    <a:pt x="56782" y="14501"/>
                    <a:pt x="45299" y="1510"/>
                    <a:pt x="30119" y="200"/>
                  </a:cubicBezTo>
                  <a:cubicBezTo>
                    <a:pt x="15341" y="-1598"/>
                    <a:pt x="1903" y="8924"/>
                    <a:pt x="104" y="23702"/>
                  </a:cubicBezTo>
                  <a:cubicBezTo>
                    <a:pt x="72" y="23964"/>
                    <a:pt x="44" y="24226"/>
                    <a:pt x="20" y="24489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9" name="任意多边形: 形状 338">
              <a:extLst>
                <a:ext uri="{FF2B5EF4-FFF2-40B4-BE49-F238E27FC236}">
                  <a16:creationId xmlns:a16="http://schemas.microsoft.com/office/drawing/2014/main" id="{C551BD33-1A40-4D48-91F5-3368733E7D88}"/>
                </a:ext>
              </a:extLst>
            </p:cNvPr>
            <p:cNvSpPr/>
            <p:nvPr/>
          </p:nvSpPr>
          <p:spPr>
            <a:xfrm>
              <a:off x="6054592" y="2282588"/>
              <a:ext cx="110008" cy="31432"/>
            </a:xfrm>
            <a:custGeom>
              <a:avLst/>
              <a:gdLst>
                <a:gd name="connsiteX0" fmla="*/ 418 w 112101"/>
                <a:gd name="connsiteY0" fmla="*/ 27299 h 32029"/>
                <a:gd name="connsiteX1" fmla="*/ 56139 w 112101"/>
                <a:gd name="connsiteY1" fmla="*/ 17774 h 32029"/>
                <a:gd name="connsiteX2" fmla="*/ 111670 w 112101"/>
                <a:gd name="connsiteY2" fmla="*/ 31490 h 32029"/>
                <a:gd name="connsiteX3" fmla="*/ 100621 w 112101"/>
                <a:gd name="connsiteY3" fmla="*/ 15678 h 32029"/>
                <a:gd name="connsiteX4" fmla="*/ 56330 w 112101"/>
                <a:gd name="connsiteY4" fmla="*/ 57 h 32029"/>
                <a:gd name="connsiteX5" fmla="*/ 11753 w 112101"/>
                <a:gd name="connsiteY5" fmla="*/ 12535 h 32029"/>
                <a:gd name="connsiteX6" fmla="*/ 418 w 112101"/>
                <a:gd name="connsiteY6" fmla="*/ 27299 h 32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101" h="32029">
                  <a:moveTo>
                    <a:pt x="418" y="27299"/>
                  </a:moveTo>
                  <a:cubicBezTo>
                    <a:pt x="3751" y="31204"/>
                    <a:pt x="25754" y="16154"/>
                    <a:pt x="56139" y="17774"/>
                  </a:cubicBezTo>
                  <a:cubicBezTo>
                    <a:pt x="86524" y="19393"/>
                    <a:pt x="108241" y="35109"/>
                    <a:pt x="111670" y="31490"/>
                  </a:cubicBezTo>
                  <a:cubicBezTo>
                    <a:pt x="113384" y="29870"/>
                    <a:pt x="110050" y="23108"/>
                    <a:pt x="100621" y="15678"/>
                  </a:cubicBezTo>
                  <a:cubicBezTo>
                    <a:pt x="87821" y="6028"/>
                    <a:pt x="72351" y="572"/>
                    <a:pt x="56330" y="57"/>
                  </a:cubicBezTo>
                  <a:cubicBezTo>
                    <a:pt x="40530" y="-558"/>
                    <a:pt x="24937" y="3807"/>
                    <a:pt x="11753" y="12535"/>
                  </a:cubicBezTo>
                  <a:cubicBezTo>
                    <a:pt x="2227" y="18631"/>
                    <a:pt x="-1297" y="25108"/>
                    <a:pt x="418" y="27299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0" name="任意多边形: 形状 339">
              <a:extLst>
                <a:ext uri="{FF2B5EF4-FFF2-40B4-BE49-F238E27FC236}">
                  <a16:creationId xmlns:a16="http://schemas.microsoft.com/office/drawing/2014/main" id="{28ED6B2F-2DB3-49F6-90AD-A11B649DBCE6}"/>
                </a:ext>
              </a:extLst>
            </p:cNvPr>
            <p:cNvSpPr/>
            <p:nvPr/>
          </p:nvSpPr>
          <p:spPr>
            <a:xfrm>
              <a:off x="5864069" y="2254493"/>
              <a:ext cx="98415" cy="248677"/>
            </a:xfrm>
            <a:custGeom>
              <a:avLst/>
              <a:gdLst>
                <a:gd name="connsiteX0" fmla="*/ 76169 w 100287"/>
                <a:gd name="connsiteY0" fmla="*/ 252525 h 253408"/>
                <a:gd name="connsiteX1" fmla="*/ 27115 w 100287"/>
                <a:gd name="connsiteY1" fmla="*/ 241666 h 253408"/>
                <a:gd name="connsiteX2" fmla="*/ 11018 w 100287"/>
                <a:gd name="connsiteY2" fmla="*/ 233380 h 253408"/>
                <a:gd name="connsiteX3" fmla="*/ 17114 w 100287"/>
                <a:gd name="connsiteY3" fmla="*/ 210615 h 253408"/>
                <a:gd name="connsiteX4" fmla="*/ 42355 w 100287"/>
                <a:gd name="connsiteY4" fmla="*/ 152417 h 253408"/>
                <a:gd name="connsiteX5" fmla="*/ 99981 w 100287"/>
                <a:gd name="connsiteY5" fmla="*/ 17 h 253408"/>
                <a:gd name="connsiteX6" fmla="*/ 30258 w 100287"/>
                <a:gd name="connsiteY6" fmla="*/ 147559 h 253408"/>
                <a:gd name="connsiteX7" fmla="*/ 5970 w 100287"/>
                <a:gd name="connsiteY7" fmla="*/ 206138 h 253408"/>
                <a:gd name="connsiteX8" fmla="*/ 731 w 100287"/>
                <a:gd name="connsiteY8" fmla="*/ 236428 h 253408"/>
                <a:gd name="connsiteX9" fmla="*/ 13018 w 100287"/>
                <a:gd name="connsiteY9" fmla="*/ 248239 h 253408"/>
                <a:gd name="connsiteX10" fmla="*/ 26163 w 100287"/>
                <a:gd name="connsiteY10" fmla="*/ 250620 h 253408"/>
                <a:gd name="connsiteX11" fmla="*/ 76169 w 100287"/>
                <a:gd name="connsiteY11" fmla="*/ 252525 h 25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287" h="253408">
                  <a:moveTo>
                    <a:pt x="76169" y="252525"/>
                  </a:moveTo>
                  <a:cubicBezTo>
                    <a:pt x="76169" y="250810"/>
                    <a:pt x="57595" y="246810"/>
                    <a:pt x="27115" y="241666"/>
                  </a:cubicBezTo>
                  <a:cubicBezTo>
                    <a:pt x="19400" y="240619"/>
                    <a:pt x="12161" y="238714"/>
                    <a:pt x="11018" y="233380"/>
                  </a:cubicBezTo>
                  <a:cubicBezTo>
                    <a:pt x="10694" y="225349"/>
                    <a:pt x="12820" y="217409"/>
                    <a:pt x="17114" y="210615"/>
                  </a:cubicBezTo>
                  <a:lnTo>
                    <a:pt x="42355" y="152417"/>
                  </a:lnTo>
                  <a:cubicBezTo>
                    <a:pt x="77598" y="69550"/>
                    <a:pt x="103411" y="1255"/>
                    <a:pt x="99981" y="17"/>
                  </a:cubicBezTo>
                  <a:cubicBezTo>
                    <a:pt x="96553" y="-1221"/>
                    <a:pt x="65406" y="64597"/>
                    <a:pt x="30258" y="147559"/>
                  </a:cubicBezTo>
                  <a:lnTo>
                    <a:pt x="5970" y="206138"/>
                  </a:lnTo>
                  <a:cubicBezTo>
                    <a:pt x="680" y="215291"/>
                    <a:pt x="-1178" y="226029"/>
                    <a:pt x="731" y="236428"/>
                  </a:cubicBezTo>
                  <a:cubicBezTo>
                    <a:pt x="2739" y="242079"/>
                    <a:pt x="7292" y="246455"/>
                    <a:pt x="13018" y="248239"/>
                  </a:cubicBezTo>
                  <a:cubicBezTo>
                    <a:pt x="17281" y="249586"/>
                    <a:pt x="21698" y="250386"/>
                    <a:pt x="26163" y="250620"/>
                  </a:cubicBezTo>
                  <a:cubicBezTo>
                    <a:pt x="56833" y="253382"/>
                    <a:pt x="75979" y="254239"/>
                    <a:pt x="76169" y="252525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1" name="任意多边形: 形状 340">
              <a:extLst>
                <a:ext uri="{FF2B5EF4-FFF2-40B4-BE49-F238E27FC236}">
                  <a16:creationId xmlns:a16="http://schemas.microsoft.com/office/drawing/2014/main" id="{F8B15179-32AC-4B87-B0C7-74CF936093BE}"/>
                </a:ext>
              </a:extLst>
            </p:cNvPr>
            <p:cNvSpPr/>
            <p:nvPr/>
          </p:nvSpPr>
          <p:spPr>
            <a:xfrm>
              <a:off x="5909934" y="2788982"/>
              <a:ext cx="292940" cy="123349"/>
            </a:xfrm>
            <a:custGeom>
              <a:avLst/>
              <a:gdLst>
                <a:gd name="connsiteX0" fmla="*/ 476 w 298513"/>
                <a:gd name="connsiteY0" fmla="*/ 66675 h 125695"/>
                <a:gd name="connsiteX1" fmla="*/ 298513 w 298513"/>
                <a:gd name="connsiteY1" fmla="*/ 0 h 125695"/>
                <a:gd name="connsiteX2" fmla="*/ 0 w 298513"/>
                <a:gd name="connsiteY2" fmla="*/ 121920 h 125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8513" h="125695">
                  <a:moveTo>
                    <a:pt x="476" y="66675"/>
                  </a:moveTo>
                  <a:cubicBezTo>
                    <a:pt x="104080" y="72484"/>
                    <a:pt x="207261" y="49401"/>
                    <a:pt x="298513" y="0"/>
                  </a:cubicBezTo>
                  <a:cubicBezTo>
                    <a:pt x="298513" y="0"/>
                    <a:pt x="219551" y="151257"/>
                    <a:pt x="0" y="121920"/>
                  </a:cubicBezTo>
                  <a:close/>
                </a:path>
              </a:pathLst>
            </a:custGeom>
            <a:solidFill>
              <a:srgbClr val="FF9A6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2" name="任意多边形: 形状 341">
              <a:extLst>
                <a:ext uri="{FF2B5EF4-FFF2-40B4-BE49-F238E27FC236}">
                  <a16:creationId xmlns:a16="http://schemas.microsoft.com/office/drawing/2014/main" id="{17D97F81-108E-4F7C-86FD-1A53B0C170E3}"/>
                </a:ext>
              </a:extLst>
            </p:cNvPr>
            <p:cNvSpPr/>
            <p:nvPr/>
          </p:nvSpPr>
          <p:spPr>
            <a:xfrm>
              <a:off x="5943803" y="2547206"/>
              <a:ext cx="96722" cy="82406"/>
            </a:xfrm>
            <a:custGeom>
              <a:avLst/>
              <a:gdLst>
                <a:gd name="connsiteX0" fmla="*/ 93503 w 98562"/>
                <a:gd name="connsiteY0" fmla="*/ 21775 h 83973"/>
                <a:gd name="connsiteX1" fmla="*/ 57594 w 98562"/>
                <a:gd name="connsiteY1" fmla="*/ 344 h 83973"/>
                <a:gd name="connsiteX2" fmla="*/ 4350 w 98562"/>
                <a:gd name="connsiteY2" fmla="*/ 24157 h 83973"/>
                <a:gd name="connsiteX3" fmla="*/ 1016 w 98562"/>
                <a:gd name="connsiteY3" fmla="*/ 49874 h 83973"/>
                <a:gd name="connsiteX4" fmla="*/ 4635 w 98562"/>
                <a:gd name="connsiteY4" fmla="*/ 55208 h 83973"/>
                <a:gd name="connsiteX5" fmla="*/ 44640 w 98562"/>
                <a:gd name="connsiteY5" fmla="*/ 82259 h 83973"/>
                <a:gd name="connsiteX6" fmla="*/ 90741 w 98562"/>
                <a:gd name="connsiteY6" fmla="*/ 67305 h 83973"/>
                <a:gd name="connsiteX7" fmla="*/ 93504 w 98562"/>
                <a:gd name="connsiteY7" fmla="*/ 21775 h 83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562" h="83973">
                  <a:moveTo>
                    <a:pt x="93503" y="21775"/>
                  </a:moveTo>
                  <a:cubicBezTo>
                    <a:pt x="85859" y="9087"/>
                    <a:pt x="72390" y="1049"/>
                    <a:pt x="57594" y="344"/>
                  </a:cubicBezTo>
                  <a:cubicBezTo>
                    <a:pt x="36846" y="-1929"/>
                    <a:pt x="16487" y="7176"/>
                    <a:pt x="4350" y="24157"/>
                  </a:cubicBezTo>
                  <a:cubicBezTo>
                    <a:pt x="100" y="32023"/>
                    <a:pt x="-1088" y="41184"/>
                    <a:pt x="1016" y="49874"/>
                  </a:cubicBezTo>
                  <a:cubicBezTo>
                    <a:pt x="2826" y="54256"/>
                    <a:pt x="1016" y="52065"/>
                    <a:pt x="4635" y="55208"/>
                  </a:cubicBezTo>
                  <a:cubicBezTo>
                    <a:pt x="15576" y="67340"/>
                    <a:pt x="29307" y="76625"/>
                    <a:pt x="44640" y="82259"/>
                  </a:cubicBezTo>
                  <a:cubicBezTo>
                    <a:pt x="61620" y="87191"/>
                    <a:pt x="79890" y="81265"/>
                    <a:pt x="90741" y="67305"/>
                  </a:cubicBezTo>
                  <a:cubicBezTo>
                    <a:pt x="100070" y="53827"/>
                    <a:pt x="101134" y="36282"/>
                    <a:pt x="93504" y="21775"/>
                  </a:cubicBezTo>
                  <a:close/>
                </a:path>
              </a:pathLst>
            </a:custGeom>
            <a:solidFill>
              <a:srgbClr val="FF9A6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3" name="任意多边形: 形状 342">
              <a:extLst>
                <a:ext uri="{FF2B5EF4-FFF2-40B4-BE49-F238E27FC236}">
                  <a16:creationId xmlns:a16="http://schemas.microsoft.com/office/drawing/2014/main" id="{9EAA3DB0-47C6-479B-AB25-2CEFD2448E53}"/>
                </a:ext>
              </a:extLst>
            </p:cNvPr>
            <p:cNvSpPr/>
            <p:nvPr/>
          </p:nvSpPr>
          <p:spPr>
            <a:xfrm>
              <a:off x="5932526" y="2527721"/>
              <a:ext cx="102765" cy="82494"/>
            </a:xfrm>
            <a:custGeom>
              <a:avLst/>
              <a:gdLst>
                <a:gd name="connsiteX0" fmla="*/ 100422 w 104721"/>
                <a:gd name="connsiteY0" fmla="*/ 7 h 84064"/>
                <a:gd name="connsiteX1" fmla="*/ 64703 w 104721"/>
                <a:gd name="connsiteY1" fmla="*/ 54586 h 84064"/>
                <a:gd name="connsiteX2" fmla="*/ 28 w 104721"/>
                <a:gd name="connsiteY2" fmla="*/ 76112 h 84064"/>
                <a:gd name="connsiteX3" fmla="*/ 22317 w 104721"/>
                <a:gd name="connsiteY3" fmla="*/ 83923 h 84064"/>
                <a:gd name="connsiteX4" fmla="*/ 76228 w 104721"/>
                <a:gd name="connsiteY4" fmla="*/ 67825 h 84064"/>
                <a:gd name="connsiteX5" fmla="*/ 104137 w 104721"/>
                <a:gd name="connsiteY5" fmla="*/ 21915 h 84064"/>
                <a:gd name="connsiteX6" fmla="*/ 100422 w 104721"/>
                <a:gd name="connsiteY6" fmla="*/ 7 h 84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721" h="84064">
                  <a:moveTo>
                    <a:pt x="100422" y="7"/>
                  </a:moveTo>
                  <a:cubicBezTo>
                    <a:pt x="95564" y="-564"/>
                    <a:pt x="93945" y="32488"/>
                    <a:pt x="64703" y="54586"/>
                  </a:cubicBezTo>
                  <a:cubicBezTo>
                    <a:pt x="35461" y="76684"/>
                    <a:pt x="504" y="71540"/>
                    <a:pt x="28" y="76112"/>
                  </a:cubicBezTo>
                  <a:cubicBezTo>
                    <a:pt x="-543" y="78112"/>
                    <a:pt x="7553" y="82875"/>
                    <a:pt x="22317" y="83923"/>
                  </a:cubicBezTo>
                  <a:cubicBezTo>
                    <a:pt x="41620" y="85057"/>
                    <a:pt x="60707" y="79358"/>
                    <a:pt x="76228" y="67825"/>
                  </a:cubicBezTo>
                  <a:cubicBezTo>
                    <a:pt x="91166" y="56750"/>
                    <a:pt x="101181" y="40274"/>
                    <a:pt x="104137" y="21915"/>
                  </a:cubicBezTo>
                  <a:cubicBezTo>
                    <a:pt x="106041" y="8199"/>
                    <a:pt x="102898" y="-88"/>
                    <a:pt x="100422" y="7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4" name="任意多边形: 形状 343">
              <a:extLst>
                <a:ext uri="{FF2B5EF4-FFF2-40B4-BE49-F238E27FC236}">
                  <a16:creationId xmlns:a16="http://schemas.microsoft.com/office/drawing/2014/main" id="{72654333-1351-4CDE-B9DD-A883B3F23DE7}"/>
                </a:ext>
              </a:extLst>
            </p:cNvPr>
            <p:cNvSpPr/>
            <p:nvPr/>
          </p:nvSpPr>
          <p:spPr>
            <a:xfrm>
              <a:off x="6043624" y="2182614"/>
              <a:ext cx="134401" cy="47205"/>
            </a:xfrm>
            <a:custGeom>
              <a:avLst/>
              <a:gdLst>
                <a:gd name="connsiteX0" fmla="*/ 69 w 136958"/>
                <a:gd name="connsiteY0" fmla="*/ 17541 h 48103"/>
                <a:gd name="connsiteX1" fmla="*/ 67982 w 136958"/>
                <a:gd name="connsiteY1" fmla="*/ 32781 h 48103"/>
                <a:gd name="connsiteX2" fmla="*/ 136277 w 136958"/>
                <a:gd name="connsiteY2" fmla="*/ 46116 h 48103"/>
                <a:gd name="connsiteX3" fmla="*/ 123704 w 136958"/>
                <a:gd name="connsiteY3" fmla="*/ 25447 h 48103"/>
                <a:gd name="connsiteX4" fmla="*/ 19881 w 136958"/>
                <a:gd name="connsiteY4" fmla="*/ 3634 h 48103"/>
                <a:gd name="connsiteX5" fmla="*/ 69 w 136958"/>
                <a:gd name="connsiteY5" fmla="*/ 17541 h 4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6958" h="48103">
                  <a:moveTo>
                    <a:pt x="69" y="17541"/>
                  </a:moveTo>
                  <a:cubicBezTo>
                    <a:pt x="2260" y="26018"/>
                    <a:pt x="32835" y="25066"/>
                    <a:pt x="67982" y="32781"/>
                  </a:cubicBezTo>
                  <a:cubicBezTo>
                    <a:pt x="103130" y="40496"/>
                    <a:pt x="130847" y="52974"/>
                    <a:pt x="136277" y="46116"/>
                  </a:cubicBezTo>
                  <a:cubicBezTo>
                    <a:pt x="138753" y="42782"/>
                    <a:pt x="134467" y="34495"/>
                    <a:pt x="123704" y="25447"/>
                  </a:cubicBezTo>
                  <a:cubicBezTo>
                    <a:pt x="94276" y="2632"/>
                    <a:pt x="56002" y="-5409"/>
                    <a:pt x="19881" y="3634"/>
                  </a:cubicBezTo>
                  <a:cubicBezTo>
                    <a:pt x="6356" y="7635"/>
                    <a:pt x="-788" y="13445"/>
                    <a:pt x="69" y="17541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5" name="任意多边形: 形状 344">
              <a:extLst>
                <a:ext uri="{FF2B5EF4-FFF2-40B4-BE49-F238E27FC236}">
                  <a16:creationId xmlns:a16="http://schemas.microsoft.com/office/drawing/2014/main" id="{9941F20A-A529-4AA0-BAB2-02E33C3C6319}"/>
                </a:ext>
              </a:extLst>
            </p:cNvPr>
            <p:cNvSpPr/>
            <p:nvPr/>
          </p:nvSpPr>
          <p:spPr>
            <a:xfrm>
              <a:off x="5762784" y="2185303"/>
              <a:ext cx="113311" cy="41724"/>
            </a:xfrm>
            <a:custGeom>
              <a:avLst/>
              <a:gdLst>
                <a:gd name="connsiteX0" fmla="*/ 1359 w 115466"/>
                <a:gd name="connsiteY0" fmla="*/ 40708 h 42518"/>
                <a:gd name="connsiteX1" fmla="*/ 58509 w 115466"/>
                <a:gd name="connsiteY1" fmla="*/ 31850 h 42518"/>
                <a:gd name="connsiteX2" fmla="*/ 115088 w 115466"/>
                <a:gd name="connsiteY2" fmla="*/ 21087 h 42518"/>
                <a:gd name="connsiteX3" fmla="*/ 100991 w 115466"/>
                <a:gd name="connsiteY3" fmla="*/ 5942 h 42518"/>
                <a:gd name="connsiteX4" fmla="*/ 53366 w 115466"/>
                <a:gd name="connsiteY4" fmla="*/ 1465 h 42518"/>
                <a:gd name="connsiteX5" fmla="*/ 9170 w 115466"/>
                <a:gd name="connsiteY5" fmla="*/ 21658 h 42518"/>
                <a:gd name="connsiteX6" fmla="*/ 1359 w 115466"/>
                <a:gd name="connsiteY6" fmla="*/ 40708 h 4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466" h="42518">
                  <a:moveTo>
                    <a:pt x="1359" y="40708"/>
                  </a:moveTo>
                  <a:cubicBezTo>
                    <a:pt x="8217" y="46709"/>
                    <a:pt x="29934" y="36232"/>
                    <a:pt x="58509" y="31850"/>
                  </a:cubicBezTo>
                  <a:cubicBezTo>
                    <a:pt x="87084" y="27469"/>
                    <a:pt x="110611" y="28993"/>
                    <a:pt x="115088" y="21087"/>
                  </a:cubicBezTo>
                  <a:cubicBezTo>
                    <a:pt x="116897" y="17277"/>
                    <a:pt x="112230" y="10990"/>
                    <a:pt x="100991" y="5942"/>
                  </a:cubicBezTo>
                  <a:cubicBezTo>
                    <a:pt x="85840" y="52"/>
                    <a:pt x="69348" y="-1498"/>
                    <a:pt x="53366" y="1465"/>
                  </a:cubicBezTo>
                  <a:cubicBezTo>
                    <a:pt x="36995" y="3793"/>
                    <a:pt x="21646" y="10806"/>
                    <a:pt x="9170" y="21658"/>
                  </a:cubicBezTo>
                  <a:cubicBezTo>
                    <a:pt x="406" y="30136"/>
                    <a:pt x="-1784" y="37660"/>
                    <a:pt x="1359" y="40708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6" name="任意多边形: 形状 345">
              <a:extLst>
                <a:ext uri="{FF2B5EF4-FFF2-40B4-BE49-F238E27FC236}">
                  <a16:creationId xmlns:a16="http://schemas.microsoft.com/office/drawing/2014/main" id="{531204FB-E2E7-4A9E-8643-51BF5D32A596}"/>
                </a:ext>
              </a:extLst>
            </p:cNvPr>
            <p:cNvSpPr/>
            <p:nvPr/>
          </p:nvSpPr>
          <p:spPr>
            <a:xfrm>
              <a:off x="5967045" y="1885574"/>
              <a:ext cx="1027" cy="4673"/>
            </a:xfrm>
            <a:custGeom>
              <a:avLst/>
              <a:gdLst>
                <a:gd name="connsiteX0" fmla="*/ 1048 w 1047"/>
                <a:gd name="connsiteY0" fmla="*/ 0 h 4762"/>
                <a:gd name="connsiteX1" fmla="*/ 0 w 1047"/>
                <a:gd name="connsiteY1" fmla="*/ 4763 h 4762"/>
                <a:gd name="connsiteX2" fmla="*/ 762 w 1047"/>
                <a:gd name="connsiteY2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47" h="4762">
                  <a:moveTo>
                    <a:pt x="1048" y="0"/>
                  </a:moveTo>
                  <a:cubicBezTo>
                    <a:pt x="1048" y="1619"/>
                    <a:pt x="381" y="3143"/>
                    <a:pt x="0" y="4763"/>
                  </a:cubicBezTo>
                  <a:lnTo>
                    <a:pt x="762" y="4763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7" name="任意多边形: 形状 346">
              <a:extLst>
                <a:ext uri="{FF2B5EF4-FFF2-40B4-BE49-F238E27FC236}">
                  <a16:creationId xmlns:a16="http://schemas.microsoft.com/office/drawing/2014/main" id="{A7F1828F-56DF-4645-A613-F497E6364EBE}"/>
                </a:ext>
              </a:extLst>
            </p:cNvPr>
            <p:cNvSpPr/>
            <p:nvPr/>
          </p:nvSpPr>
          <p:spPr>
            <a:xfrm>
              <a:off x="5677887" y="1860967"/>
              <a:ext cx="970940" cy="1071920"/>
            </a:xfrm>
            <a:custGeom>
              <a:avLst/>
              <a:gdLst>
                <a:gd name="connsiteX0" fmla="*/ 617080 w 989412"/>
                <a:gd name="connsiteY0" fmla="*/ 1090925 h 1092309"/>
                <a:gd name="connsiteX1" fmla="*/ 571725 w 989412"/>
                <a:gd name="connsiteY1" fmla="*/ 1065498 h 1092309"/>
                <a:gd name="connsiteX2" fmla="*/ 570884 w 989412"/>
                <a:gd name="connsiteY2" fmla="*/ 1061778 h 1092309"/>
                <a:gd name="connsiteX3" fmla="*/ 569741 w 989412"/>
                <a:gd name="connsiteY3" fmla="*/ 927857 h 1092309"/>
                <a:gd name="connsiteX4" fmla="*/ 623557 w 989412"/>
                <a:gd name="connsiteY4" fmla="*/ 741262 h 1092309"/>
                <a:gd name="connsiteX5" fmla="*/ 610031 w 989412"/>
                <a:gd name="connsiteY5" fmla="*/ 460370 h 1092309"/>
                <a:gd name="connsiteX6" fmla="*/ 467156 w 989412"/>
                <a:gd name="connsiteY6" fmla="*/ 377598 h 1092309"/>
                <a:gd name="connsiteX7" fmla="*/ 370287 w 989412"/>
                <a:gd name="connsiteY7" fmla="*/ 199670 h 1092309"/>
                <a:gd name="connsiteX8" fmla="*/ 430199 w 989412"/>
                <a:gd name="connsiteY8" fmla="*/ 371120 h 1092309"/>
                <a:gd name="connsiteX9" fmla="*/ 361524 w 989412"/>
                <a:gd name="connsiteY9" fmla="*/ 348832 h 1092309"/>
                <a:gd name="connsiteX10" fmla="*/ 321233 w 989412"/>
                <a:gd name="connsiteY10" fmla="*/ 286253 h 1092309"/>
                <a:gd name="connsiteX11" fmla="*/ 282181 w 989412"/>
                <a:gd name="connsiteY11" fmla="*/ 110040 h 1092309"/>
                <a:gd name="connsiteX12" fmla="*/ 310756 w 989412"/>
                <a:gd name="connsiteY12" fmla="*/ 367215 h 1092309"/>
                <a:gd name="connsiteX13" fmla="*/ 263131 w 989412"/>
                <a:gd name="connsiteY13" fmla="*/ 369025 h 1092309"/>
                <a:gd name="connsiteX14" fmla="*/ 217506 w 989412"/>
                <a:gd name="connsiteY14" fmla="*/ 359500 h 1092309"/>
                <a:gd name="connsiteX15" fmla="*/ 205029 w 989412"/>
                <a:gd name="connsiteY15" fmla="*/ 330068 h 1092309"/>
                <a:gd name="connsiteX16" fmla="*/ 197789 w 989412"/>
                <a:gd name="connsiteY16" fmla="*/ 105945 h 1092309"/>
                <a:gd name="connsiteX17" fmla="*/ 147212 w 989412"/>
                <a:gd name="connsiteY17" fmla="*/ 229770 h 1092309"/>
                <a:gd name="connsiteX18" fmla="*/ 146259 w 989412"/>
                <a:gd name="connsiteY18" fmla="*/ 362358 h 1092309"/>
                <a:gd name="connsiteX19" fmla="*/ 119321 w 989412"/>
                <a:gd name="connsiteY19" fmla="*/ 362757 h 1092309"/>
                <a:gd name="connsiteX20" fmla="*/ 118922 w 989412"/>
                <a:gd name="connsiteY20" fmla="*/ 362358 h 1092309"/>
                <a:gd name="connsiteX21" fmla="*/ 107016 w 989412"/>
                <a:gd name="connsiteY21" fmla="*/ 334735 h 1092309"/>
                <a:gd name="connsiteX22" fmla="*/ 114255 w 989412"/>
                <a:gd name="connsiteY22" fmla="*/ 223102 h 1092309"/>
                <a:gd name="connsiteX23" fmla="*/ 72726 w 989412"/>
                <a:gd name="connsiteY23" fmla="*/ 350547 h 1092309"/>
                <a:gd name="connsiteX24" fmla="*/ 3670 w 989412"/>
                <a:gd name="connsiteY24" fmla="*/ 462560 h 1092309"/>
                <a:gd name="connsiteX25" fmla="*/ 9194 w 989412"/>
                <a:gd name="connsiteY25" fmla="*/ 293492 h 1092309"/>
                <a:gd name="connsiteX26" fmla="*/ 58724 w 989412"/>
                <a:gd name="connsiteY26" fmla="*/ 159380 h 1092309"/>
                <a:gd name="connsiteX27" fmla="*/ 147974 w 989412"/>
                <a:gd name="connsiteY27" fmla="*/ 35555 h 1092309"/>
                <a:gd name="connsiteX28" fmla="*/ 281324 w 989412"/>
                <a:gd name="connsiteY28" fmla="*/ 24791 h 1092309"/>
                <a:gd name="connsiteX29" fmla="*/ 286181 w 989412"/>
                <a:gd name="connsiteY29" fmla="*/ 26887 h 1092309"/>
                <a:gd name="connsiteX30" fmla="*/ 286181 w 989412"/>
                <a:gd name="connsiteY30" fmla="*/ 23839 h 1092309"/>
                <a:gd name="connsiteX31" fmla="*/ 287991 w 989412"/>
                <a:gd name="connsiteY31" fmla="*/ 14981 h 1092309"/>
                <a:gd name="connsiteX32" fmla="*/ 615365 w 989412"/>
                <a:gd name="connsiteY32" fmla="*/ 30316 h 1092309"/>
                <a:gd name="connsiteX33" fmla="*/ 720140 w 989412"/>
                <a:gd name="connsiteY33" fmla="*/ 144045 h 1092309"/>
                <a:gd name="connsiteX34" fmla="*/ 795102 w 989412"/>
                <a:gd name="connsiteY34" fmla="*/ 141187 h 1092309"/>
                <a:gd name="connsiteX35" fmla="*/ 989412 w 989412"/>
                <a:gd name="connsiteY35" fmla="*/ 987674 h 1092309"/>
                <a:gd name="connsiteX36" fmla="*/ 989412 w 989412"/>
                <a:gd name="connsiteY36" fmla="*/ 987674 h 1092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989412" h="1092309">
                  <a:moveTo>
                    <a:pt x="617080" y="1090925"/>
                  </a:moveTo>
                  <a:cubicBezTo>
                    <a:pt x="597534" y="1096428"/>
                    <a:pt x="577228" y="1085044"/>
                    <a:pt x="571725" y="1065498"/>
                  </a:cubicBezTo>
                  <a:cubicBezTo>
                    <a:pt x="571381" y="1064274"/>
                    <a:pt x="571100" y="1063032"/>
                    <a:pt x="570884" y="1061778"/>
                  </a:cubicBezTo>
                  <a:cubicBezTo>
                    <a:pt x="563889" y="1017439"/>
                    <a:pt x="563504" y="972309"/>
                    <a:pt x="569741" y="927857"/>
                  </a:cubicBezTo>
                  <a:cubicBezTo>
                    <a:pt x="576884" y="866706"/>
                    <a:pt x="618414" y="802698"/>
                    <a:pt x="623557" y="741262"/>
                  </a:cubicBezTo>
                  <a:cubicBezTo>
                    <a:pt x="633082" y="624200"/>
                    <a:pt x="623081" y="558573"/>
                    <a:pt x="610031" y="460370"/>
                  </a:cubicBezTo>
                  <a:cubicBezTo>
                    <a:pt x="554882" y="453512"/>
                    <a:pt x="503447" y="420460"/>
                    <a:pt x="467156" y="377598"/>
                  </a:cubicBezTo>
                  <a:cubicBezTo>
                    <a:pt x="422960" y="326162"/>
                    <a:pt x="396290" y="262345"/>
                    <a:pt x="370287" y="199670"/>
                  </a:cubicBezTo>
                  <a:cubicBezTo>
                    <a:pt x="371897" y="261669"/>
                    <a:pt x="392844" y="321613"/>
                    <a:pt x="430199" y="371120"/>
                  </a:cubicBezTo>
                  <a:cubicBezTo>
                    <a:pt x="405069" y="374998"/>
                    <a:pt x="379588" y="366728"/>
                    <a:pt x="361524" y="348832"/>
                  </a:cubicBezTo>
                  <a:cubicBezTo>
                    <a:pt x="343879" y="331008"/>
                    <a:pt x="330155" y="309693"/>
                    <a:pt x="321233" y="286253"/>
                  </a:cubicBezTo>
                  <a:cubicBezTo>
                    <a:pt x="297421" y="230439"/>
                    <a:pt x="284179" y="170689"/>
                    <a:pt x="282181" y="110040"/>
                  </a:cubicBezTo>
                  <a:cubicBezTo>
                    <a:pt x="273897" y="196818"/>
                    <a:pt x="283625" y="284372"/>
                    <a:pt x="310756" y="367215"/>
                  </a:cubicBezTo>
                  <a:cubicBezTo>
                    <a:pt x="295325" y="362453"/>
                    <a:pt x="278752" y="366739"/>
                    <a:pt x="263131" y="369025"/>
                  </a:cubicBezTo>
                  <a:cubicBezTo>
                    <a:pt x="247510" y="371311"/>
                    <a:pt x="228841" y="370930"/>
                    <a:pt x="217506" y="359500"/>
                  </a:cubicBezTo>
                  <a:cubicBezTo>
                    <a:pt x="210655" y="351062"/>
                    <a:pt x="206329" y="340859"/>
                    <a:pt x="205029" y="330068"/>
                  </a:cubicBezTo>
                  <a:cubicBezTo>
                    <a:pt x="189869" y="256317"/>
                    <a:pt x="187421" y="180519"/>
                    <a:pt x="197789" y="105945"/>
                  </a:cubicBezTo>
                  <a:cubicBezTo>
                    <a:pt x="176908" y="145460"/>
                    <a:pt x="159967" y="186935"/>
                    <a:pt x="147212" y="229770"/>
                  </a:cubicBezTo>
                  <a:cubicBezTo>
                    <a:pt x="134569" y="273017"/>
                    <a:pt x="134239" y="318933"/>
                    <a:pt x="146259" y="362358"/>
                  </a:cubicBezTo>
                  <a:cubicBezTo>
                    <a:pt x="138931" y="369906"/>
                    <a:pt x="126870" y="370085"/>
                    <a:pt x="119321" y="362757"/>
                  </a:cubicBezTo>
                  <a:cubicBezTo>
                    <a:pt x="119186" y="362626"/>
                    <a:pt x="119053" y="362493"/>
                    <a:pt x="118922" y="362358"/>
                  </a:cubicBezTo>
                  <a:cubicBezTo>
                    <a:pt x="111964" y="354748"/>
                    <a:pt x="107771" y="345018"/>
                    <a:pt x="107016" y="334735"/>
                  </a:cubicBezTo>
                  <a:cubicBezTo>
                    <a:pt x="101206" y="297683"/>
                    <a:pt x="107683" y="259964"/>
                    <a:pt x="114255" y="223102"/>
                  </a:cubicBezTo>
                  <a:cubicBezTo>
                    <a:pt x="92253" y="262155"/>
                    <a:pt x="84918" y="307493"/>
                    <a:pt x="72726" y="350547"/>
                  </a:cubicBezTo>
                  <a:cubicBezTo>
                    <a:pt x="60534" y="393600"/>
                    <a:pt x="41103" y="437986"/>
                    <a:pt x="3670" y="462560"/>
                  </a:cubicBezTo>
                  <a:cubicBezTo>
                    <a:pt x="-2657" y="406233"/>
                    <a:pt x="-796" y="349286"/>
                    <a:pt x="9194" y="293492"/>
                  </a:cubicBezTo>
                  <a:cubicBezTo>
                    <a:pt x="16529" y="247295"/>
                    <a:pt x="38436" y="201480"/>
                    <a:pt x="58724" y="159380"/>
                  </a:cubicBezTo>
                  <a:cubicBezTo>
                    <a:pt x="80220" y="112741"/>
                    <a:pt x="110526" y="70696"/>
                    <a:pt x="147974" y="35555"/>
                  </a:cubicBezTo>
                  <a:cubicBezTo>
                    <a:pt x="212934" y="-21595"/>
                    <a:pt x="240080" y="3170"/>
                    <a:pt x="281324" y="24791"/>
                  </a:cubicBezTo>
                  <a:lnTo>
                    <a:pt x="286181" y="26887"/>
                  </a:lnTo>
                  <a:cubicBezTo>
                    <a:pt x="286181" y="25839"/>
                    <a:pt x="286181" y="24791"/>
                    <a:pt x="286181" y="23839"/>
                  </a:cubicBezTo>
                  <a:lnTo>
                    <a:pt x="287991" y="14981"/>
                  </a:lnTo>
                  <a:cubicBezTo>
                    <a:pt x="396523" y="-9290"/>
                    <a:pt x="509578" y="-3994"/>
                    <a:pt x="615365" y="30316"/>
                  </a:cubicBezTo>
                  <a:cubicBezTo>
                    <a:pt x="693471" y="55748"/>
                    <a:pt x="701090" y="223959"/>
                    <a:pt x="720140" y="144045"/>
                  </a:cubicBezTo>
                  <a:cubicBezTo>
                    <a:pt x="731666" y="95658"/>
                    <a:pt x="794340" y="139854"/>
                    <a:pt x="795102" y="141187"/>
                  </a:cubicBezTo>
                  <a:cubicBezTo>
                    <a:pt x="887209" y="307398"/>
                    <a:pt x="984935" y="571050"/>
                    <a:pt x="989412" y="987674"/>
                  </a:cubicBezTo>
                  <a:lnTo>
                    <a:pt x="989412" y="987674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9" name="任意多边形: 形状 348">
              <a:extLst>
                <a:ext uri="{FF2B5EF4-FFF2-40B4-BE49-F238E27FC236}">
                  <a16:creationId xmlns:a16="http://schemas.microsoft.com/office/drawing/2014/main" id="{4795A812-A96B-4B06-BEFC-76E4BD07EC56}"/>
                </a:ext>
              </a:extLst>
            </p:cNvPr>
            <p:cNvSpPr/>
            <p:nvPr/>
          </p:nvSpPr>
          <p:spPr>
            <a:xfrm>
              <a:off x="5702184" y="3037241"/>
              <a:ext cx="43052" cy="109675"/>
            </a:xfrm>
            <a:custGeom>
              <a:avLst/>
              <a:gdLst>
                <a:gd name="connsiteX0" fmla="*/ 43052 w 43052"/>
                <a:gd name="connsiteY0" fmla="*/ 0 h 109674"/>
                <a:gd name="connsiteX1" fmla="*/ 41931 w 43052"/>
                <a:gd name="connsiteY1" fmla="*/ 3832 h 109674"/>
                <a:gd name="connsiteX2" fmla="*/ 37818 w 43052"/>
                <a:gd name="connsiteY2" fmla="*/ 14956 h 109674"/>
                <a:gd name="connsiteX3" fmla="*/ 22862 w 43052"/>
                <a:gd name="connsiteY3" fmla="*/ 57298 h 109674"/>
                <a:gd name="connsiteX4" fmla="*/ 4007 w 43052"/>
                <a:gd name="connsiteY4" fmla="*/ 109674 h 109674"/>
                <a:gd name="connsiteX5" fmla="*/ 0 w 43052"/>
                <a:gd name="connsiteY5" fmla="*/ 109674 h 109674"/>
                <a:gd name="connsiteX6" fmla="*/ 20059 w 43052"/>
                <a:gd name="connsiteY6" fmla="*/ 56083 h 109674"/>
                <a:gd name="connsiteX7" fmla="*/ 36696 w 43052"/>
                <a:gd name="connsiteY7" fmla="*/ 14488 h 109674"/>
                <a:gd name="connsiteX8" fmla="*/ 41277 w 43052"/>
                <a:gd name="connsiteY8" fmla="*/ 3646 h 109674"/>
                <a:gd name="connsiteX9" fmla="*/ 43052 w 43052"/>
                <a:gd name="connsiteY9" fmla="*/ 0 h 109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052" h="109674">
                  <a:moveTo>
                    <a:pt x="43052" y="0"/>
                  </a:moveTo>
                  <a:cubicBezTo>
                    <a:pt x="42873" y="1327"/>
                    <a:pt x="42495" y="2618"/>
                    <a:pt x="41931" y="3832"/>
                  </a:cubicBezTo>
                  <a:lnTo>
                    <a:pt x="37818" y="14956"/>
                  </a:lnTo>
                  <a:lnTo>
                    <a:pt x="22862" y="57298"/>
                  </a:lnTo>
                  <a:lnTo>
                    <a:pt x="4007" y="109674"/>
                  </a:lnTo>
                  <a:lnTo>
                    <a:pt x="0" y="109674"/>
                  </a:lnTo>
                  <a:lnTo>
                    <a:pt x="20059" y="56083"/>
                  </a:lnTo>
                  <a:cubicBezTo>
                    <a:pt x="27069" y="38136"/>
                    <a:pt x="32771" y="24022"/>
                    <a:pt x="36696" y="14488"/>
                  </a:cubicBezTo>
                  <a:cubicBezTo>
                    <a:pt x="38660" y="10002"/>
                    <a:pt x="40155" y="6356"/>
                    <a:pt x="41277" y="3646"/>
                  </a:cubicBezTo>
                  <a:cubicBezTo>
                    <a:pt x="41785" y="2392"/>
                    <a:pt x="42379" y="1174"/>
                    <a:pt x="43052" y="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0" name="任意多边形: 形状 349">
              <a:extLst>
                <a:ext uri="{FF2B5EF4-FFF2-40B4-BE49-F238E27FC236}">
                  <a16:creationId xmlns:a16="http://schemas.microsoft.com/office/drawing/2014/main" id="{7BECD10E-E5AB-4C12-8814-D4DAE4AE7092}"/>
                </a:ext>
              </a:extLst>
            </p:cNvPr>
            <p:cNvSpPr/>
            <p:nvPr/>
          </p:nvSpPr>
          <p:spPr>
            <a:xfrm>
              <a:off x="6355742" y="2921616"/>
              <a:ext cx="438858" cy="223408"/>
            </a:xfrm>
            <a:custGeom>
              <a:avLst/>
              <a:gdLst>
                <a:gd name="connsiteX0" fmla="*/ 16790 w 438855"/>
                <a:gd name="connsiteY0" fmla="*/ 0 h 223406"/>
                <a:gd name="connsiteX1" fmla="*/ 142976 w 438855"/>
                <a:gd name="connsiteY1" fmla="*/ 114970 h 223406"/>
                <a:gd name="connsiteX2" fmla="*/ 438855 w 438855"/>
                <a:gd name="connsiteY2" fmla="*/ 223406 h 223406"/>
                <a:gd name="connsiteX3" fmla="*/ 0 w 438855"/>
                <a:gd name="connsiteY3" fmla="*/ 223406 h 223406"/>
                <a:gd name="connsiteX4" fmla="*/ 847 w 438855"/>
                <a:gd name="connsiteY4" fmla="*/ 207356 h 223406"/>
                <a:gd name="connsiteX5" fmla="*/ 1367 w 438855"/>
                <a:gd name="connsiteY5" fmla="*/ 198159 h 223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8855" h="223406">
                  <a:moveTo>
                    <a:pt x="16790" y="0"/>
                  </a:moveTo>
                  <a:cubicBezTo>
                    <a:pt x="60628" y="39258"/>
                    <a:pt x="142976" y="114970"/>
                    <a:pt x="142976" y="114970"/>
                  </a:cubicBezTo>
                  <a:lnTo>
                    <a:pt x="438855" y="223406"/>
                  </a:lnTo>
                  <a:lnTo>
                    <a:pt x="0" y="223406"/>
                  </a:lnTo>
                  <a:lnTo>
                    <a:pt x="847" y="207356"/>
                  </a:lnTo>
                  <a:cubicBezTo>
                    <a:pt x="1180" y="201323"/>
                    <a:pt x="1367" y="198159"/>
                    <a:pt x="1367" y="198159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9" name="任意多边形: 形状 368">
              <a:extLst>
                <a:ext uri="{FF2B5EF4-FFF2-40B4-BE49-F238E27FC236}">
                  <a16:creationId xmlns:a16="http://schemas.microsoft.com/office/drawing/2014/main" id="{33CC4078-A52E-4F64-9D73-278474841BF9}"/>
                </a:ext>
              </a:extLst>
            </p:cNvPr>
            <p:cNvSpPr/>
            <p:nvPr/>
          </p:nvSpPr>
          <p:spPr>
            <a:xfrm>
              <a:off x="6479227" y="3036110"/>
              <a:ext cx="25494" cy="108906"/>
            </a:xfrm>
            <a:custGeom>
              <a:avLst/>
              <a:gdLst>
                <a:gd name="connsiteX0" fmla="*/ 0 w 25494"/>
                <a:gd name="connsiteY0" fmla="*/ 0 h 108905"/>
                <a:gd name="connsiteX1" fmla="*/ 1309 w 25494"/>
                <a:gd name="connsiteY1" fmla="*/ 2711 h 108905"/>
                <a:gd name="connsiteX2" fmla="*/ 4580 w 25494"/>
                <a:gd name="connsiteY2" fmla="*/ 10936 h 108905"/>
                <a:gd name="connsiteX3" fmla="*/ 13927 w 25494"/>
                <a:gd name="connsiteY3" fmla="*/ 43651 h 108905"/>
                <a:gd name="connsiteX4" fmla="*/ 23274 w 25494"/>
                <a:gd name="connsiteY4" fmla="*/ 96369 h 108905"/>
                <a:gd name="connsiteX5" fmla="*/ 25494 w 25494"/>
                <a:gd name="connsiteY5" fmla="*/ 108905 h 108905"/>
                <a:gd name="connsiteX6" fmla="*/ 21747 w 25494"/>
                <a:gd name="connsiteY6" fmla="*/ 108905 h 108905"/>
                <a:gd name="connsiteX7" fmla="*/ 19722 w 25494"/>
                <a:gd name="connsiteY7" fmla="*/ 96836 h 108905"/>
                <a:gd name="connsiteX8" fmla="*/ 11684 w 25494"/>
                <a:gd name="connsiteY8" fmla="*/ 44119 h 108905"/>
                <a:gd name="connsiteX9" fmla="*/ 3552 w 25494"/>
                <a:gd name="connsiteY9" fmla="*/ 11310 h 108905"/>
                <a:gd name="connsiteX10" fmla="*/ 841 w 25494"/>
                <a:gd name="connsiteY10" fmla="*/ 2898 h 108905"/>
                <a:gd name="connsiteX11" fmla="*/ 0 w 25494"/>
                <a:gd name="connsiteY11" fmla="*/ 0 h 108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494" h="108905">
                  <a:moveTo>
                    <a:pt x="0" y="0"/>
                  </a:moveTo>
                  <a:cubicBezTo>
                    <a:pt x="566" y="835"/>
                    <a:pt x="1006" y="1749"/>
                    <a:pt x="1309" y="2711"/>
                  </a:cubicBezTo>
                  <a:cubicBezTo>
                    <a:pt x="2056" y="4580"/>
                    <a:pt x="3272" y="7290"/>
                    <a:pt x="4580" y="10936"/>
                  </a:cubicBezTo>
                  <a:cubicBezTo>
                    <a:pt x="8359" y="21640"/>
                    <a:pt x="11481" y="32566"/>
                    <a:pt x="13927" y="43651"/>
                  </a:cubicBezTo>
                  <a:cubicBezTo>
                    <a:pt x="17012" y="58045"/>
                    <a:pt x="19909" y="75806"/>
                    <a:pt x="23274" y="96369"/>
                  </a:cubicBezTo>
                  <a:lnTo>
                    <a:pt x="25494" y="108905"/>
                  </a:lnTo>
                  <a:lnTo>
                    <a:pt x="21747" y="108905"/>
                  </a:lnTo>
                  <a:lnTo>
                    <a:pt x="19722" y="96836"/>
                  </a:lnTo>
                  <a:cubicBezTo>
                    <a:pt x="17105" y="76179"/>
                    <a:pt x="14488" y="58419"/>
                    <a:pt x="11684" y="44119"/>
                  </a:cubicBezTo>
                  <a:cubicBezTo>
                    <a:pt x="8880" y="29818"/>
                    <a:pt x="5795" y="18694"/>
                    <a:pt x="3552" y="11310"/>
                  </a:cubicBezTo>
                  <a:cubicBezTo>
                    <a:pt x="2430" y="7852"/>
                    <a:pt x="1496" y="5141"/>
                    <a:pt x="841" y="2898"/>
                  </a:cubicBezTo>
                  <a:cubicBezTo>
                    <a:pt x="437" y="1973"/>
                    <a:pt x="154" y="998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0" name="任意多边形: 形状 369">
              <a:extLst>
                <a:ext uri="{FF2B5EF4-FFF2-40B4-BE49-F238E27FC236}">
                  <a16:creationId xmlns:a16="http://schemas.microsoft.com/office/drawing/2014/main" id="{C0F4A267-8DE6-416F-A400-BA5E6C439F40}"/>
                </a:ext>
              </a:extLst>
            </p:cNvPr>
            <p:cNvSpPr/>
            <p:nvPr/>
          </p:nvSpPr>
          <p:spPr>
            <a:xfrm>
              <a:off x="6485586" y="3052733"/>
              <a:ext cx="36493" cy="92266"/>
            </a:xfrm>
            <a:custGeom>
              <a:avLst/>
              <a:gdLst>
                <a:gd name="connsiteX0" fmla="*/ 0 w 36493"/>
                <a:gd name="connsiteY0" fmla="*/ 0 h 92266"/>
                <a:gd name="connsiteX1" fmla="*/ 30624 w 36493"/>
                <a:gd name="connsiteY1" fmla="*/ 75572 h 92266"/>
                <a:gd name="connsiteX2" fmla="*/ 36493 w 36493"/>
                <a:gd name="connsiteY2" fmla="*/ 92266 h 92266"/>
                <a:gd name="connsiteX3" fmla="*/ 16923 w 36493"/>
                <a:gd name="connsiteY3" fmla="*/ 92266 h 92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93" h="92266">
                  <a:moveTo>
                    <a:pt x="0" y="0"/>
                  </a:moveTo>
                  <a:cubicBezTo>
                    <a:pt x="0" y="0"/>
                    <a:pt x="15867" y="37015"/>
                    <a:pt x="30624" y="75572"/>
                  </a:cubicBezTo>
                  <a:lnTo>
                    <a:pt x="36493" y="92266"/>
                  </a:lnTo>
                  <a:lnTo>
                    <a:pt x="16923" y="9226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72" name="iconfont-11607-6151198">
            <a:extLst>
              <a:ext uri="{FF2B5EF4-FFF2-40B4-BE49-F238E27FC236}">
                <a16:creationId xmlns:a16="http://schemas.microsoft.com/office/drawing/2014/main" id="{078CD685-7155-43D1-AE86-FE6CDA2D94EF}"/>
              </a:ext>
            </a:extLst>
          </p:cNvPr>
          <p:cNvSpPr/>
          <p:nvPr/>
        </p:nvSpPr>
        <p:spPr>
          <a:xfrm>
            <a:off x="10663269" y="691459"/>
            <a:ext cx="903840" cy="903844"/>
          </a:xfrm>
          <a:custGeom>
            <a:avLst/>
            <a:gdLst>
              <a:gd name="T0" fmla="*/ 4970 w 12800"/>
              <a:gd name="T1" fmla="*/ 7931 h 12800"/>
              <a:gd name="T2" fmla="*/ 10416 w 12800"/>
              <a:gd name="T3" fmla="*/ 3488 h 12800"/>
              <a:gd name="T4" fmla="*/ 4971 w 12800"/>
              <a:gd name="T5" fmla="*/ 9348 h 12800"/>
              <a:gd name="T6" fmla="*/ 4971 w 12800"/>
              <a:gd name="T7" fmla="*/ 11014 h 12800"/>
              <a:gd name="T8" fmla="*/ 7760 w 12800"/>
              <a:gd name="T9" fmla="*/ 9524 h 12800"/>
              <a:gd name="T10" fmla="*/ 10418 w 12800"/>
              <a:gd name="T11" fmla="*/ 11060 h 12800"/>
              <a:gd name="T12" fmla="*/ 11506 w 12800"/>
              <a:gd name="T13" fmla="*/ 1844 h 12800"/>
              <a:gd name="T14" fmla="*/ 2296 w 12800"/>
              <a:gd name="T15" fmla="*/ 6448 h 12800"/>
              <a:gd name="T16" fmla="*/ 4970 w 12800"/>
              <a:gd name="T17" fmla="*/ 7930 h 12800"/>
              <a:gd name="T18" fmla="*/ 10359 w 12800"/>
              <a:gd name="T19" fmla="*/ 3535 h 12800"/>
              <a:gd name="T20" fmla="*/ 10366 w 12800"/>
              <a:gd name="T21" fmla="*/ 3542 h 12800"/>
              <a:gd name="T22" fmla="*/ 6030 w 12800"/>
              <a:gd name="T23" fmla="*/ 8209 h 12800"/>
              <a:gd name="T24" fmla="*/ 10416 w 12800"/>
              <a:gd name="T25" fmla="*/ 3489 h 12800"/>
              <a:gd name="T26" fmla="*/ 4970 w 12800"/>
              <a:gd name="T27" fmla="*/ 7930 h 12800"/>
              <a:gd name="T28" fmla="*/ 4970 w 12800"/>
              <a:gd name="T29" fmla="*/ 7931 h 12800"/>
              <a:gd name="T30" fmla="*/ 12800 w 12800"/>
              <a:gd name="T31" fmla="*/ 0 h 12800"/>
              <a:gd name="T32" fmla="*/ 11290 w 12800"/>
              <a:gd name="T33" fmla="*/ 12800 h 12800"/>
              <a:gd name="T34" fmla="*/ 7740 w 12800"/>
              <a:gd name="T35" fmla="*/ 10748 h 12800"/>
              <a:gd name="T36" fmla="*/ 3902 w 12800"/>
              <a:gd name="T37" fmla="*/ 12800 h 12800"/>
              <a:gd name="T38" fmla="*/ 3902 w 12800"/>
              <a:gd name="T39" fmla="*/ 8562 h 12800"/>
              <a:gd name="T40" fmla="*/ 0 w 12800"/>
              <a:gd name="T41" fmla="*/ 6400 h 12800"/>
              <a:gd name="T42" fmla="*/ 12800 w 12800"/>
              <a:gd name="T43" fmla="*/ 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800" h="12800">
                <a:moveTo>
                  <a:pt x="4970" y="7931"/>
                </a:moveTo>
                <a:lnTo>
                  <a:pt x="10416" y="3488"/>
                </a:lnTo>
                <a:lnTo>
                  <a:pt x="4971" y="9348"/>
                </a:lnTo>
                <a:lnTo>
                  <a:pt x="4971" y="11014"/>
                </a:lnTo>
                <a:lnTo>
                  <a:pt x="7760" y="9524"/>
                </a:lnTo>
                <a:lnTo>
                  <a:pt x="10418" y="11060"/>
                </a:lnTo>
                <a:lnTo>
                  <a:pt x="11506" y="1844"/>
                </a:lnTo>
                <a:lnTo>
                  <a:pt x="2296" y="6448"/>
                </a:lnTo>
                <a:lnTo>
                  <a:pt x="4970" y="7930"/>
                </a:lnTo>
                <a:lnTo>
                  <a:pt x="10359" y="3535"/>
                </a:lnTo>
                <a:lnTo>
                  <a:pt x="10366" y="3542"/>
                </a:lnTo>
                <a:lnTo>
                  <a:pt x="6030" y="8209"/>
                </a:lnTo>
                <a:lnTo>
                  <a:pt x="10416" y="3489"/>
                </a:lnTo>
                <a:lnTo>
                  <a:pt x="4970" y="7930"/>
                </a:lnTo>
                <a:lnTo>
                  <a:pt x="4970" y="7931"/>
                </a:lnTo>
                <a:close/>
                <a:moveTo>
                  <a:pt x="12800" y="0"/>
                </a:moveTo>
                <a:lnTo>
                  <a:pt x="11290" y="12800"/>
                </a:lnTo>
                <a:lnTo>
                  <a:pt x="7740" y="10748"/>
                </a:lnTo>
                <a:lnTo>
                  <a:pt x="3902" y="12800"/>
                </a:lnTo>
                <a:lnTo>
                  <a:pt x="3902" y="8562"/>
                </a:lnTo>
                <a:lnTo>
                  <a:pt x="0" y="6400"/>
                </a:lnTo>
                <a:lnTo>
                  <a:pt x="1280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7C0CFB-61BB-4F01-AB96-96353E01FDF9}"/>
              </a:ext>
            </a:extLst>
          </p:cNvPr>
          <p:cNvSpPr/>
          <p:nvPr/>
        </p:nvSpPr>
        <p:spPr>
          <a:xfrm rot="21418541">
            <a:off x="2714520" y="2428042"/>
            <a:ext cx="667102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Advantages and disadvantages </a:t>
            </a:r>
          </a:p>
          <a:p>
            <a:pPr algn="ctr"/>
            <a:r>
              <a:rPr lang="en-US" altLang="zh-CN" sz="36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of </a:t>
            </a:r>
          </a:p>
          <a:p>
            <a:pPr algn="ctr"/>
            <a:r>
              <a:rPr lang="en-US" altLang="zh-CN" sz="36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part-time job</a:t>
            </a:r>
            <a:endParaRPr lang="zh-CN" altLang="en-US" sz="36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F2302E-5660-458D-BE90-8422254BEDC8}"/>
              </a:ext>
            </a:extLst>
          </p:cNvPr>
          <p:cNvSpPr/>
          <p:nvPr/>
        </p:nvSpPr>
        <p:spPr>
          <a:xfrm>
            <a:off x="10552800" y="5898053"/>
            <a:ext cx="1117436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600" b="1" cap="none" spc="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Tammer</a:t>
            </a:r>
            <a:endParaRPr lang="zh-CN" altLang="en-US" sz="1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2451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" name="图形 454">
            <a:extLst>
              <a:ext uri="{FF2B5EF4-FFF2-40B4-BE49-F238E27FC236}">
                <a16:creationId xmlns:a16="http://schemas.microsoft.com/office/drawing/2014/main" id="{BB509FC5-C784-4DA9-A74E-36CB85DD3AE4}"/>
              </a:ext>
            </a:extLst>
          </p:cNvPr>
          <p:cNvGrpSpPr/>
          <p:nvPr/>
        </p:nvGrpSpPr>
        <p:grpSpPr>
          <a:xfrm>
            <a:off x="5000891" y="4631790"/>
            <a:ext cx="1623296" cy="1646936"/>
            <a:chOff x="5249135" y="1866940"/>
            <a:chExt cx="577060" cy="577060"/>
          </a:xfrm>
        </p:grpSpPr>
        <p:sp>
          <p:nvSpPr>
            <p:cNvPr id="482" name="任意多边形: 形状 481">
              <a:extLst>
                <a:ext uri="{FF2B5EF4-FFF2-40B4-BE49-F238E27FC236}">
                  <a16:creationId xmlns:a16="http://schemas.microsoft.com/office/drawing/2014/main" id="{21797B39-2F08-496B-AA32-879CCD0A154C}"/>
                </a:ext>
              </a:extLst>
            </p:cNvPr>
            <p:cNvSpPr/>
            <p:nvPr/>
          </p:nvSpPr>
          <p:spPr>
            <a:xfrm rot="-792601">
              <a:off x="5297635" y="1915440"/>
              <a:ext cx="480060" cy="480060"/>
            </a:xfrm>
            <a:custGeom>
              <a:avLst/>
              <a:gdLst>
                <a:gd name="connsiteX0" fmla="*/ 480060 w 480060"/>
                <a:gd name="connsiteY0" fmla="*/ 240030 h 480060"/>
                <a:gd name="connsiteX1" fmla="*/ 240030 w 480060"/>
                <a:gd name="connsiteY1" fmla="*/ 480060 h 480060"/>
                <a:gd name="connsiteX2" fmla="*/ 0 w 480060"/>
                <a:gd name="connsiteY2" fmla="*/ 240030 h 480060"/>
                <a:gd name="connsiteX3" fmla="*/ 240030 w 480060"/>
                <a:gd name="connsiteY3" fmla="*/ 0 h 480060"/>
                <a:gd name="connsiteX4" fmla="*/ 480060 w 480060"/>
                <a:gd name="connsiteY4" fmla="*/ 240030 h 480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60" h="480060">
                  <a:moveTo>
                    <a:pt x="480060" y="240030"/>
                  </a:moveTo>
                  <a:cubicBezTo>
                    <a:pt x="480060" y="372595"/>
                    <a:pt x="372595" y="480060"/>
                    <a:pt x="240030" y="480060"/>
                  </a:cubicBezTo>
                  <a:cubicBezTo>
                    <a:pt x="107465" y="480060"/>
                    <a:pt x="0" y="372595"/>
                    <a:pt x="0" y="240030"/>
                  </a:cubicBezTo>
                  <a:cubicBezTo>
                    <a:pt x="0" y="107465"/>
                    <a:pt x="107465" y="0"/>
                    <a:pt x="240030" y="0"/>
                  </a:cubicBezTo>
                  <a:cubicBezTo>
                    <a:pt x="372595" y="0"/>
                    <a:pt x="480060" y="107465"/>
                    <a:pt x="480060" y="24003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632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3" name="任意多边形: 形状 482">
              <a:extLst>
                <a:ext uri="{FF2B5EF4-FFF2-40B4-BE49-F238E27FC236}">
                  <a16:creationId xmlns:a16="http://schemas.microsoft.com/office/drawing/2014/main" id="{1B064227-BC2C-4C79-858D-87962E0DD670}"/>
                </a:ext>
              </a:extLst>
            </p:cNvPr>
            <p:cNvSpPr/>
            <p:nvPr/>
          </p:nvSpPr>
          <p:spPr>
            <a:xfrm rot="-771601">
              <a:off x="5324266" y="1942179"/>
              <a:ext cx="426720" cy="426720"/>
            </a:xfrm>
            <a:custGeom>
              <a:avLst/>
              <a:gdLst>
                <a:gd name="connsiteX0" fmla="*/ 426720 w 426720"/>
                <a:gd name="connsiteY0" fmla="*/ 213360 h 426720"/>
                <a:gd name="connsiteX1" fmla="*/ 213360 w 426720"/>
                <a:gd name="connsiteY1" fmla="*/ 426720 h 426720"/>
                <a:gd name="connsiteX2" fmla="*/ 0 w 426720"/>
                <a:gd name="connsiteY2" fmla="*/ 213360 h 426720"/>
                <a:gd name="connsiteX3" fmla="*/ 213360 w 426720"/>
                <a:gd name="connsiteY3" fmla="*/ 0 h 426720"/>
                <a:gd name="connsiteX4" fmla="*/ 426720 w 426720"/>
                <a:gd name="connsiteY4" fmla="*/ 21336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6720" h="426720">
                  <a:moveTo>
                    <a:pt x="426720" y="213360"/>
                  </a:moveTo>
                  <a:cubicBezTo>
                    <a:pt x="426720" y="331196"/>
                    <a:pt x="331196" y="426720"/>
                    <a:pt x="213360" y="426720"/>
                  </a:cubicBezTo>
                  <a:cubicBezTo>
                    <a:pt x="95525" y="426720"/>
                    <a:pt x="0" y="331196"/>
                    <a:pt x="0" y="213360"/>
                  </a:cubicBezTo>
                  <a:cubicBezTo>
                    <a:pt x="0" y="95525"/>
                    <a:pt x="95525" y="0"/>
                    <a:pt x="213360" y="0"/>
                  </a:cubicBezTo>
                  <a:cubicBezTo>
                    <a:pt x="331196" y="0"/>
                    <a:pt x="426720" y="95525"/>
                    <a:pt x="426720" y="21336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4" name="任意多边形: 形状 483">
              <a:extLst>
                <a:ext uri="{FF2B5EF4-FFF2-40B4-BE49-F238E27FC236}">
                  <a16:creationId xmlns:a16="http://schemas.microsoft.com/office/drawing/2014/main" id="{F5CDF2E5-3740-4082-88C5-33B8C537BAAB}"/>
                </a:ext>
              </a:extLst>
            </p:cNvPr>
            <p:cNvSpPr/>
            <p:nvPr/>
          </p:nvSpPr>
          <p:spPr>
            <a:xfrm rot="-528599">
              <a:off x="5345016" y="1964180"/>
              <a:ext cx="385000" cy="385000"/>
            </a:xfrm>
            <a:custGeom>
              <a:avLst/>
              <a:gdLst>
                <a:gd name="connsiteX0" fmla="*/ 385001 w 385000"/>
                <a:gd name="connsiteY0" fmla="*/ 192500 h 385000"/>
                <a:gd name="connsiteX1" fmla="*/ 192500 w 385000"/>
                <a:gd name="connsiteY1" fmla="*/ 385001 h 385000"/>
                <a:gd name="connsiteX2" fmla="*/ 0 w 385000"/>
                <a:gd name="connsiteY2" fmla="*/ 192500 h 385000"/>
                <a:gd name="connsiteX3" fmla="*/ 192500 w 385000"/>
                <a:gd name="connsiteY3" fmla="*/ 0 h 385000"/>
                <a:gd name="connsiteX4" fmla="*/ 385001 w 385000"/>
                <a:gd name="connsiteY4" fmla="*/ 192500 h 38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00" h="385000">
                  <a:moveTo>
                    <a:pt x="385001" y="192500"/>
                  </a:moveTo>
                  <a:cubicBezTo>
                    <a:pt x="385001" y="298815"/>
                    <a:pt x="298815" y="385001"/>
                    <a:pt x="192500" y="385001"/>
                  </a:cubicBezTo>
                  <a:cubicBezTo>
                    <a:pt x="86185" y="385001"/>
                    <a:pt x="0" y="298815"/>
                    <a:pt x="0" y="192500"/>
                  </a:cubicBezTo>
                  <a:cubicBezTo>
                    <a:pt x="0" y="86185"/>
                    <a:pt x="86185" y="0"/>
                    <a:pt x="192500" y="0"/>
                  </a:cubicBezTo>
                  <a:cubicBezTo>
                    <a:pt x="298815" y="0"/>
                    <a:pt x="385001" y="86185"/>
                    <a:pt x="385001" y="19250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485" name="任意多边形: 形状 484">
              <a:extLst>
                <a:ext uri="{FF2B5EF4-FFF2-40B4-BE49-F238E27FC236}">
                  <a16:creationId xmlns:a16="http://schemas.microsoft.com/office/drawing/2014/main" id="{16570E68-12B0-42D4-864A-42BF9AA63650}"/>
                </a:ext>
              </a:extLst>
            </p:cNvPr>
            <p:cNvSpPr/>
            <p:nvPr/>
          </p:nvSpPr>
          <p:spPr>
            <a:xfrm>
              <a:off x="5466016" y="1989209"/>
              <a:ext cx="143363" cy="332327"/>
            </a:xfrm>
            <a:custGeom>
              <a:avLst/>
              <a:gdLst>
                <a:gd name="connsiteX0" fmla="*/ 68675 w 143363"/>
                <a:gd name="connsiteY0" fmla="*/ 332327 h 332327"/>
                <a:gd name="connsiteX1" fmla="*/ 68675 w 143363"/>
                <a:gd name="connsiteY1" fmla="*/ 301752 h 332327"/>
                <a:gd name="connsiteX2" fmla="*/ 18097 w 143363"/>
                <a:gd name="connsiteY2" fmla="*/ 280130 h 332327"/>
                <a:gd name="connsiteX3" fmla="*/ 0 w 143363"/>
                <a:gd name="connsiteY3" fmla="*/ 219266 h 332327"/>
                <a:gd name="connsiteX4" fmla="*/ 46387 w 143363"/>
                <a:gd name="connsiteY4" fmla="*/ 211360 h 332327"/>
                <a:gd name="connsiteX5" fmla="*/ 49816 w 143363"/>
                <a:gd name="connsiteY5" fmla="*/ 238887 h 332327"/>
                <a:gd name="connsiteX6" fmla="*/ 58483 w 143363"/>
                <a:gd name="connsiteY6" fmla="*/ 255556 h 332327"/>
                <a:gd name="connsiteX7" fmla="*/ 72962 w 143363"/>
                <a:gd name="connsiteY7" fmla="*/ 260985 h 332327"/>
                <a:gd name="connsiteX8" fmla="*/ 86868 w 143363"/>
                <a:gd name="connsiteY8" fmla="*/ 254413 h 332327"/>
                <a:gd name="connsiteX9" fmla="*/ 90678 w 143363"/>
                <a:gd name="connsiteY9" fmla="*/ 239268 h 332327"/>
                <a:gd name="connsiteX10" fmla="*/ 82963 w 143363"/>
                <a:gd name="connsiteY10" fmla="*/ 210693 h 332327"/>
                <a:gd name="connsiteX11" fmla="*/ 61722 w 143363"/>
                <a:gd name="connsiteY11" fmla="*/ 187833 h 332327"/>
                <a:gd name="connsiteX12" fmla="*/ 33814 w 143363"/>
                <a:gd name="connsiteY12" fmla="*/ 163925 h 332327"/>
                <a:gd name="connsiteX13" fmla="*/ 16764 w 143363"/>
                <a:gd name="connsiteY13" fmla="*/ 145828 h 332327"/>
                <a:gd name="connsiteX14" fmla="*/ 4763 w 143363"/>
                <a:gd name="connsiteY14" fmla="*/ 124777 h 332327"/>
                <a:gd name="connsiteX15" fmla="*/ 286 w 143363"/>
                <a:gd name="connsiteY15" fmla="*/ 96774 h 332327"/>
                <a:gd name="connsiteX16" fmla="*/ 17907 w 143363"/>
                <a:gd name="connsiteY16" fmla="*/ 49149 h 332327"/>
                <a:gd name="connsiteX17" fmla="*/ 65056 w 143363"/>
                <a:gd name="connsiteY17" fmla="*/ 30099 h 332327"/>
                <a:gd name="connsiteX18" fmla="*/ 65056 w 143363"/>
                <a:gd name="connsiteY18" fmla="*/ 0 h 332327"/>
                <a:gd name="connsiteX19" fmla="*/ 80867 w 143363"/>
                <a:gd name="connsiteY19" fmla="*/ 0 h 332327"/>
                <a:gd name="connsiteX20" fmla="*/ 80867 w 143363"/>
                <a:gd name="connsiteY20" fmla="*/ 29337 h 332327"/>
                <a:gd name="connsiteX21" fmla="*/ 109918 w 143363"/>
                <a:gd name="connsiteY21" fmla="*/ 37338 h 332327"/>
                <a:gd name="connsiteX22" fmla="*/ 126873 w 143363"/>
                <a:gd name="connsiteY22" fmla="*/ 55531 h 332327"/>
                <a:gd name="connsiteX23" fmla="*/ 135446 w 143363"/>
                <a:gd name="connsiteY23" fmla="*/ 78867 h 332327"/>
                <a:gd name="connsiteX24" fmla="*/ 138684 w 143363"/>
                <a:gd name="connsiteY24" fmla="*/ 103442 h 332327"/>
                <a:gd name="connsiteX25" fmla="*/ 91726 w 143363"/>
                <a:gd name="connsiteY25" fmla="*/ 110300 h 332327"/>
                <a:gd name="connsiteX26" fmla="*/ 89725 w 143363"/>
                <a:gd name="connsiteY26" fmla="*/ 88773 h 332327"/>
                <a:gd name="connsiteX27" fmla="*/ 83820 w 143363"/>
                <a:gd name="connsiteY27" fmla="*/ 74104 h 332327"/>
                <a:gd name="connsiteX28" fmla="*/ 70675 w 143363"/>
                <a:gd name="connsiteY28" fmla="*/ 69247 h 332327"/>
                <a:gd name="connsiteX29" fmla="*/ 56674 w 143363"/>
                <a:gd name="connsiteY29" fmla="*/ 76486 h 332327"/>
                <a:gd name="connsiteX30" fmla="*/ 51911 w 143363"/>
                <a:gd name="connsiteY30" fmla="*/ 91916 h 332327"/>
                <a:gd name="connsiteX31" fmla="*/ 59150 w 143363"/>
                <a:gd name="connsiteY31" fmla="*/ 116205 h 332327"/>
                <a:gd name="connsiteX32" fmla="*/ 75629 w 143363"/>
                <a:gd name="connsiteY32" fmla="*/ 134017 h 332327"/>
                <a:gd name="connsiteX33" fmla="*/ 102870 w 143363"/>
                <a:gd name="connsiteY33" fmla="*/ 157639 h 332327"/>
                <a:gd name="connsiteX34" fmla="*/ 122968 w 143363"/>
                <a:gd name="connsiteY34" fmla="*/ 178975 h 332327"/>
                <a:gd name="connsiteX35" fmla="*/ 137732 w 143363"/>
                <a:gd name="connsiteY35" fmla="*/ 204502 h 332327"/>
                <a:gd name="connsiteX36" fmla="*/ 143351 w 143363"/>
                <a:gd name="connsiteY36" fmla="*/ 236506 h 332327"/>
                <a:gd name="connsiteX37" fmla="*/ 136208 w 143363"/>
                <a:gd name="connsiteY37" fmla="*/ 268224 h 332327"/>
                <a:gd name="connsiteX38" fmla="*/ 115633 w 143363"/>
                <a:gd name="connsiteY38" fmla="*/ 290989 h 332327"/>
                <a:gd name="connsiteX39" fmla="*/ 84201 w 143363"/>
                <a:gd name="connsiteY39" fmla="*/ 301466 h 332327"/>
                <a:gd name="connsiteX40" fmla="*/ 84201 w 143363"/>
                <a:gd name="connsiteY40" fmla="*/ 332327 h 332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43363" h="332327">
                  <a:moveTo>
                    <a:pt x="68675" y="332327"/>
                  </a:moveTo>
                  <a:lnTo>
                    <a:pt x="68675" y="301752"/>
                  </a:lnTo>
                  <a:cubicBezTo>
                    <a:pt x="49454" y="302364"/>
                    <a:pt x="30937" y="294450"/>
                    <a:pt x="18097" y="280130"/>
                  </a:cubicBezTo>
                  <a:cubicBezTo>
                    <a:pt x="6858" y="266541"/>
                    <a:pt x="829" y="246253"/>
                    <a:pt x="0" y="219266"/>
                  </a:cubicBezTo>
                  <a:lnTo>
                    <a:pt x="46387" y="211360"/>
                  </a:lnTo>
                  <a:cubicBezTo>
                    <a:pt x="46539" y="220632"/>
                    <a:pt x="47692" y="229861"/>
                    <a:pt x="49816" y="238887"/>
                  </a:cubicBezTo>
                  <a:cubicBezTo>
                    <a:pt x="51063" y="245154"/>
                    <a:pt x="54073" y="250936"/>
                    <a:pt x="58483" y="255556"/>
                  </a:cubicBezTo>
                  <a:cubicBezTo>
                    <a:pt x="62379" y="259242"/>
                    <a:pt x="67599" y="261200"/>
                    <a:pt x="72962" y="260985"/>
                  </a:cubicBezTo>
                  <a:cubicBezTo>
                    <a:pt x="78467" y="261618"/>
                    <a:pt x="83858" y="259071"/>
                    <a:pt x="86868" y="254413"/>
                  </a:cubicBezTo>
                  <a:cubicBezTo>
                    <a:pt x="89487" y="249802"/>
                    <a:pt x="90802" y="244568"/>
                    <a:pt x="90678" y="239268"/>
                  </a:cubicBezTo>
                  <a:cubicBezTo>
                    <a:pt x="91116" y="229175"/>
                    <a:pt x="88421" y="219194"/>
                    <a:pt x="82963" y="210693"/>
                  </a:cubicBezTo>
                  <a:cubicBezTo>
                    <a:pt x="76914" y="202172"/>
                    <a:pt x="69780" y="194485"/>
                    <a:pt x="61722" y="187833"/>
                  </a:cubicBezTo>
                  <a:lnTo>
                    <a:pt x="33814" y="163925"/>
                  </a:lnTo>
                  <a:cubicBezTo>
                    <a:pt x="27737" y="158279"/>
                    <a:pt x="22041" y="152232"/>
                    <a:pt x="16764" y="145828"/>
                  </a:cubicBezTo>
                  <a:cubicBezTo>
                    <a:pt x="11630" y="139520"/>
                    <a:pt x="7572" y="132407"/>
                    <a:pt x="4763" y="124777"/>
                  </a:cubicBezTo>
                  <a:cubicBezTo>
                    <a:pt x="1610" y="115785"/>
                    <a:pt x="95" y="106301"/>
                    <a:pt x="286" y="96774"/>
                  </a:cubicBezTo>
                  <a:cubicBezTo>
                    <a:pt x="-610" y="79156"/>
                    <a:pt x="5753" y="61940"/>
                    <a:pt x="17907" y="49149"/>
                  </a:cubicBezTo>
                  <a:cubicBezTo>
                    <a:pt x="30813" y="37328"/>
                    <a:pt x="47558" y="30564"/>
                    <a:pt x="65056" y="30099"/>
                  </a:cubicBezTo>
                  <a:lnTo>
                    <a:pt x="65056" y="0"/>
                  </a:lnTo>
                  <a:lnTo>
                    <a:pt x="80867" y="0"/>
                  </a:lnTo>
                  <a:lnTo>
                    <a:pt x="80867" y="29337"/>
                  </a:lnTo>
                  <a:cubicBezTo>
                    <a:pt x="91078" y="29494"/>
                    <a:pt x="101070" y="32247"/>
                    <a:pt x="109918" y="37338"/>
                  </a:cubicBezTo>
                  <a:cubicBezTo>
                    <a:pt x="117034" y="41855"/>
                    <a:pt x="122863" y="48118"/>
                    <a:pt x="126873" y="55531"/>
                  </a:cubicBezTo>
                  <a:cubicBezTo>
                    <a:pt x="130883" y="62837"/>
                    <a:pt x="133769" y="70704"/>
                    <a:pt x="135446" y="78867"/>
                  </a:cubicBezTo>
                  <a:cubicBezTo>
                    <a:pt x="137141" y="86965"/>
                    <a:pt x="138227" y="95180"/>
                    <a:pt x="138684" y="103442"/>
                  </a:cubicBezTo>
                  <a:lnTo>
                    <a:pt x="91726" y="110300"/>
                  </a:lnTo>
                  <a:cubicBezTo>
                    <a:pt x="91621" y="103083"/>
                    <a:pt x="90945" y="95886"/>
                    <a:pt x="89725" y="88773"/>
                  </a:cubicBezTo>
                  <a:cubicBezTo>
                    <a:pt x="89059" y="83456"/>
                    <a:pt x="87020" y="78402"/>
                    <a:pt x="83820" y="74104"/>
                  </a:cubicBezTo>
                  <a:cubicBezTo>
                    <a:pt x="80496" y="70434"/>
                    <a:pt x="75590" y="68620"/>
                    <a:pt x="70675" y="69247"/>
                  </a:cubicBezTo>
                  <a:cubicBezTo>
                    <a:pt x="65094" y="69161"/>
                    <a:pt x="59836" y="71879"/>
                    <a:pt x="56674" y="76486"/>
                  </a:cubicBezTo>
                  <a:cubicBezTo>
                    <a:pt x="53530" y="81014"/>
                    <a:pt x="51864" y="86404"/>
                    <a:pt x="51911" y="91916"/>
                  </a:cubicBezTo>
                  <a:cubicBezTo>
                    <a:pt x="51483" y="100601"/>
                    <a:pt x="54035" y="109172"/>
                    <a:pt x="59150" y="116205"/>
                  </a:cubicBezTo>
                  <a:cubicBezTo>
                    <a:pt x="64160" y="122575"/>
                    <a:pt x="69666" y="128531"/>
                    <a:pt x="75629" y="134017"/>
                  </a:cubicBezTo>
                  <a:lnTo>
                    <a:pt x="102870" y="157639"/>
                  </a:lnTo>
                  <a:cubicBezTo>
                    <a:pt x="110100" y="164233"/>
                    <a:pt x="116815" y="171365"/>
                    <a:pt x="122968" y="178975"/>
                  </a:cubicBezTo>
                  <a:cubicBezTo>
                    <a:pt x="129102" y="186720"/>
                    <a:pt x="134083" y="195319"/>
                    <a:pt x="137732" y="204502"/>
                  </a:cubicBezTo>
                  <a:cubicBezTo>
                    <a:pt x="141627" y="214714"/>
                    <a:pt x="143532" y="225577"/>
                    <a:pt x="143351" y="236506"/>
                  </a:cubicBezTo>
                  <a:cubicBezTo>
                    <a:pt x="143494" y="247493"/>
                    <a:pt x="141046" y="258360"/>
                    <a:pt x="136208" y="268224"/>
                  </a:cubicBezTo>
                  <a:cubicBezTo>
                    <a:pt x="131502" y="277514"/>
                    <a:pt x="124406" y="285374"/>
                    <a:pt x="115633" y="290989"/>
                  </a:cubicBezTo>
                  <a:cubicBezTo>
                    <a:pt x="106185" y="297030"/>
                    <a:pt x="95383" y="300630"/>
                    <a:pt x="84201" y="301466"/>
                  </a:cubicBezTo>
                  <a:lnTo>
                    <a:pt x="84201" y="332327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86" name="文本框 585">
            <a:extLst>
              <a:ext uri="{FF2B5EF4-FFF2-40B4-BE49-F238E27FC236}">
                <a16:creationId xmlns:a16="http://schemas.microsoft.com/office/drawing/2014/main" id="{78D0B309-E182-4954-84DE-21220D4E02A3}"/>
              </a:ext>
            </a:extLst>
          </p:cNvPr>
          <p:cNvSpPr txBox="1"/>
          <p:nvPr/>
        </p:nvSpPr>
        <p:spPr>
          <a:xfrm>
            <a:off x="9794296" y="2613103"/>
            <a:ext cx="1370568" cy="43088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endParaRPr lang="zh-CN" altLang="en-US" sz="2800" dirty="0">
              <a:solidFill>
                <a:schemeClr val="accent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1539EFEF-1E0A-4455-B428-CD3687605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Advantages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40820B2-8100-4C4B-ACDD-B5055B5E5F6A}"/>
              </a:ext>
            </a:extLst>
          </p:cNvPr>
          <p:cNvGrpSpPr/>
          <p:nvPr/>
        </p:nvGrpSpPr>
        <p:grpSpPr>
          <a:xfrm>
            <a:off x="4490843" y="1027737"/>
            <a:ext cx="2627236" cy="2259585"/>
            <a:chOff x="1626969" y="1234832"/>
            <a:chExt cx="2627236" cy="2259585"/>
          </a:xfrm>
        </p:grpSpPr>
        <p:sp>
          <p:nvSpPr>
            <p:cNvPr id="458" name="任意多边形: 形状 457">
              <a:extLst>
                <a:ext uri="{FF2B5EF4-FFF2-40B4-BE49-F238E27FC236}">
                  <a16:creationId xmlns:a16="http://schemas.microsoft.com/office/drawing/2014/main" id="{6206725D-64B4-4211-B93D-B9BD50C866CE}"/>
                </a:ext>
              </a:extLst>
            </p:cNvPr>
            <p:cNvSpPr/>
            <p:nvPr/>
          </p:nvSpPr>
          <p:spPr>
            <a:xfrm rot="1736635">
              <a:off x="1626969" y="1234832"/>
              <a:ext cx="2627236" cy="2259585"/>
            </a:xfrm>
            <a:custGeom>
              <a:avLst/>
              <a:gdLst>
                <a:gd name="connsiteX0" fmla="*/ 4296181 w 4425823"/>
                <a:gd name="connsiteY0" fmla="*/ 2435920 h 3968790"/>
                <a:gd name="connsiteX1" fmla="*/ 3466268 w 4425823"/>
                <a:gd name="connsiteY1" fmla="*/ 3338318 h 3968790"/>
                <a:gd name="connsiteX2" fmla="*/ 1693093 w 4425823"/>
                <a:gd name="connsiteY2" fmla="*/ 3965825 h 3968790"/>
                <a:gd name="connsiteX3" fmla="*/ 1221225 w 4425823"/>
                <a:gd name="connsiteY3" fmla="*/ 3896579 h 3968790"/>
                <a:gd name="connsiteX4" fmla="*/ 999388 w 4425823"/>
                <a:gd name="connsiteY4" fmla="*/ 3822760 h 3968790"/>
                <a:gd name="connsiteX5" fmla="*/ 1739 w 4425823"/>
                <a:gd name="connsiteY5" fmla="*/ 2401725 h 3968790"/>
                <a:gd name="connsiteX6" fmla="*/ 865561 w 4425823"/>
                <a:gd name="connsiteY6" fmla="*/ 1028696 h 3968790"/>
                <a:gd name="connsiteX7" fmla="*/ 2720651 w 4425823"/>
                <a:gd name="connsiteY7" fmla="*/ 1139 h 3968790"/>
                <a:gd name="connsiteX8" fmla="*/ 3205663 w 4425823"/>
                <a:gd name="connsiteY8" fmla="*/ 71910 h 3968790"/>
                <a:gd name="connsiteX9" fmla="*/ 4147019 w 4425823"/>
                <a:gd name="connsiteY9" fmla="*/ 701798 h 3968790"/>
                <a:gd name="connsiteX10" fmla="*/ 4192930 w 4425823"/>
                <a:gd name="connsiteY10" fmla="*/ 774569 h 3968790"/>
                <a:gd name="connsiteX11" fmla="*/ 4296181 w 4425823"/>
                <a:gd name="connsiteY11" fmla="*/ 2435920 h 3968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25823" h="3968790">
                  <a:moveTo>
                    <a:pt x="4296181" y="2435920"/>
                  </a:moveTo>
                  <a:cubicBezTo>
                    <a:pt x="4155973" y="2811491"/>
                    <a:pt x="3869461" y="3218018"/>
                    <a:pt x="3466268" y="3338318"/>
                  </a:cubicBezTo>
                  <a:cubicBezTo>
                    <a:pt x="2856668" y="3520246"/>
                    <a:pt x="2784277" y="4011355"/>
                    <a:pt x="1693093" y="3965825"/>
                  </a:cubicBezTo>
                  <a:cubicBezTo>
                    <a:pt x="1533759" y="3959882"/>
                    <a:pt x="1375549" y="3936660"/>
                    <a:pt x="1221225" y="3896579"/>
                  </a:cubicBezTo>
                  <a:cubicBezTo>
                    <a:pt x="1145768" y="3876767"/>
                    <a:pt x="1071673" y="3852116"/>
                    <a:pt x="999388" y="3822760"/>
                  </a:cubicBezTo>
                  <a:cubicBezTo>
                    <a:pt x="361879" y="3564632"/>
                    <a:pt x="29743" y="2996371"/>
                    <a:pt x="1739" y="2401725"/>
                  </a:cubicBezTo>
                  <a:cubicBezTo>
                    <a:pt x="-34742" y="1619723"/>
                    <a:pt x="510946" y="1247009"/>
                    <a:pt x="865561" y="1028696"/>
                  </a:cubicBezTo>
                  <a:cubicBezTo>
                    <a:pt x="1220177" y="810383"/>
                    <a:pt x="1647564" y="-35246"/>
                    <a:pt x="2720651" y="1139"/>
                  </a:cubicBezTo>
                  <a:cubicBezTo>
                    <a:pt x="2884509" y="5983"/>
                    <a:pt x="3047253" y="29731"/>
                    <a:pt x="3205663" y="71910"/>
                  </a:cubicBezTo>
                  <a:cubicBezTo>
                    <a:pt x="3566756" y="169637"/>
                    <a:pt x="3933754" y="386235"/>
                    <a:pt x="4147019" y="701798"/>
                  </a:cubicBezTo>
                  <a:cubicBezTo>
                    <a:pt x="4163021" y="725487"/>
                    <a:pt x="4178328" y="749738"/>
                    <a:pt x="4192930" y="774569"/>
                  </a:cubicBezTo>
                  <a:cubicBezTo>
                    <a:pt x="4478394" y="1258820"/>
                    <a:pt x="4487443" y="1923856"/>
                    <a:pt x="4296181" y="243592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835891CF-BE7C-4A06-BD4A-652CBA6CEDA7}"/>
                </a:ext>
              </a:extLst>
            </p:cNvPr>
            <p:cNvGrpSpPr/>
            <p:nvPr/>
          </p:nvGrpSpPr>
          <p:grpSpPr>
            <a:xfrm>
              <a:off x="1810893" y="1497669"/>
              <a:ext cx="2318829" cy="1883937"/>
              <a:chOff x="1132294" y="1545063"/>
              <a:chExt cx="1788632" cy="1499691"/>
            </a:xfrm>
          </p:grpSpPr>
          <p:grpSp>
            <p:nvGrpSpPr>
              <p:cNvPr id="460" name="图形 454">
                <a:extLst>
                  <a:ext uri="{FF2B5EF4-FFF2-40B4-BE49-F238E27FC236}">
                    <a16:creationId xmlns:a16="http://schemas.microsoft.com/office/drawing/2014/main" id="{48A3A65A-A0A9-4202-AFE3-9E67B7E79EF4}"/>
                  </a:ext>
                </a:extLst>
              </p:cNvPr>
              <p:cNvGrpSpPr/>
              <p:nvPr/>
            </p:nvGrpSpPr>
            <p:grpSpPr>
              <a:xfrm>
                <a:off x="1239054" y="1545063"/>
                <a:ext cx="1545309" cy="1054097"/>
                <a:chOff x="4187931" y="2508355"/>
                <a:chExt cx="3828364" cy="2200490"/>
              </a:xfrm>
              <a:noFill/>
            </p:grpSpPr>
            <p:sp>
              <p:nvSpPr>
                <p:cNvPr id="461" name="任意多边形: 形状 460">
                  <a:extLst>
                    <a:ext uri="{FF2B5EF4-FFF2-40B4-BE49-F238E27FC236}">
                      <a16:creationId xmlns:a16="http://schemas.microsoft.com/office/drawing/2014/main" id="{A2E2F542-D78C-4449-9BE5-4FF3BDA1CC5B}"/>
                    </a:ext>
                  </a:extLst>
                </p:cNvPr>
                <p:cNvSpPr/>
                <p:nvPr/>
              </p:nvSpPr>
              <p:spPr>
                <a:xfrm>
                  <a:off x="4187931" y="2691584"/>
                  <a:ext cx="2214526" cy="1816343"/>
                </a:xfrm>
                <a:custGeom>
                  <a:avLst/>
                  <a:gdLst>
                    <a:gd name="connsiteX0" fmla="*/ 1912831 w 2214526"/>
                    <a:gd name="connsiteY0" fmla="*/ 1722213 h 1816343"/>
                    <a:gd name="connsiteX1" fmla="*/ 1869778 w 2214526"/>
                    <a:gd name="connsiteY1" fmla="*/ 1024602 h 1816343"/>
                    <a:gd name="connsiteX2" fmla="*/ 2105236 w 2214526"/>
                    <a:gd name="connsiteY2" fmla="*/ 1123567 h 1816343"/>
                    <a:gd name="connsiteX3" fmla="*/ 2180579 w 2214526"/>
                    <a:gd name="connsiteY3" fmla="*/ 751521 h 1816343"/>
                    <a:gd name="connsiteX4" fmla="*/ 1935691 w 2214526"/>
                    <a:gd name="connsiteY4" fmla="*/ 732471 h 1816343"/>
                    <a:gd name="connsiteX5" fmla="*/ 1822725 w 2214526"/>
                    <a:gd name="connsiteY5" fmla="*/ 567688 h 1816343"/>
                    <a:gd name="connsiteX6" fmla="*/ 1906830 w 2214526"/>
                    <a:gd name="connsiteY6" fmla="*/ 100963 h 1816343"/>
                    <a:gd name="connsiteX7" fmla="*/ 1940358 w 2214526"/>
                    <a:gd name="connsiteY7" fmla="*/ 115917 h 1816343"/>
                    <a:gd name="connsiteX8" fmla="*/ 1370668 w 2214526"/>
                    <a:gd name="connsiteY8" fmla="*/ 12285 h 1816343"/>
                    <a:gd name="connsiteX9" fmla="*/ 1337616 w 2214526"/>
                    <a:gd name="connsiteY9" fmla="*/ 177068 h 1816343"/>
                    <a:gd name="connsiteX10" fmla="*/ 918516 w 2214526"/>
                    <a:gd name="connsiteY10" fmla="*/ 323277 h 1816343"/>
                    <a:gd name="connsiteX11" fmla="*/ 923469 w 2214526"/>
                    <a:gd name="connsiteY11" fmla="*/ 54671 h 1816343"/>
                    <a:gd name="connsiteX12" fmla="*/ 306630 w 2214526"/>
                    <a:gd name="connsiteY12" fmla="*/ 106487 h 1816343"/>
                    <a:gd name="connsiteX13" fmla="*/ 414930 w 2214526"/>
                    <a:gd name="connsiteY13" fmla="*/ 624457 h 1816343"/>
                    <a:gd name="connsiteX14" fmla="*/ 231288 w 2214526"/>
                    <a:gd name="connsiteY14" fmla="*/ 723327 h 1816343"/>
                    <a:gd name="connsiteX15" fmla="*/ 497 w 2214526"/>
                    <a:gd name="connsiteY15" fmla="*/ 878775 h 1816343"/>
                    <a:gd name="connsiteX16" fmla="*/ 137085 w 2214526"/>
                    <a:gd name="connsiteY16" fmla="*/ 1137759 h 1816343"/>
                    <a:gd name="connsiteX17" fmla="*/ 377211 w 2214526"/>
                    <a:gd name="connsiteY17" fmla="*/ 1137759 h 1816343"/>
                    <a:gd name="connsiteX18" fmla="*/ 311298 w 2214526"/>
                    <a:gd name="connsiteY18" fmla="*/ 1698115 h 1816343"/>
                    <a:gd name="connsiteX19" fmla="*/ 744495 w 2214526"/>
                    <a:gd name="connsiteY19" fmla="*/ 1815844 h 1816343"/>
                    <a:gd name="connsiteX20" fmla="*/ 923469 w 2214526"/>
                    <a:gd name="connsiteY20" fmla="*/ 1716975 h 1816343"/>
                    <a:gd name="connsiteX21" fmla="*/ 862224 w 2214526"/>
                    <a:gd name="connsiteY21" fmla="*/ 1481517 h 1816343"/>
                    <a:gd name="connsiteX22" fmla="*/ 1229508 w 2214526"/>
                    <a:gd name="connsiteY22" fmla="*/ 1420271 h 1816343"/>
                    <a:gd name="connsiteX23" fmla="*/ 1351999 w 2214526"/>
                    <a:gd name="connsiteY23" fmla="*/ 1613343 h 1816343"/>
                    <a:gd name="connsiteX24" fmla="*/ 1366096 w 2214526"/>
                    <a:gd name="connsiteY24" fmla="*/ 1811081 h 1816343"/>
                    <a:gd name="connsiteX25" fmla="*/ 1956646 w 2214526"/>
                    <a:gd name="connsiteY25" fmla="*/ 1708402 h 1816343"/>
                    <a:gd name="connsiteX26" fmla="*/ 1912831 w 2214526"/>
                    <a:gd name="connsiteY26" fmla="*/ 1722213 h 18163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214526" h="1816343">
                      <a:moveTo>
                        <a:pt x="1912831" y="1722213"/>
                      </a:moveTo>
                      <a:cubicBezTo>
                        <a:pt x="1802055" y="1470753"/>
                        <a:pt x="1818438" y="1058892"/>
                        <a:pt x="1869778" y="1024602"/>
                      </a:cubicBezTo>
                      <a:cubicBezTo>
                        <a:pt x="1926261" y="986979"/>
                        <a:pt x="2015701" y="1180050"/>
                        <a:pt x="2105236" y="1123567"/>
                      </a:cubicBezTo>
                      <a:cubicBezTo>
                        <a:pt x="2194771" y="1067084"/>
                        <a:pt x="2255922" y="944592"/>
                        <a:pt x="2180579" y="751521"/>
                      </a:cubicBezTo>
                      <a:cubicBezTo>
                        <a:pt x="2105236" y="558449"/>
                        <a:pt x="2006367" y="685608"/>
                        <a:pt x="1935691" y="732471"/>
                      </a:cubicBezTo>
                      <a:cubicBezTo>
                        <a:pt x="1865016" y="779333"/>
                        <a:pt x="1808532" y="737233"/>
                        <a:pt x="1822725" y="567688"/>
                      </a:cubicBezTo>
                      <a:cubicBezTo>
                        <a:pt x="1833107" y="442625"/>
                        <a:pt x="1881875" y="212787"/>
                        <a:pt x="1906830" y="100963"/>
                      </a:cubicBezTo>
                      <a:cubicBezTo>
                        <a:pt x="1918070" y="105821"/>
                        <a:pt x="1929309" y="110488"/>
                        <a:pt x="1940358" y="115917"/>
                      </a:cubicBezTo>
                      <a:cubicBezTo>
                        <a:pt x="1719093" y="12285"/>
                        <a:pt x="1474205" y="-20671"/>
                        <a:pt x="1370668" y="12285"/>
                      </a:cubicBezTo>
                      <a:cubicBezTo>
                        <a:pt x="1267131" y="45242"/>
                        <a:pt x="1285896" y="54671"/>
                        <a:pt x="1337616" y="177068"/>
                      </a:cubicBezTo>
                      <a:cubicBezTo>
                        <a:pt x="1445725" y="432433"/>
                        <a:pt x="1036436" y="519968"/>
                        <a:pt x="918516" y="323277"/>
                      </a:cubicBezTo>
                      <a:cubicBezTo>
                        <a:pt x="847936" y="205548"/>
                        <a:pt x="951759" y="139444"/>
                        <a:pt x="923469" y="54671"/>
                      </a:cubicBezTo>
                      <a:cubicBezTo>
                        <a:pt x="895180" y="-30101"/>
                        <a:pt x="372543" y="68769"/>
                        <a:pt x="306630" y="106487"/>
                      </a:cubicBezTo>
                      <a:cubicBezTo>
                        <a:pt x="306630" y="106487"/>
                        <a:pt x="433694" y="487487"/>
                        <a:pt x="414930" y="624457"/>
                      </a:cubicBezTo>
                      <a:cubicBezTo>
                        <a:pt x="396165" y="761427"/>
                        <a:pt x="330157" y="822291"/>
                        <a:pt x="231288" y="723327"/>
                      </a:cubicBezTo>
                      <a:cubicBezTo>
                        <a:pt x="132418" y="624362"/>
                        <a:pt x="5259" y="713802"/>
                        <a:pt x="497" y="878775"/>
                      </a:cubicBezTo>
                      <a:cubicBezTo>
                        <a:pt x="-4266" y="1043748"/>
                        <a:pt x="24024" y="1175383"/>
                        <a:pt x="137085" y="1137759"/>
                      </a:cubicBezTo>
                      <a:cubicBezTo>
                        <a:pt x="250147" y="1100136"/>
                        <a:pt x="339587" y="963547"/>
                        <a:pt x="377211" y="1137759"/>
                      </a:cubicBezTo>
                      <a:cubicBezTo>
                        <a:pt x="414834" y="1311972"/>
                        <a:pt x="348636" y="1537809"/>
                        <a:pt x="311298" y="1698115"/>
                      </a:cubicBezTo>
                      <a:cubicBezTo>
                        <a:pt x="311298" y="1698115"/>
                        <a:pt x="608001" y="1825274"/>
                        <a:pt x="744495" y="1815844"/>
                      </a:cubicBezTo>
                      <a:cubicBezTo>
                        <a:pt x="880988" y="1806414"/>
                        <a:pt x="965856" y="1801747"/>
                        <a:pt x="923469" y="1716975"/>
                      </a:cubicBezTo>
                      <a:cubicBezTo>
                        <a:pt x="881083" y="1632202"/>
                        <a:pt x="810408" y="1575719"/>
                        <a:pt x="862224" y="1481517"/>
                      </a:cubicBezTo>
                      <a:cubicBezTo>
                        <a:pt x="914040" y="1387314"/>
                        <a:pt x="1121208" y="1396744"/>
                        <a:pt x="1229508" y="1420271"/>
                      </a:cubicBezTo>
                      <a:cubicBezTo>
                        <a:pt x="1337807" y="1443797"/>
                        <a:pt x="1384956" y="1523903"/>
                        <a:pt x="1351999" y="1613343"/>
                      </a:cubicBezTo>
                      <a:cubicBezTo>
                        <a:pt x="1319043" y="1702782"/>
                        <a:pt x="1262464" y="1792317"/>
                        <a:pt x="1366096" y="1811081"/>
                      </a:cubicBezTo>
                      <a:cubicBezTo>
                        <a:pt x="1463727" y="1828893"/>
                        <a:pt x="1712044" y="1788031"/>
                        <a:pt x="1956646" y="1708402"/>
                      </a:cubicBezTo>
                      <a:cubicBezTo>
                        <a:pt x="1942168" y="1713069"/>
                        <a:pt x="1927119" y="1717641"/>
                        <a:pt x="1912831" y="1722213"/>
                      </a:cubicBezTo>
                      <a:close/>
                    </a:path>
                  </a:pathLst>
                </a:custGeom>
                <a:noFill/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62" name="任意多边形: 形状 461">
                  <a:extLst>
                    <a:ext uri="{FF2B5EF4-FFF2-40B4-BE49-F238E27FC236}">
                      <a16:creationId xmlns:a16="http://schemas.microsoft.com/office/drawing/2014/main" id="{14EEBD82-BBC3-45B3-99C3-8C919019E246}"/>
                    </a:ext>
                  </a:extLst>
                </p:cNvPr>
                <p:cNvSpPr/>
                <p:nvPr/>
              </p:nvSpPr>
              <p:spPr>
                <a:xfrm>
                  <a:off x="6146006" y="4384937"/>
                  <a:ext cx="43529" cy="14573"/>
                </a:xfrm>
                <a:custGeom>
                  <a:avLst/>
                  <a:gdLst>
                    <a:gd name="connsiteX0" fmla="*/ 43529 w 43529"/>
                    <a:gd name="connsiteY0" fmla="*/ 0 h 14573"/>
                    <a:gd name="connsiteX1" fmla="*/ 0 w 43529"/>
                    <a:gd name="connsiteY1" fmla="*/ 14573 h 14573"/>
                    <a:gd name="connsiteX2" fmla="*/ 43529 w 43529"/>
                    <a:gd name="connsiteY2" fmla="*/ 0 h 145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3529" h="14573">
                      <a:moveTo>
                        <a:pt x="43529" y="0"/>
                      </a:moveTo>
                      <a:cubicBezTo>
                        <a:pt x="29051" y="4953"/>
                        <a:pt x="14478" y="9525"/>
                        <a:pt x="0" y="14573"/>
                      </a:cubicBezTo>
                      <a:cubicBezTo>
                        <a:pt x="14478" y="9811"/>
                        <a:pt x="29051" y="4953"/>
                        <a:pt x="43529" y="0"/>
                      </a:cubicBezTo>
                      <a:close/>
                    </a:path>
                  </a:pathLst>
                </a:custGeom>
                <a:noFill/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63" name="任意多边形: 形状 462">
                  <a:extLst>
                    <a:ext uri="{FF2B5EF4-FFF2-40B4-BE49-F238E27FC236}">
                      <a16:creationId xmlns:a16="http://schemas.microsoft.com/office/drawing/2014/main" id="{F9647AB8-4C4E-4616-969E-402E4A06F66E}"/>
                    </a:ext>
                  </a:extLst>
                </p:cNvPr>
                <p:cNvSpPr/>
                <p:nvPr/>
              </p:nvSpPr>
              <p:spPr>
                <a:xfrm>
                  <a:off x="6008838" y="2508355"/>
                  <a:ext cx="2007457" cy="2200490"/>
                </a:xfrm>
                <a:custGeom>
                  <a:avLst/>
                  <a:gdLst>
                    <a:gd name="connsiteX0" fmla="*/ 1899483 w 2007457"/>
                    <a:gd name="connsiteY0" fmla="*/ 864075 h 2200490"/>
                    <a:gd name="connsiteX1" fmla="*/ 1711079 w 2007457"/>
                    <a:gd name="connsiteY1" fmla="*/ 920653 h 2200490"/>
                    <a:gd name="connsiteX2" fmla="*/ 1706411 w 2007457"/>
                    <a:gd name="connsiteY2" fmla="*/ 308481 h 2200490"/>
                    <a:gd name="connsiteX3" fmla="*/ 1353225 w 2007457"/>
                    <a:gd name="connsiteY3" fmla="*/ 393254 h 2200490"/>
                    <a:gd name="connsiteX4" fmla="*/ 1070713 w 2007457"/>
                    <a:gd name="connsiteY4" fmla="*/ 280192 h 2200490"/>
                    <a:gd name="connsiteX5" fmla="*/ 1127196 w 2007457"/>
                    <a:gd name="connsiteY5" fmla="*/ 49497 h 2200490"/>
                    <a:gd name="connsiteX6" fmla="*/ 746196 w 2007457"/>
                    <a:gd name="connsiteY6" fmla="*/ 49497 h 2200490"/>
                    <a:gd name="connsiteX7" fmla="*/ 779153 w 2007457"/>
                    <a:gd name="connsiteY7" fmla="*/ 261333 h 2200490"/>
                    <a:gd name="connsiteX8" fmla="*/ 675521 w 2007457"/>
                    <a:gd name="connsiteY8" fmla="*/ 393254 h 2200490"/>
                    <a:gd name="connsiteX9" fmla="*/ 119832 w 2007457"/>
                    <a:gd name="connsiteY9" fmla="*/ 299052 h 2200490"/>
                    <a:gd name="connsiteX10" fmla="*/ 86304 w 2007457"/>
                    <a:gd name="connsiteY10" fmla="*/ 284097 h 2200490"/>
                    <a:gd name="connsiteX11" fmla="*/ 2198 w 2007457"/>
                    <a:gd name="connsiteY11" fmla="*/ 750822 h 2200490"/>
                    <a:gd name="connsiteX12" fmla="*/ 115165 w 2007457"/>
                    <a:gd name="connsiteY12" fmla="*/ 915605 h 2200490"/>
                    <a:gd name="connsiteX13" fmla="*/ 360053 w 2007457"/>
                    <a:gd name="connsiteY13" fmla="*/ 934655 h 2200490"/>
                    <a:gd name="connsiteX14" fmla="*/ 284710 w 2007457"/>
                    <a:gd name="connsiteY14" fmla="*/ 1306701 h 2200490"/>
                    <a:gd name="connsiteX15" fmla="*/ 49061 w 2007457"/>
                    <a:gd name="connsiteY15" fmla="*/ 1207832 h 2200490"/>
                    <a:gd name="connsiteX16" fmla="*/ 92114 w 2007457"/>
                    <a:gd name="connsiteY16" fmla="*/ 1905443 h 2200490"/>
                    <a:gd name="connsiteX17" fmla="*/ 180887 w 2007457"/>
                    <a:gd name="connsiteY17" fmla="*/ 1876868 h 2200490"/>
                    <a:gd name="connsiteX18" fmla="*/ 746006 w 2007457"/>
                    <a:gd name="connsiteY18" fmla="*/ 1806192 h 2200490"/>
                    <a:gd name="connsiteX19" fmla="*/ 713049 w 2007457"/>
                    <a:gd name="connsiteY19" fmla="*/ 1952211 h 2200490"/>
                    <a:gd name="connsiteX20" fmla="*/ 760103 w 2007457"/>
                    <a:gd name="connsiteY20" fmla="*/ 2173476 h 2200490"/>
                    <a:gd name="connsiteX21" fmla="*/ 1141103 w 2007457"/>
                    <a:gd name="connsiteY21" fmla="*/ 2102896 h 2200490"/>
                    <a:gd name="connsiteX22" fmla="*/ 1094049 w 2007457"/>
                    <a:gd name="connsiteY22" fmla="*/ 1829719 h 2200490"/>
                    <a:gd name="connsiteX23" fmla="*/ 1696886 w 2007457"/>
                    <a:gd name="connsiteY23" fmla="*/ 1876582 h 2200490"/>
                    <a:gd name="connsiteX24" fmla="*/ 1621544 w 2007457"/>
                    <a:gd name="connsiteY24" fmla="*/ 1325561 h 2200490"/>
                    <a:gd name="connsiteX25" fmla="*/ 1781754 w 2007457"/>
                    <a:gd name="connsiteY25" fmla="*/ 1273745 h 2200490"/>
                    <a:gd name="connsiteX26" fmla="*/ 1993685 w 2007457"/>
                    <a:gd name="connsiteY26" fmla="*/ 1170208 h 2200490"/>
                    <a:gd name="connsiteX27" fmla="*/ 1899483 w 2007457"/>
                    <a:gd name="connsiteY27" fmla="*/ 864075 h 22004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2007457" h="2200490">
                      <a:moveTo>
                        <a:pt x="1899483" y="864075"/>
                      </a:moveTo>
                      <a:cubicBezTo>
                        <a:pt x="1810043" y="864075"/>
                        <a:pt x="1805281" y="934750"/>
                        <a:pt x="1711079" y="920653"/>
                      </a:cubicBezTo>
                      <a:cubicBezTo>
                        <a:pt x="1616876" y="906556"/>
                        <a:pt x="1607542" y="689862"/>
                        <a:pt x="1706411" y="308481"/>
                      </a:cubicBezTo>
                      <a:cubicBezTo>
                        <a:pt x="1706411" y="308481"/>
                        <a:pt x="1598112" y="388491"/>
                        <a:pt x="1353225" y="393254"/>
                      </a:cubicBezTo>
                      <a:cubicBezTo>
                        <a:pt x="1108337" y="398016"/>
                        <a:pt x="1009467" y="369632"/>
                        <a:pt x="1070713" y="280192"/>
                      </a:cubicBezTo>
                      <a:cubicBezTo>
                        <a:pt x="1131959" y="190752"/>
                        <a:pt x="1179012" y="120077"/>
                        <a:pt x="1127196" y="49497"/>
                      </a:cubicBezTo>
                      <a:cubicBezTo>
                        <a:pt x="1075380" y="-21084"/>
                        <a:pt x="825825" y="-11749"/>
                        <a:pt x="746196" y="49497"/>
                      </a:cubicBezTo>
                      <a:cubicBezTo>
                        <a:pt x="666567" y="110742"/>
                        <a:pt x="722669" y="181323"/>
                        <a:pt x="779153" y="261333"/>
                      </a:cubicBezTo>
                      <a:cubicBezTo>
                        <a:pt x="835636" y="341343"/>
                        <a:pt x="769628" y="388491"/>
                        <a:pt x="675521" y="393254"/>
                      </a:cubicBezTo>
                      <a:cubicBezTo>
                        <a:pt x="581414" y="398016"/>
                        <a:pt x="341193" y="402779"/>
                        <a:pt x="119832" y="299052"/>
                      </a:cubicBezTo>
                      <a:cubicBezTo>
                        <a:pt x="108783" y="293813"/>
                        <a:pt x="97544" y="288955"/>
                        <a:pt x="86304" y="284097"/>
                      </a:cubicBezTo>
                      <a:cubicBezTo>
                        <a:pt x="61349" y="396207"/>
                        <a:pt x="12581" y="626045"/>
                        <a:pt x="2198" y="750822"/>
                      </a:cubicBezTo>
                      <a:cubicBezTo>
                        <a:pt x="-11994" y="920367"/>
                        <a:pt x="44489" y="962754"/>
                        <a:pt x="115165" y="915605"/>
                      </a:cubicBezTo>
                      <a:cubicBezTo>
                        <a:pt x="185840" y="868456"/>
                        <a:pt x="284710" y="741393"/>
                        <a:pt x="360053" y="934655"/>
                      </a:cubicBezTo>
                      <a:cubicBezTo>
                        <a:pt x="435395" y="1127917"/>
                        <a:pt x="374150" y="1250123"/>
                        <a:pt x="284710" y="1306701"/>
                      </a:cubicBezTo>
                      <a:cubicBezTo>
                        <a:pt x="195270" y="1363280"/>
                        <a:pt x="105354" y="1170208"/>
                        <a:pt x="49061" y="1207832"/>
                      </a:cubicBezTo>
                      <a:cubicBezTo>
                        <a:pt x="-2278" y="1242122"/>
                        <a:pt x="-18661" y="1653983"/>
                        <a:pt x="92114" y="1905443"/>
                      </a:cubicBezTo>
                      <a:cubicBezTo>
                        <a:pt x="121737" y="1895918"/>
                        <a:pt x="151360" y="1886393"/>
                        <a:pt x="180887" y="1876868"/>
                      </a:cubicBezTo>
                      <a:cubicBezTo>
                        <a:pt x="439872" y="1787333"/>
                        <a:pt x="698857" y="1744947"/>
                        <a:pt x="746006" y="1806192"/>
                      </a:cubicBezTo>
                      <a:cubicBezTo>
                        <a:pt x="793154" y="1867438"/>
                        <a:pt x="774581" y="1858008"/>
                        <a:pt x="713049" y="1952211"/>
                      </a:cubicBezTo>
                      <a:cubicBezTo>
                        <a:pt x="651518" y="2046413"/>
                        <a:pt x="656471" y="2126423"/>
                        <a:pt x="760103" y="2173476"/>
                      </a:cubicBezTo>
                      <a:cubicBezTo>
                        <a:pt x="863735" y="2220530"/>
                        <a:pt x="1117957" y="2211576"/>
                        <a:pt x="1141103" y="2102896"/>
                      </a:cubicBezTo>
                      <a:cubicBezTo>
                        <a:pt x="1164248" y="1994216"/>
                        <a:pt x="1032803" y="1933351"/>
                        <a:pt x="1094049" y="1829719"/>
                      </a:cubicBezTo>
                      <a:cubicBezTo>
                        <a:pt x="1155295" y="1726087"/>
                        <a:pt x="1696886" y="1876582"/>
                        <a:pt x="1696886" y="1876582"/>
                      </a:cubicBezTo>
                      <a:cubicBezTo>
                        <a:pt x="1696886" y="1876582"/>
                        <a:pt x="1574490" y="1462149"/>
                        <a:pt x="1621544" y="1325561"/>
                      </a:cubicBezTo>
                      <a:cubicBezTo>
                        <a:pt x="1668597" y="1188972"/>
                        <a:pt x="1706411" y="1222310"/>
                        <a:pt x="1781754" y="1273745"/>
                      </a:cubicBezTo>
                      <a:cubicBezTo>
                        <a:pt x="1857097" y="1325180"/>
                        <a:pt x="1955967" y="1320894"/>
                        <a:pt x="1993685" y="1170208"/>
                      </a:cubicBezTo>
                      <a:cubicBezTo>
                        <a:pt x="2031404" y="1019523"/>
                        <a:pt x="1988923" y="864075"/>
                        <a:pt x="1899483" y="864075"/>
                      </a:cubicBezTo>
                      <a:close/>
                    </a:path>
                  </a:pathLst>
                </a:custGeom>
                <a:noFill/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8" name="图形 454">
                <a:extLst>
                  <a:ext uri="{FF2B5EF4-FFF2-40B4-BE49-F238E27FC236}">
                    <a16:creationId xmlns:a16="http://schemas.microsoft.com/office/drawing/2014/main" id="{D2A7A958-7670-4C4D-B2B3-EC2222C4C30D}"/>
                  </a:ext>
                </a:extLst>
              </p:cNvPr>
              <p:cNvGrpSpPr/>
              <p:nvPr/>
            </p:nvGrpSpPr>
            <p:grpSpPr>
              <a:xfrm>
                <a:off x="1132294" y="2212198"/>
                <a:ext cx="1788632" cy="430887"/>
                <a:chOff x="3882572" y="4869277"/>
                <a:chExt cx="4251645" cy="892403"/>
              </a:xfrm>
              <a:solidFill>
                <a:schemeClr val="accent2"/>
              </a:solidFill>
            </p:grpSpPr>
            <p:sp>
              <p:nvSpPr>
                <p:cNvPr id="509" name="任意多边形: 形状 508">
                  <a:extLst>
                    <a:ext uri="{FF2B5EF4-FFF2-40B4-BE49-F238E27FC236}">
                      <a16:creationId xmlns:a16="http://schemas.microsoft.com/office/drawing/2014/main" id="{4D065A67-CD8A-470E-8A6E-457ABD125D33}"/>
                    </a:ext>
                  </a:extLst>
                </p:cNvPr>
                <p:cNvSpPr/>
                <p:nvPr/>
              </p:nvSpPr>
              <p:spPr>
                <a:xfrm>
                  <a:off x="3882572" y="5014466"/>
                  <a:ext cx="115165" cy="93084"/>
                </a:xfrm>
                <a:custGeom>
                  <a:avLst/>
                  <a:gdLst>
                    <a:gd name="connsiteX0" fmla="*/ 43919 w 115165"/>
                    <a:gd name="connsiteY0" fmla="*/ 85132 h 93084"/>
                    <a:gd name="connsiteX1" fmla="*/ 115166 w 115165"/>
                    <a:gd name="connsiteY1" fmla="*/ 93038 h 93084"/>
                    <a:gd name="connsiteX2" fmla="*/ 103355 w 115165"/>
                    <a:gd name="connsiteY2" fmla="*/ 57986 h 93084"/>
                    <a:gd name="connsiteX3" fmla="*/ 28583 w 115165"/>
                    <a:gd name="connsiteY3" fmla="*/ 264 h 93084"/>
                    <a:gd name="connsiteX4" fmla="*/ 455 w 115165"/>
                    <a:gd name="connsiteY4" fmla="*/ 39431 h 93084"/>
                    <a:gd name="connsiteX5" fmla="*/ 1247 w 115165"/>
                    <a:gd name="connsiteY5" fmla="*/ 43031 h 93084"/>
                    <a:gd name="connsiteX6" fmla="*/ 43919 w 115165"/>
                    <a:gd name="connsiteY6" fmla="*/ 85132 h 93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5165" h="93084">
                      <a:moveTo>
                        <a:pt x="43919" y="85132"/>
                      </a:moveTo>
                      <a:cubicBezTo>
                        <a:pt x="64588" y="94181"/>
                        <a:pt x="115166" y="93038"/>
                        <a:pt x="115166" y="93038"/>
                      </a:cubicBezTo>
                      <a:cubicBezTo>
                        <a:pt x="115166" y="93038"/>
                        <a:pt x="104307" y="59986"/>
                        <a:pt x="103355" y="57986"/>
                      </a:cubicBezTo>
                      <a:cubicBezTo>
                        <a:pt x="92210" y="34745"/>
                        <a:pt x="57158" y="-3546"/>
                        <a:pt x="28583" y="264"/>
                      </a:cubicBezTo>
                      <a:cubicBezTo>
                        <a:pt x="9999" y="3312"/>
                        <a:pt x="-2594" y="20848"/>
                        <a:pt x="455" y="39431"/>
                      </a:cubicBezTo>
                      <a:cubicBezTo>
                        <a:pt x="654" y="40650"/>
                        <a:pt x="918" y="41850"/>
                        <a:pt x="1247" y="43031"/>
                      </a:cubicBezTo>
                      <a:cubicBezTo>
                        <a:pt x="6009" y="62748"/>
                        <a:pt x="26297" y="77512"/>
                        <a:pt x="43919" y="8513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10" name="任意多边形: 形状 509">
                  <a:extLst>
                    <a:ext uri="{FF2B5EF4-FFF2-40B4-BE49-F238E27FC236}">
                      <a16:creationId xmlns:a16="http://schemas.microsoft.com/office/drawing/2014/main" id="{D174C869-396F-4946-BE83-F71A6E2FFF21}"/>
                    </a:ext>
                  </a:extLst>
                </p:cNvPr>
                <p:cNvSpPr/>
                <p:nvPr/>
              </p:nvSpPr>
              <p:spPr>
                <a:xfrm>
                  <a:off x="3887561" y="4869277"/>
                  <a:ext cx="731454" cy="891736"/>
                </a:xfrm>
                <a:custGeom>
                  <a:avLst/>
                  <a:gdLst>
                    <a:gd name="connsiteX0" fmla="*/ 56360 w 731454"/>
                    <a:gd name="connsiteY0" fmla="*/ 376910 h 891736"/>
                    <a:gd name="connsiteX1" fmla="*/ 126559 w 731454"/>
                    <a:gd name="connsiteY1" fmla="*/ 365862 h 891736"/>
                    <a:gd name="connsiteX2" fmla="*/ 153896 w 731454"/>
                    <a:gd name="connsiteY2" fmla="*/ 441585 h 891736"/>
                    <a:gd name="connsiteX3" fmla="*/ 173708 w 731454"/>
                    <a:gd name="connsiteY3" fmla="*/ 484543 h 891736"/>
                    <a:gd name="connsiteX4" fmla="*/ 165231 w 731454"/>
                    <a:gd name="connsiteY4" fmla="*/ 472446 h 891736"/>
                    <a:gd name="connsiteX5" fmla="*/ 77982 w 731454"/>
                    <a:gd name="connsiteY5" fmla="*/ 436537 h 891736"/>
                    <a:gd name="connsiteX6" fmla="*/ 61075 w 731454"/>
                    <a:gd name="connsiteY6" fmla="*/ 481552 h 891736"/>
                    <a:gd name="connsiteX7" fmla="*/ 62837 w 731454"/>
                    <a:gd name="connsiteY7" fmla="*/ 484924 h 891736"/>
                    <a:gd name="connsiteX8" fmla="*/ 115129 w 731454"/>
                    <a:gd name="connsiteY8" fmla="*/ 514356 h 891736"/>
                    <a:gd name="connsiteX9" fmla="*/ 183328 w 731454"/>
                    <a:gd name="connsiteY9" fmla="*/ 503879 h 891736"/>
                    <a:gd name="connsiteX10" fmla="*/ 191425 w 731454"/>
                    <a:gd name="connsiteY10" fmla="*/ 520262 h 891736"/>
                    <a:gd name="connsiteX11" fmla="*/ 229525 w 731454"/>
                    <a:gd name="connsiteY11" fmla="*/ 597986 h 891736"/>
                    <a:gd name="connsiteX12" fmla="*/ 241621 w 731454"/>
                    <a:gd name="connsiteY12" fmla="*/ 625323 h 891736"/>
                    <a:gd name="connsiteX13" fmla="*/ 234287 w 731454"/>
                    <a:gd name="connsiteY13" fmla="*/ 614845 h 891736"/>
                    <a:gd name="connsiteX14" fmla="*/ 146943 w 731454"/>
                    <a:gd name="connsiteY14" fmla="*/ 578936 h 891736"/>
                    <a:gd name="connsiteX15" fmla="*/ 130377 w 731454"/>
                    <a:gd name="connsiteY15" fmla="*/ 624370 h 891736"/>
                    <a:gd name="connsiteX16" fmla="*/ 131989 w 731454"/>
                    <a:gd name="connsiteY16" fmla="*/ 627418 h 891736"/>
                    <a:gd name="connsiteX17" fmla="*/ 184281 w 731454"/>
                    <a:gd name="connsiteY17" fmla="*/ 656755 h 891736"/>
                    <a:gd name="connsiteX18" fmla="*/ 250956 w 731454"/>
                    <a:gd name="connsiteY18" fmla="*/ 647230 h 891736"/>
                    <a:gd name="connsiteX19" fmla="*/ 261624 w 731454"/>
                    <a:gd name="connsiteY19" fmla="*/ 675805 h 891736"/>
                    <a:gd name="connsiteX20" fmla="*/ 267720 w 731454"/>
                    <a:gd name="connsiteY20" fmla="*/ 694855 h 891736"/>
                    <a:gd name="connsiteX21" fmla="*/ 273054 w 731454"/>
                    <a:gd name="connsiteY21" fmla="*/ 713905 h 891736"/>
                    <a:gd name="connsiteX22" fmla="*/ 281722 w 731454"/>
                    <a:gd name="connsiteY22" fmla="*/ 750957 h 891736"/>
                    <a:gd name="connsiteX23" fmla="*/ 286865 w 731454"/>
                    <a:gd name="connsiteY23" fmla="*/ 775437 h 891736"/>
                    <a:gd name="connsiteX24" fmla="*/ 273340 w 731454"/>
                    <a:gd name="connsiteY24" fmla="*/ 747338 h 891736"/>
                    <a:gd name="connsiteX25" fmla="*/ 192472 w 731454"/>
                    <a:gd name="connsiteY25" fmla="*/ 698570 h 891736"/>
                    <a:gd name="connsiteX26" fmla="*/ 169234 w 731454"/>
                    <a:gd name="connsiteY26" fmla="*/ 740975 h 891736"/>
                    <a:gd name="connsiteX27" fmla="*/ 170089 w 731454"/>
                    <a:gd name="connsiteY27" fmla="*/ 743528 h 891736"/>
                    <a:gd name="connsiteX28" fmla="*/ 217714 w 731454"/>
                    <a:gd name="connsiteY28" fmla="*/ 780580 h 891736"/>
                    <a:gd name="connsiteX29" fmla="*/ 288294 w 731454"/>
                    <a:gd name="connsiteY29" fmla="*/ 780580 h 891736"/>
                    <a:gd name="connsiteX30" fmla="*/ 295628 w 731454"/>
                    <a:gd name="connsiteY30" fmla="*/ 819347 h 891736"/>
                    <a:gd name="connsiteX31" fmla="*/ 306772 w 731454"/>
                    <a:gd name="connsiteY31" fmla="*/ 891737 h 891736"/>
                    <a:gd name="connsiteX32" fmla="*/ 325822 w 731454"/>
                    <a:gd name="connsiteY32" fmla="*/ 891737 h 891736"/>
                    <a:gd name="connsiteX33" fmla="*/ 312487 w 731454"/>
                    <a:gd name="connsiteY33" fmla="*/ 816299 h 891736"/>
                    <a:gd name="connsiteX34" fmla="*/ 302962 w 731454"/>
                    <a:gd name="connsiteY34" fmla="*/ 773341 h 891736"/>
                    <a:gd name="connsiteX35" fmla="*/ 342396 w 731454"/>
                    <a:gd name="connsiteY35" fmla="*/ 754767 h 891736"/>
                    <a:gd name="connsiteX36" fmla="*/ 399546 w 731454"/>
                    <a:gd name="connsiteY36" fmla="*/ 791820 h 891736"/>
                    <a:gd name="connsiteX37" fmla="*/ 384211 w 731454"/>
                    <a:gd name="connsiteY37" fmla="*/ 828205 h 891736"/>
                    <a:gd name="connsiteX38" fmla="*/ 355064 w 731454"/>
                    <a:gd name="connsiteY38" fmla="*/ 891737 h 891736"/>
                    <a:gd name="connsiteX39" fmla="*/ 375543 w 731454"/>
                    <a:gd name="connsiteY39" fmla="*/ 891737 h 891736"/>
                    <a:gd name="connsiteX40" fmla="*/ 399927 w 731454"/>
                    <a:gd name="connsiteY40" fmla="*/ 834587 h 891736"/>
                    <a:gd name="connsiteX41" fmla="*/ 416024 w 731454"/>
                    <a:gd name="connsiteY41" fmla="*/ 793724 h 891736"/>
                    <a:gd name="connsiteX42" fmla="*/ 486414 w 731454"/>
                    <a:gd name="connsiteY42" fmla="*/ 799154 h 891736"/>
                    <a:gd name="connsiteX43" fmla="*/ 536325 w 731454"/>
                    <a:gd name="connsiteY43" fmla="*/ 765816 h 891736"/>
                    <a:gd name="connsiteX44" fmla="*/ 520609 w 731454"/>
                    <a:gd name="connsiteY44" fmla="*/ 720087 h 891736"/>
                    <a:gd name="connsiteX45" fmla="*/ 517275 w 731454"/>
                    <a:gd name="connsiteY45" fmla="*/ 718667 h 891736"/>
                    <a:gd name="connsiteX46" fmla="*/ 432979 w 731454"/>
                    <a:gd name="connsiteY46" fmla="*/ 761244 h 891736"/>
                    <a:gd name="connsiteX47" fmla="*/ 418691 w 731454"/>
                    <a:gd name="connsiteY47" fmla="*/ 785914 h 891736"/>
                    <a:gd name="connsiteX48" fmla="*/ 425168 w 731454"/>
                    <a:gd name="connsiteY48" fmla="*/ 768483 h 891736"/>
                    <a:gd name="connsiteX49" fmla="*/ 437932 w 731454"/>
                    <a:gd name="connsiteY49" fmla="*/ 731717 h 891736"/>
                    <a:gd name="connsiteX50" fmla="*/ 443647 w 731454"/>
                    <a:gd name="connsiteY50" fmla="*/ 712667 h 891736"/>
                    <a:gd name="connsiteX51" fmla="*/ 448790 w 731454"/>
                    <a:gd name="connsiteY51" fmla="*/ 692664 h 891736"/>
                    <a:gd name="connsiteX52" fmla="*/ 458315 w 731454"/>
                    <a:gd name="connsiteY52" fmla="*/ 645039 h 891736"/>
                    <a:gd name="connsiteX53" fmla="*/ 524990 w 731454"/>
                    <a:gd name="connsiteY53" fmla="*/ 660374 h 891736"/>
                    <a:gd name="connsiteX54" fmla="*/ 579283 w 731454"/>
                    <a:gd name="connsiteY54" fmla="*/ 634943 h 891736"/>
                    <a:gd name="connsiteX55" fmla="*/ 571124 w 731454"/>
                    <a:gd name="connsiteY55" fmla="*/ 587546 h 891736"/>
                    <a:gd name="connsiteX56" fmla="*/ 567853 w 731454"/>
                    <a:gd name="connsiteY56" fmla="*/ 585508 h 891736"/>
                    <a:gd name="connsiteX57" fmla="*/ 478127 w 731454"/>
                    <a:gd name="connsiteY57" fmla="*/ 614845 h 891736"/>
                    <a:gd name="connsiteX58" fmla="*/ 459077 w 731454"/>
                    <a:gd name="connsiteY58" fmla="*/ 638562 h 891736"/>
                    <a:gd name="connsiteX59" fmla="*/ 463459 w 731454"/>
                    <a:gd name="connsiteY59" fmla="*/ 609225 h 891736"/>
                    <a:gd name="connsiteX60" fmla="*/ 472984 w 731454"/>
                    <a:gd name="connsiteY60" fmla="*/ 522643 h 891736"/>
                    <a:gd name="connsiteX61" fmla="*/ 475746 w 731454"/>
                    <a:gd name="connsiteY61" fmla="*/ 496068 h 891736"/>
                    <a:gd name="connsiteX62" fmla="*/ 544897 w 731454"/>
                    <a:gd name="connsiteY62" fmla="*/ 512356 h 891736"/>
                    <a:gd name="connsiteX63" fmla="*/ 599190 w 731454"/>
                    <a:gd name="connsiteY63" fmla="*/ 486924 h 891736"/>
                    <a:gd name="connsiteX64" fmla="*/ 590860 w 731454"/>
                    <a:gd name="connsiteY64" fmla="*/ 439423 h 891736"/>
                    <a:gd name="connsiteX65" fmla="*/ 587760 w 731454"/>
                    <a:gd name="connsiteY65" fmla="*/ 437489 h 891736"/>
                    <a:gd name="connsiteX66" fmla="*/ 497939 w 731454"/>
                    <a:gd name="connsiteY66" fmla="*/ 466731 h 891736"/>
                    <a:gd name="connsiteX67" fmla="*/ 475936 w 731454"/>
                    <a:gd name="connsiteY67" fmla="*/ 494544 h 891736"/>
                    <a:gd name="connsiteX68" fmla="*/ 483175 w 731454"/>
                    <a:gd name="connsiteY68" fmla="*/ 436632 h 891736"/>
                    <a:gd name="connsiteX69" fmla="*/ 499749 w 731454"/>
                    <a:gd name="connsiteY69" fmla="*/ 360432 h 891736"/>
                    <a:gd name="connsiteX70" fmla="*/ 569281 w 731454"/>
                    <a:gd name="connsiteY70" fmla="*/ 376815 h 891736"/>
                    <a:gd name="connsiteX71" fmla="*/ 623574 w 731454"/>
                    <a:gd name="connsiteY71" fmla="*/ 351383 h 891736"/>
                    <a:gd name="connsiteX72" fmla="*/ 615244 w 731454"/>
                    <a:gd name="connsiteY72" fmla="*/ 303882 h 891736"/>
                    <a:gd name="connsiteX73" fmla="*/ 612144 w 731454"/>
                    <a:gd name="connsiteY73" fmla="*/ 301949 h 891736"/>
                    <a:gd name="connsiteX74" fmla="*/ 522418 w 731454"/>
                    <a:gd name="connsiteY74" fmla="*/ 331190 h 891736"/>
                    <a:gd name="connsiteX75" fmla="*/ 500035 w 731454"/>
                    <a:gd name="connsiteY75" fmla="*/ 359765 h 891736"/>
                    <a:gd name="connsiteX76" fmla="*/ 501178 w 731454"/>
                    <a:gd name="connsiteY76" fmla="*/ 355384 h 891736"/>
                    <a:gd name="connsiteX77" fmla="*/ 531372 w 731454"/>
                    <a:gd name="connsiteY77" fmla="*/ 283375 h 891736"/>
                    <a:gd name="connsiteX78" fmla="*/ 551946 w 731454"/>
                    <a:gd name="connsiteY78" fmla="*/ 247275 h 891736"/>
                    <a:gd name="connsiteX79" fmla="*/ 617764 w 731454"/>
                    <a:gd name="connsiteY79" fmla="*/ 270421 h 891736"/>
                    <a:gd name="connsiteX80" fmla="*/ 674914 w 731454"/>
                    <a:gd name="connsiteY80" fmla="*/ 251371 h 891736"/>
                    <a:gd name="connsiteX81" fmla="*/ 671949 w 731454"/>
                    <a:gd name="connsiteY81" fmla="*/ 203374 h 891736"/>
                    <a:gd name="connsiteX82" fmla="*/ 668913 w 731454"/>
                    <a:gd name="connsiteY82" fmla="*/ 200984 h 891736"/>
                    <a:gd name="connsiteX83" fmla="*/ 576520 w 731454"/>
                    <a:gd name="connsiteY83" fmla="*/ 220034 h 891736"/>
                    <a:gd name="connsiteX84" fmla="*/ 558042 w 731454"/>
                    <a:gd name="connsiteY84" fmla="*/ 238417 h 891736"/>
                    <a:gd name="connsiteX85" fmla="*/ 567567 w 731454"/>
                    <a:gd name="connsiteY85" fmla="*/ 223177 h 891736"/>
                    <a:gd name="connsiteX86" fmla="*/ 602619 w 731454"/>
                    <a:gd name="connsiteY86" fmla="*/ 175552 h 891736"/>
                    <a:gd name="connsiteX87" fmla="*/ 620240 w 731454"/>
                    <a:gd name="connsiteY87" fmla="*/ 154121 h 891736"/>
                    <a:gd name="connsiteX88" fmla="*/ 688915 w 731454"/>
                    <a:gd name="connsiteY88" fmla="*/ 144596 h 891736"/>
                    <a:gd name="connsiteX89" fmla="*/ 730444 w 731454"/>
                    <a:gd name="connsiteY89" fmla="*/ 101352 h 891736"/>
                    <a:gd name="connsiteX90" fmla="*/ 705555 w 731454"/>
                    <a:gd name="connsiteY90" fmla="*/ 60052 h 891736"/>
                    <a:gd name="connsiteX91" fmla="*/ 701869 w 731454"/>
                    <a:gd name="connsiteY91" fmla="*/ 59347 h 891736"/>
                    <a:gd name="connsiteX92" fmla="*/ 628717 w 731454"/>
                    <a:gd name="connsiteY92" fmla="*/ 119069 h 891736"/>
                    <a:gd name="connsiteX93" fmla="*/ 617859 w 731454"/>
                    <a:gd name="connsiteY93" fmla="*/ 154502 h 891736"/>
                    <a:gd name="connsiteX94" fmla="*/ 617764 w 731454"/>
                    <a:gd name="connsiteY94" fmla="*/ 154502 h 891736"/>
                    <a:gd name="connsiteX95" fmla="*/ 600428 w 731454"/>
                    <a:gd name="connsiteY95" fmla="*/ 174790 h 891736"/>
                    <a:gd name="connsiteX96" fmla="*/ 564233 w 731454"/>
                    <a:gd name="connsiteY96" fmla="*/ 222415 h 891736"/>
                    <a:gd name="connsiteX97" fmla="*/ 526133 w 731454"/>
                    <a:gd name="connsiteY97" fmla="*/ 282327 h 891736"/>
                    <a:gd name="connsiteX98" fmla="*/ 494034 w 731454"/>
                    <a:gd name="connsiteY98" fmla="*/ 354527 h 891736"/>
                    <a:gd name="connsiteX99" fmla="*/ 494034 w 731454"/>
                    <a:gd name="connsiteY99" fmla="*/ 355479 h 891736"/>
                    <a:gd name="connsiteX100" fmla="*/ 494034 w 731454"/>
                    <a:gd name="connsiteY100" fmla="*/ 321570 h 891736"/>
                    <a:gd name="connsiteX101" fmla="*/ 440980 w 731454"/>
                    <a:gd name="connsiteY101" fmla="*/ 243465 h 891736"/>
                    <a:gd name="connsiteX102" fmla="*/ 402015 w 731454"/>
                    <a:gd name="connsiteY102" fmla="*/ 271878 h 891736"/>
                    <a:gd name="connsiteX103" fmla="*/ 401641 w 731454"/>
                    <a:gd name="connsiteY103" fmla="*/ 275564 h 891736"/>
                    <a:gd name="connsiteX104" fmla="*/ 428978 w 731454"/>
                    <a:gd name="connsiteY104" fmla="*/ 328905 h 891736"/>
                    <a:gd name="connsiteX105" fmla="*/ 493653 w 731454"/>
                    <a:gd name="connsiteY105" fmla="*/ 358432 h 891736"/>
                    <a:gd name="connsiteX106" fmla="*/ 474603 w 731454"/>
                    <a:gd name="connsiteY106" fmla="*/ 436728 h 891736"/>
                    <a:gd name="connsiteX107" fmla="*/ 467459 w 731454"/>
                    <a:gd name="connsiteY107" fmla="*/ 483400 h 891736"/>
                    <a:gd name="connsiteX108" fmla="*/ 467459 w 731454"/>
                    <a:gd name="connsiteY108" fmla="*/ 468731 h 891736"/>
                    <a:gd name="connsiteX109" fmla="*/ 414405 w 731454"/>
                    <a:gd name="connsiteY109" fmla="*/ 390626 h 891736"/>
                    <a:gd name="connsiteX110" fmla="*/ 375436 w 731454"/>
                    <a:gd name="connsiteY110" fmla="*/ 419030 h 891736"/>
                    <a:gd name="connsiteX111" fmla="*/ 375067 w 731454"/>
                    <a:gd name="connsiteY111" fmla="*/ 422631 h 891736"/>
                    <a:gd name="connsiteX112" fmla="*/ 402403 w 731454"/>
                    <a:gd name="connsiteY112" fmla="*/ 476066 h 891736"/>
                    <a:gd name="connsiteX113" fmla="*/ 465078 w 731454"/>
                    <a:gd name="connsiteY113" fmla="*/ 504641 h 891736"/>
                    <a:gd name="connsiteX114" fmla="*/ 462792 w 731454"/>
                    <a:gd name="connsiteY114" fmla="*/ 522738 h 891736"/>
                    <a:gd name="connsiteX115" fmla="*/ 451933 w 731454"/>
                    <a:gd name="connsiteY115" fmla="*/ 608463 h 891736"/>
                    <a:gd name="connsiteX116" fmla="*/ 446885 w 731454"/>
                    <a:gd name="connsiteY116" fmla="*/ 637896 h 891736"/>
                    <a:gd name="connsiteX117" fmla="*/ 446885 w 731454"/>
                    <a:gd name="connsiteY117" fmla="*/ 625132 h 891736"/>
                    <a:gd name="connsiteX118" fmla="*/ 393831 w 731454"/>
                    <a:gd name="connsiteY118" fmla="*/ 546932 h 891736"/>
                    <a:gd name="connsiteX119" fmla="*/ 354846 w 731454"/>
                    <a:gd name="connsiteY119" fmla="*/ 575545 h 891736"/>
                    <a:gd name="connsiteX120" fmla="*/ 354493 w 731454"/>
                    <a:gd name="connsiteY120" fmla="*/ 579031 h 891736"/>
                    <a:gd name="connsiteX121" fmla="*/ 381925 w 731454"/>
                    <a:gd name="connsiteY121" fmla="*/ 632371 h 891736"/>
                    <a:gd name="connsiteX122" fmla="*/ 442694 w 731454"/>
                    <a:gd name="connsiteY122" fmla="*/ 660946 h 891736"/>
                    <a:gd name="connsiteX123" fmla="*/ 436027 w 731454"/>
                    <a:gd name="connsiteY123" fmla="*/ 690378 h 891736"/>
                    <a:gd name="connsiteX124" fmla="*/ 430693 w 731454"/>
                    <a:gd name="connsiteY124" fmla="*/ 709428 h 891736"/>
                    <a:gd name="connsiteX125" fmla="*/ 424597 w 731454"/>
                    <a:gd name="connsiteY125" fmla="*/ 728478 h 891736"/>
                    <a:gd name="connsiteX126" fmla="*/ 411357 w 731454"/>
                    <a:gd name="connsiteY126" fmla="*/ 764197 h 891736"/>
                    <a:gd name="connsiteX127" fmla="*/ 401832 w 731454"/>
                    <a:gd name="connsiteY127" fmla="*/ 787438 h 891736"/>
                    <a:gd name="connsiteX128" fmla="*/ 406023 w 731454"/>
                    <a:gd name="connsiteY128" fmla="*/ 756482 h 891736"/>
                    <a:gd name="connsiteX129" fmla="*/ 388306 w 731454"/>
                    <a:gd name="connsiteY129" fmla="*/ 692093 h 891736"/>
                    <a:gd name="connsiteX130" fmla="*/ 388306 w 731454"/>
                    <a:gd name="connsiteY130" fmla="*/ 684568 h 891736"/>
                    <a:gd name="connsiteX131" fmla="*/ 349731 w 731454"/>
                    <a:gd name="connsiteY131" fmla="*/ 655402 h 891736"/>
                    <a:gd name="connsiteX132" fmla="*/ 346587 w 731454"/>
                    <a:gd name="connsiteY132" fmla="*/ 655993 h 891736"/>
                    <a:gd name="connsiteX133" fmla="*/ 299724 w 731454"/>
                    <a:gd name="connsiteY133" fmla="*/ 738003 h 891736"/>
                    <a:gd name="connsiteX134" fmla="*/ 301438 w 731454"/>
                    <a:gd name="connsiteY134" fmla="*/ 766578 h 891736"/>
                    <a:gd name="connsiteX135" fmla="*/ 297247 w 731454"/>
                    <a:gd name="connsiteY135" fmla="*/ 748385 h 891736"/>
                    <a:gd name="connsiteX136" fmla="*/ 287722 w 731454"/>
                    <a:gd name="connsiteY136" fmla="*/ 710762 h 891736"/>
                    <a:gd name="connsiteX137" fmla="*/ 281912 w 731454"/>
                    <a:gd name="connsiteY137" fmla="*/ 691712 h 891736"/>
                    <a:gd name="connsiteX138" fmla="*/ 275149 w 731454"/>
                    <a:gd name="connsiteY138" fmla="*/ 672185 h 891736"/>
                    <a:gd name="connsiteX139" fmla="*/ 256671 w 731454"/>
                    <a:gd name="connsiteY139" fmla="*/ 627228 h 891736"/>
                    <a:gd name="connsiteX140" fmla="*/ 320869 w 731454"/>
                    <a:gd name="connsiteY140" fmla="*/ 603129 h 891736"/>
                    <a:gd name="connsiteX141" fmla="*/ 352207 w 731454"/>
                    <a:gd name="connsiteY141" fmla="*/ 551980 h 891736"/>
                    <a:gd name="connsiteX142" fmla="*/ 318890 w 731454"/>
                    <a:gd name="connsiteY142" fmla="*/ 516928 h 891736"/>
                    <a:gd name="connsiteX143" fmla="*/ 315345 w 731454"/>
                    <a:gd name="connsiteY143" fmla="*/ 517023 h 891736"/>
                    <a:gd name="connsiteX144" fmla="*/ 256671 w 731454"/>
                    <a:gd name="connsiteY144" fmla="*/ 591032 h 891736"/>
                    <a:gd name="connsiteX145" fmla="*/ 253909 w 731454"/>
                    <a:gd name="connsiteY145" fmla="*/ 621227 h 891736"/>
                    <a:gd name="connsiteX146" fmla="*/ 241336 w 731454"/>
                    <a:gd name="connsiteY146" fmla="*/ 594366 h 891736"/>
                    <a:gd name="connsiteX147" fmla="*/ 201140 w 731454"/>
                    <a:gd name="connsiteY147" fmla="*/ 517214 h 891736"/>
                    <a:gd name="connsiteX148" fmla="*/ 188758 w 731454"/>
                    <a:gd name="connsiteY148" fmla="*/ 493592 h 891736"/>
                    <a:gd name="connsiteX149" fmla="*/ 255433 w 731454"/>
                    <a:gd name="connsiteY149" fmla="*/ 468922 h 891736"/>
                    <a:gd name="connsiteX150" fmla="*/ 286770 w 731454"/>
                    <a:gd name="connsiteY150" fmla="*/ 417773 h 891736"/>
                    <a:gd name="connsiteX151" fmla="*/ 253453 w 731454"/>
                    <a:gd name="connsiteY151" fmla="*/ 382721 h 891736"/>
                    <a:gd name="connsiteX152" fmla="*/ 249908 w 731454"/>
                    <a:gd name="connsiteY152" fmla="*/ 382816 h 891736"/>
                    <a:gd name="connsiteX153" fmla="*/ 191234 w 731454"/>
                    <a:gd name="connsiteY153" fmla="*/ 456825 h 891736"/>
                    <a:gd name="connsiteX154" fmla="*/ 188186 w 731454"/>
                    <a:gd name="connsiteY154" fmla="*/ 492163 h 891736"/>
                    <a:gd name="connsiteX155" fmla="*/ 162278 w 731454"/>
                    <a:gd name="connsiteY155" fmla="*/ 439871 h 891736"/>
                    <a:gd name="connsiteX156" fmla="*/ 133703 w 731454"/>
                    <a:gd name="connsiteY156" fmla="*/ 367195 h 891736"/>
                    <a:gd name="connsiteX157" fmla="*/ 200378 w 731454"/>
                    <a:gd name="connsiteY157" fmla="*/ 342525 h 891736"/>
                    <a:gd name="connsiteX158" fmla="*/ 231620 w 731454"/>
                    <a:gd name="connsiteY158" fmla="*/ 291376 h 891736"/>
                    <a:gd name="connsiteX159" fmla="*/ 198497 w 731454"/>
                    <a:gd name="connsiteY159" fmla="*/ 256324 h 891736"/>
                    <a:gd name="connsiteX160" fmla="*/ 194854 w 731454"/>
                    <a:gd name="connsiteY160" fmla="*/ 256419 h 891736"/>
                    <a:gd name="connsiteX161" fmla="*/ 136084 w 731454"/>
                    <a:gd name="connsiteY161" fmla="*/ 330333 h 891736"/>
                    <a:gd name="connsiteX162" fmla="*/ 133036 w 731454"/>
                    <a:gd name="connsiteY162" fmla="*/ 366242 h 891736"/>
                    <a:gd name="connsiteX163" fmla="*/ 131512 w 731454"/>
                    <a:gd name="connsiteY163" fmla="*/ 361861 h 891736"/>
                    <a:gd name="connsiteX164" fmla="*/ 116939 w 731454"/>
                    <a:gd name="connsiteY164" fmla="*/ 285185 h 891736"/>
                    <a:gd name="connsiteX165" fmla="*/ 114177 w 731454"/>
                    <a:gd name="connsiteY165" fmla="*/ 243751 h 891736"/>
                    <a:gd name="connsiteX166" fmla="*/ 181900 w 731454"/>
                    <a:gd name="connsiteY166" fmla="*/ 226701 h 891736"/>
                    <a:gd name="connsiteX167" fmla="*/ 218571 w 731454"/>
                    <a:gd name="connsiteY167" fmla="*/ 179076 h 891736"/>
                    <a:gd name="connsiteX168" fmla="*/ 189477 w 731454"/>
                    <a:gd name="connsiteY168" fmla="*/ 140614 h 891736"/>
                    <a:gd name="connsiteX169" fmla="*/ 185805 w 731454"/>
                    <a:gd name="connsiteY169" fmla="*/ 140309 h 891736"/>
                    <a:gd name="connsiteX170" fmla="*/ 119130 w 731454"/>
                    <a:gd name="connsiteY170" fmla="*/ 206984 h 891736"/>
                    <a:gd name="connsiteX171" fmla="*/ 113891 w 731454"/>
                    <a:gd name="connsiteY171" fmla="*/ 232607 h 891736"/>
                    <a:gd name="connsiteX172" fmla="*/ 113891 w 731454"/>
                    <a:gd name="connsiteY172" fmla="*/ 214509 h 891736"/>
                    <a:gd name="connsiteX173" fmla="*/ 116653 w 731454"/>
                    <a:gd name="connsiteY173" fmla="*/ 155073 h 891736"/>
                    <a:gd name="connsiteX174" fmla="*/ 119511 w 731454"/>
                    <a:gd name="connsiteY174" fmla="*/ 127546 h 891736"/>
                    <a:gd name="connsiteX175" fmla="*/ 171422 w 731454"/>
                    <a:gd name="connsiteY175" fmla="*/ 81445 h 891736"/>
                    <a:gd name="connsiteX176" fmla="*/ 182090 w 731454"/>
                    <a:gd name="connsiteY176" fmla="*/ 22485 h 891736"/>
                    <a:gd name="connsiteX177" fmla="*/ 138570 w 731454"/>
                    <a:gd name="connsiteY177" fmla="*/ 2026 h 891736"/>
                    <a:gd name="connsiteX178" fmla="*/ 135227 w 731454"/>
                    <a:gd name="connsiteY178" fmla="*/ 3435 h 891736"/>
                    <a:gd name="connsiteX179" fmla="*/ 106652 w 731454"/>
                    <a:gd name="connsiteY179" fmla="*/ 93542 h 891736"/>
                    <a:gd name="connsiteX180" fmla="*/ 117130 w 731454"/>
                    <a:gd name="connsiteY180" fmla="*/ 129165 h 891736"/>
                    <a:gd name="connsiteX181" fmla="*/ 117701 w 731454"/>
                    <a:gd name="connsiteY181" fmla="*/ 129165 h 891736"/>
                    <a:gd name="connsiteX182" fmla="*/ 114463 w 731454"/>
                    <a:gd name="connsiteY182" fmla="*/ 155549 h 891736"/>
                    <a:gd name="connsiteX183" fmla="*/ 110367 w 731454"/>
                    <a:gd name="connsiteY183" fmla="*/ 215081 h 891736"/>
                    <a:gd name="connsiteX184" fmla="*/ 111986 w 731454"/>
                    <a:gd name="connsiteY184" fmla="*/ 285756 h 891736"/>
                    <a:gd name="connsiteX185" fmla="*/ 125131 w 731454"/>
                    <a:gd name="connsiteY185" fmla="*/ 363671 h 891736"/>
                    <a:gd name="connsiteX186" fmla="*/ 125131 w 731454"/>
                    <a:gd name="connsiteY186" fmla="*/ 364623 h 891736"/>
                    <a:gd name="connsiteX187" fmla="*/ 106081 w 731454"/>
                    <a:gd name="connsiteY187" fmla="*/ 336620 h 891736"/>
                    <a:gd name="connsiteX188" fmla="*/ 18736 w 731454"/>
                    <a:gd name="connsiteY188" fmla="*/ 300710 h 891736"/>
                    <a:gd name="connsiteX189" fmla="*/ 3668 w 731454"/>
                    <a:gd name="connsiteY189" fmla="*/ 346516 h 891736"/>
                    <a:gd name="connsiteX190" fmla="*/ 4068 w 731454"/>
                    <a:gd name="connsiteY190" fmla="*/ 347288 h 891736"/>
                    <a:gd name="connsiteX191" fmla="*/ 56360 w 731454"/>
                    <a:gd name="connsiteY191" fmla="*/ 376910 h 8917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</a:cxnLst>
                  <a:rect l="l" t="t" r="r" b="b"/>
                  <a:pathLst>
                    <a:path w="731454" h="891736">
                      <a:moveTo>
                        <a:pt x="56360" y="376910"/>
                      </a:moveTo>
                      <a:cubicBezTo>
                        <a:pt x="77791" y="379958"/>
                        <a:pt x="123035" y="366909"/>
                        <a:pt x="126559" y="365862"/>
                      </a:cubicBezTo>
                      <a:cubicBezTo>
                        <a:pt x="133960" y="391684"/>
                        <a:pt x="143094" y="416982"/>
                        <a:pt x="153896" y="441585"/>
                      </a:cubicBezTo>
                      <a:cubicBezTo>
                        <a:pt x="160087" y="455968"/>
                        <a:pt x="166850" y="470160"/>
                        <a:pt x="173708" y="484543"/>
                      </a:cubicBezTo>
                      <a:cubicBezTo>
                        <a:pt x="169612" y="478447"/>
                        <a:pt x="165898" y="473113"/>
                        <a:pt x="165231" y="472446"/>
                      </a:cubicBezTo>
                      <a:cubicBezTo>
                        <a:pt x="148467" y="452920"/>
                        <a:pt x="104461" y="424821"/>
                        <a:pt x="77982" y="436537"/>
                      </a:cubicBezTo>
                      <a:cubicBezTo>
                        <a:pt x="60882" y="444300"/>
                        <a:pt x="53312" y="464455"/>
                        <a:pt x="61075" y="481552"/>
                      </a:cubicBezTo>
                      <a:cubicBezTo>
                        <a:pt x="61599" y="482714"/>
                        <a:pt x="62188" y="483838"/>
                        <a:pt x="62837" y="484924"/>
                      </a:cubicBezTo>
                      <a:cubicBezTo>
                        <a:pt x="72362" y="502736"/>
                        <a:pt x="96079" y="511594"/>
                        <a:pt x="115129" y="514356"/>
                      </a:cubicBezTo>
                      <a:cubicBezTo>
                        <a:pt x="134179" y="517118"/>
                        <a:pt x="173137" y="506831"/>
                        <a:pt x="183328" y="503879"/>
                      </a:cubicBezTo>
                      <a:cubicBezTo>
                        <a:pt x="185995" y="509308"/>
                        <a:pt x="188662" y="514832"/>
                        <a:pt x="191425" y="520262"/>
                      </a:cubicBezTo>
                      <a:cubicBezTo>
                        <a:pt x="204474" y="546265"/>
                        <a:pt x="217618" y="572173"/>
                        <a:pt x="229525" y="597986"/>
                      </a:cubicBezTo>
                      <a:cubicBezTo>
                        <a:pt x="233811" y="607034"/>
                        <a:pt x="237716" y="616179"/>
                        <a:pt x="241621" y="625323"/>
                      </a:cubicBezTo>
                      <a:cubicBezTo>
                        <a:pt x="237907" y="619893"/>
                        <a:pt x="234859" y="615798"/>
                        <a:pt x="234287" y="614845"/>
                      </a:cubicBezTo>
                      <a:cubicBezTo>
                        <a:pt x="217428" y="595795"/>
                        <a:pt x="173422" y="567696"/>
                        <a:pt x="146943" y="578936"/>
                      </a:cubicBezTo>
                      <a:cubicBezTo>
                        <a:pt x="129823" y="586908"/>
                        <a:pt x="122406" y="607244"/>
                        <a:pt x="130377" y="624370"/>
                      </a:cubicBezTo>
                      <a:cubicBezTo>
                        <a:pt x="130863" y="625408"/>
                        <a:pt x="131400" y="626427"/>
                        <a:pt x="131989" y="627418"/>
                      </a:cubicBezTo>
                      <a:cubicBezTo>
                        <a:pt x="141514" y="645230"/>
                        <a:pt x="165326" y="653993"/>
                        <a:pt x="184281" y="656755"/>
                      </a:cubicBezTo>
                      <a:cubicBezTo>
                        <a:pt x="203236" y="659517"/>
                        <a:pt x="238573" y="650183"/>
                        <a:pt x="250956" y="647230"/>
                      </a:cubicBezTo>
                      <a:cubicBezTo>
                        <a:pt x="254671" y="656755"/>
                        <a:pt x="258385" y="666280"/>
                        <a:pt x="261624" y="675805"/>
                      </a:cubicBezTo>
                      <a:cubicBezTo>
                        <a:pt x="263624" y="682187"/>
                        <a:pt x="266101" y="688283"/>
                        <a:pt x="267720" y="694855"/>
                      </a:cubicBezTo>
                      <a:cubicBezTo>
                        <a:pt x="269339" y="701427"/>
                        <a:pt x="271339" y="707618"/>
                        <a:pt x="273054" y="713905"/>
                      </a:cubicBezTo>
                      <a:cubicBezTo>
                        <a:pt x="276007" y="726192"/>
                        <a:pt x="279150" y="738860"/>
                        <a:pt x="281722" y="750957"/>
                      </a:cubicBezTo>
                      <a:cubicBezTo>
                        <a:pt x="283627" y="759339"/>
                        <a:pt x="285246" y="767435"/>
                        <a:pt x="286865" y="775437"/>
                      </a:cubicBezTo>
                      <a:cubicBezTo>
                        <a:pt x="282674" y="766388"/>
                        <a:pt x="274197" y="748766"/>
                        <a:pt x="273340" y="747338"/>
                      </a:cubicBezTo>
                      <a:cubicBezTo>
                        <a:pt x="259624" y="725525"/>
                        <a:pt x="220381" y="691521"/>
                        <a:pt x="192472" y="698570"/>
                      </a:cubicBezTo>
                      <a:cubicBezTo>
                        <a:pt x="174344" y="703866"/>
                        <a:pt x="163940" y="722849"/>
                        <a:pt x="169234" y="740975"/>
                      </a:cubicBezTo>
                      <a:cubicBezTo>
                        <a:pt x="169486" y="741842"/>
                        <a:pt x="169770" y="742689"/>
                        <a:pt x="170089" y="743528"/>
                      </a:cubicBezTo>
                      <a:cubicBezTo>
                        <a:pt x="177042" y="762578"/>
                        <a:pt x="198664" y="774960"/>
                        <a:pt x="217714" y="780580"/>
                      </a:cubicBezTo>
                      <a:cubicBezTo>
                        <a:pt x="237907" y="786676"/>
                        <a:pt x="282674" y="781056"/>
                        <a:pt x="288294" y="780580"/>
                      </a:cubicBezTo>
                      <a:cubicBezTo>
                        <a:pt x="290961" y="794010"/>
                        <a:pt x="293437" y="807059"/>
                        <a:pt x="295628" y="819347"/>
                      </a:cubicBezTo>
                      <a:cubicBezTo>
                        <a:pt x="300391" y="846683"/>
                        <a:pt x="304010" y="871067"/>
                        <a:pt x="306772" y="891737"/>
                      </a:cubicBezTo>
                      <a:lnTo>
                        <a:pt x="325822" y="891737"/>
                      </a:lnTo>
                      <a:cubicBezTo>
                        <a:pt x="322489" y="870306"/>
                        <a:pt x="318202" y="844874"/>
                        <a:pt x="312487" y="816299"/>
                      </a:cubicBezTo>
                      <a:cubicBezTo>
                        <a:pt x="309820" y="802678"/>
                        <a:pt x="306677" y="788200"/>
                        <a:pt x="302962" y="773341"/>
                      </a:cubicBezTo>
                      <a:cubicBezTo>
                        <a:pt x="316465" y="767940"/>
                        <a:pt x="329632" y="761739"/>
                        <a:pt x="342396" y="754767"/>
                      </a:cubicBezTo>
                      <a:cubicBezTo>
                        <a:pt x="357160" y="770769"/>
                        <a:pt x="394879" y="789438"/>
                        <a:pt x="399546" y="791820"/>
                      </a:cubicBezTo>
                      <a:cubicBezTo>
                        <a:pt x="394402" y="804488"/>
                        <a:pt x="389259" y="816775"/>
                        <a:pt x="384211" y="828205"/>
                      </a:cubicBezTo>
                      <a:cubicBezTo>
                        <a:pt x="373733" y="852303"/>
                        <a:pt x="363827" y="873639"/>
                        <a:pt x="355064" y="891737"/>
                      </a:cubicBezTo>
                      <a:lnTo>
                        <a:pt x="375543" y="891737"/>
                      </a:lnTo>
                      <a:cubicBezTo>
                        <a:pt x="383068" y="874973"/>
                        <a:pt x="391354" y="855923"/>
                        <a:pt x="399927" y="834587"/>
                      </a:cubicBezTo>
                      <a:cubicBezTo>
                        <a:pt x="405261" y="821728"/>
                        <a:pt x="410595" y="807917"/>
                        <a:pt x="416024" y="793724"/>
                      </a:cubicBezTo>
                      <a:cubicBezTo>
                        <a:pt x="421453" y="794867"/>
                        <a:pt x="465745" y="803821"/>
                        <a:pt x="486414" y="799154"/>
                      </a:cubicBezTo>
                      <a:cubicBezTo>
                        <a:pt x="505464" y="794963"/>
                        <a:pt x="527848" y="784390"/>
                        <a:pt x="536325" y="765816"/>
                      </a:cubicBezTo>
                      <a:cubicBezTo>
                        <a:pt x="544614" y="748843"/>
                        <a:pt x="537577" y="728373"/>
                        <a:pt x="520609" y="720087"/>
                      </a:cubicBezTo>
                      <a:cubicBezTo>
                        <a:pt x="519523" y="719553"/>
                        <a:pt x="518410" y="719077"/>
                        <a:pt x="517275" y="718667"/>
                      </a:cubicBezTo>
                      <a:cubicBezTo>
                        <a:pt x="489938" y="709142"/>
                        <a:pt x="448314" y="740575"/>
                        <a:pt x="432979" y="761244"/>
                      </a:cubicBezTo>
                      <a:cubicBezTo>
                        <a:pt x="432121" y="762482"/>
                        <a:pt x="423454" y="776770"/>
                        <a:pt x="418691" y="785914"/>
                      </a:cubicBezTo>
                      <a:cubicBezTo>
                        <a:pt x="420882" y="780104"/>
                        <a:pt x="423073" y="774484"/>
                        <a:pt x="425168" y="768483"/>
                      </a:cubicBezTo>
                      <a:cubicBezTo>
                        <a:pt x="429550" y="756577"/>
                        <a:pt x="433550" y="744575"/>
                        <a:pt x="437932" y="731717"/>
                      </a:cubicBezTo>
                      <a:lnTo>
                        <a:pt x="443647" y="712667"/>
                      </a:lnTo>
                      <a:cubicBezTo>
                        <a:pt x="445647" y="706285"/>
                        <a:pt x="446980" y="699427"/>
                        <a:pt x="448790" y="692664"/>
                      </a:cubicBezTo>
                      <a:cubicBezTo>
                        <a:pt x="452505" y="677139"/>
                        <a:pt x="455458" y="661137"/>
                        <a:pt x="458315" y="645039"/>
                      </a:cubicBezTo>
                      <a:cubicBezTo>
                        <a:pt x="468793" y="648849"/>
                        <a:pt x="505940" y="661803"/>
                        <a:pt x="524990" y="660374"/>
                      </a:cubicBezTo>
                      <a:cubicBezTo>
                        <a:pt x="544040" y="658946"/>
                        <a:pt x="568234" y="651992"/>
                        <a:pt x="579283" y="634943"/>
                      </a:cubicBezTo>
                      <a:cubicBezTo>
                        <a:pt x="590116" y="619607"/>
                        <a:pt x="586464" y="598386"/>
                        <a:pt x="571124" y="587546"/>
                      </a:cubicBezTo>
                      <a:cubicBezTo>
                        <a:pt x="570073" y="586813"/>
                        <a:pt x="568980" y="586127"/>
                        <a:pt x="567853" y="585508"/>
                      </a:cubicBezTo>
                      <a:cubicBezTo>
                        <a:pt x="542230" y="572364"/>
                        <a:pt x="496320" y="596652"/>
                        <a:pt x="478127" y="614845"/>
                      </a:cubicBezTo>
                      <a:cubicBezTo>
                        <a:pt x="476984" y="615988"/>
                        <a:pt x="465364" y="630466"/>
                        <a:pt x="459077" y="638562"/>
                      </a:cubicBezTo>
                      <a:cubicBezTo>
                        <a:pt x="460601" y="629037"/>
                        <a:pt x="462220" y="619512"/>
                        <a:pt x="463459" y="609225"/>
                      </a:cubicBezTo>
                      <a:cubicBezTo>
                        <a:pt x="466983" y="580650"/>
                        <a:pt x="469650" y="551599"/>
                        <a:pt x="472984" y="522643"/>
                      </a:cubicBezTo>
                      <a:cubicBezTo>
                        <a:pt x="473841" y="513785"/>
                        <a:pt x="474793" y="504926"/>
                        <a:pt x="475746" y="496068"/>
                      </a:cubicBezTo>
                      <a:cubicBezTo>
                        <a:pt x="479461" y="497497"/>
                        <a:pt x="523371" y="513785"/>
                        <a:pt x="544897" y="512356"/>
                      </a:cubicBezTo>
                      <a:cubicBezTo>
                        <a:pt x="563947" y="510927"/>
                        <a:pt x="588046" y="503974"/>
                        <a:pt x="599190" y="486924"/>
                      </a:cubicBezTo>
                      <a:cubicBezTo>
                        <a:pt x="610007" y="471503"/>
                        <a:pt x="606276" y="450243"/>
                        <a:pt x="590860" y="439423"/>
                      </a:cubicBezTo>
                      <a:cubicBezTo>
                        <a:pt x="589862" y="438728"/>
                        <a:pt x="588827" y="438080"/>
                        <a:pt x="587760" y="437489"/>
                      </a:cubicBezTo>
                      <a:cubicBezTo>
                        <a:pt x="562138" y="424250"/>
                        <a:pt x="516227" y="448539"/>
                        <a:pt x="497939" y="466731"/>
                      </a:cubicBezTo>
                      <a:cubicBezTo>
                        <a:pt x="496606" y="468065"/>
                        <a:pt x="479937" y="489020"/>
                        <a:pt x="475936" y="494544"/>
                      </a:cubicBezTo>
                      <a:cubicBezTo>
                        <a:pt x="477937" y="475018"/>
                        <a:pt x="480223" y="455682"/>
                        <a:pt x="483175" y="436632"/>
                      </a:cubicBezTo>
                      <a:cubicBezTo>
                        <a:pt x="487093" y="410905"/>
                        <a:pt x="492629" y="385454"/>
                        <a:pt x="499749" y="360432"/>
                      </a:cubicBezTo>
                      <a:cubicBezTo>
                        <a:pt x="501463" y="361099"/>
                        <a:pt x="547374" y="378339"/>
                        <a:pt x="569281" y="376815"/>
                      </a:cubicBezTo>
                      <a:cubicBezTo>
                        <a:pt x="588331" y="375482"/>
                        <a:pt x="612525" y="368433"/>
                        <a:pt x="623574" y="351383"/>
                      </a:cubicBezTo>
                      <a:cubicBezTo>
                        <a:pt x="634390" y="335963"/>
                        <a:pt x="630660" y="314703"/>
                        <a:pt x="615244" y="303882"/>
                      </a:cubicBezTo>
                      <a:cubicBezTo>
                        <a:pt x="614246" y="303187"/>
                        <a:pt x="613211" y="302539"/>
                        <a:pt x="612144" y="301949"/>
                      </a:cubicBezTo>
                      <a:cubicBezTo>
                        <a:pt x="586522" y="288709"/>
                        <a:pt x="540611" y="313093"/>
                        <a:pt x="522418" y="331190"/>
                      </a:cubicBezTo>
                      <a:cubicBezTo>
                        <a:pt x="520990" y="332619"/>
                        <a:pt x="503368" y="355098"/>
                        <a:pt x="500035" y="359765"/>
                      </a:cubicBezTo>
                      <a:cubicBezTo>
                        <a:pt x="500035" y="358337"/>
                        <a:pt x="500797" y="356813"/>
                        <a:pt x="501178" y="355384"/>
                      </a:cubicBezTo>
                      <a:cubicBezTo>
                        <a:pt x="509067" y="330524"/>
                        <a:pt x="519172" y="306425"/>
                        <a:pt x="531372" y="283375"/>
                      </a:cubicBezTo>
                      <a:cubicBezTo>
                        <a:pt x="537849" y="270516"/>
                        <a:pt x="544897" y="258610"/>
                        <a:pt x="551946" y="247275"/>
                      </a:cubicBezTo>
                      <a:cubicBezTo>
                        <a:pt x="560137" y="251371"/>
                        <a:pt x="597666" y="269564"/>
                        <a:pt x="617764" y="270421"/>
                      </a:cubicBezTo>
                      <a:cubicBezTo>
                        <a:pt x="637861" y="271278"/>
                        <a:pt x="661579" y="266801"/>
                        <a:pt x="674914" y="251371"/>
                      </a:cubicBezTo>
                      <a:cubicBezTo>
                        <a:pt x="687350" y="237303"/>
                        <a:pt x="686022" y="215805"/>
                        <a:pt x="671949" y="203374"/>
                      </a:cubicBezTo>
                      <a:cubicBezTo>
                        <a:pt x="670983" y="202517"/>
                        <a:pt x="669969" y="201727"/>
                        <a:pt x="668913" y="200984"/>
                      </a:cubicBezTo>
                      <a:cubicBezTo>
                        <a:pt x="644910" y="184982"/>
                        <a:pt x="596618" y="204222"/>
                        <a:pt x="576520" y="220034"/>
                      </a:cubicBezTo>
                      <a:cubicBezTo>
                        <a:pt x="575377" y="220891"/>
                        <a:pt x="565281" y="230988"/>
                        <a:pt x="558042" y="238417"/>
                      </a:cubicBezTo>
                      <a:cubicBezTo>
                        <a:pt x="561280" y="233369"/>
                        <a:pt x="564519" y="228035"/>
                        <a:pt x="567567" y="223177"/>
                      </a:cubicBezTo>
                      <a:cubicBezTo>
                        <a:pt x="579568" y="205080"/>
                        <a:pt x="591760" y="189173"/>
                        <a:pt x="602619" y="175552"/>
                      </a:cubicBezTo>
                      <a:cubicBezTo>
                        <a:pt x="608905" y="167646"/>
                        <a:pt x="614716" y="160693"/>
                        <a:pt x="620240" y="154121"/>
                      </a:cubicBezTo>
                      <a:cubicBezTo>
                        <a:pt x="630337" y="154121"/>
                        <a:pt x="671104" y="152692"/>
                        <a:pt x="688915" y="144596"/>
                      </a:cubicBezTo>
                      <a:cubicBezTo>
                        <a:pt x="706727" y="136499"/>
                        <a:pt x="726253" y="121259"/>
                        <a:pt x="730444" y="101352"/>
                      </a:cubicBezTo>
                      <a:cubicBezTo>
                        <a:pt x="734977" y="83074"/>
                        <a:pt x="723833" y="64576"/>
                        <a:pt x="705555" y="60052"/>
                      </a:cubicBezTo>
                      <a:cubicBezTo>
                        <a:pt x="704340" y="59747"/>
                        <a:pt x="703110" y="59509"/>
                        <a:pt x="701869" y="59347"/>
                      </a:cubicBezTo>
                      <a:cubicBezTo>
                        <a:pt x="673294" y="56299"/>
                        <a:pt x="639195" y="95542"/>
                        <a:pt x="628717" y="119069"/>
                      </a:cubicBezTo>
                      <a:cubicBezTo>
                        <a:pt x="627860" y="121069"/>
                        <a:pt x="617383" y="154502"/>
                        <a:pt x="617859" y="154502"/>
                      </a:cubicBezTo>
                      <a:lnTo>
                        <a:pt x="617764" y="154502"/>
                      </a:lnTo>
                      <a:cubicBezTo>
                        <a:pt x="612334" y="160693"/>
                        <a:pt x="606524" y="167360"/>
                        <a:pt x="600428" y="174790"/>
                      </a:cubicBezTo>
                      <a:cubicBezTo>
                        <a:pt x="589189" y="188506"/>
                        <a:pt x="576711" y="204222"/>
                        <a:pt x="564233" y="222415"/>
                      </a:cubicBezTo>
                      <a:cubicBezTo>
                        <a:pt x="550335" y="241598"/>
                        <a:pt x="537612" y="261601"/>
                        <a:pt x="526133" y="282327"/>
                      </a:cubicBezTo>
                      <a:cubicBezTo>
                        <a:pt x="513301" y="305387"/>
                        <a:pt x="502559" y="329552"/>
                        <a:pt x="494034" y="354527"/>
                      </a:cubicBezTo>
                      <a:lnTo>
                        <a:pt x="494034" y="355479"/>
                      </a:lnTo>
                      <a:cubicBezTo>
                        <a:pt x="494034" y="347002"/>
                        <a:pt x="494034" y="323380"/>
                        <a:pt x="494034" y="321570"/>
                      </a:cubicBezTo>
                      <a:cubicBezTo>
                        <a:pt x="490700" y="296043"/>
                        <a:pt x="469269" y="248704"/>
                        <a:pt x="440980" y="243465"/>
                      </a:cubicBezTo>
                      <a:cubicBezTo>
                        <a:pt x="422374" y="240551"/>
                        <a:pt x="404928" y="253276"/>
                        <a:pt x="402015" y="271878"/>
                      </a:cubicBezTo>
                      <a:cubicBezTo>
                        <a:pt x="401823" y="273097"/>
                        <a:pt x="401700" y="274326"/>
                        <a:pt x="401641" y="275564"/>
                      </a:cubicBezTo>
                      <a:cubicBezTo>
                        <a:pt x="400022" y="295853"/>
                        <a:pt x="414691" y="316141"/>
                        <a:pt x="428978" y="328905"/>
                      </a:cubicBezTo>
                      <a:cubicBezTo>
                        <a:pt x="445171" y="343382"/>
                        <a:pt x="490033" y="357480"/>
                        <a:pt x="493653" y="358432"/>
                      </a:cubicBezTo>
                      <a:cubicBezTo>
                        <a:pt x="485562" y="384073"/>
                        <a:pt x="479198" y="410229"/>
                        <a:pt x="474603" y="436728"/>
                      </a:cubicBezTo>
                      <a:cubicBezTo>
                        <a:pt x="471841" y="452158"/>
                        <a:pt x="469555" y="467779"/>
                        <a:pt x="467459" y="483400"/>
                      </a:cubicBezTo>
                      <a:cubicBezTo>
                        <a:pt x="467459" y="476161"/>
                        <a:pt x="467459" y="469589"/>
                        <a:pt x="467459" y="468731"/>
                      </a:cubicBezTo>
                      <a:cubicBezTo>
                        <a:pt x="464125" y="443205"/>
                        <a:pt x="442694" y="395865"/>
                        <a:pt x="414405" y="390626"/>
                      </a:cubicBezTo>
                      <a:cubicBezTo>
                        <a:pt x="395800" y="387712"/>
                        <a:pt x="378353" y="400428"/>
                        <a:pt x="375436" y="419030"/>
                      </a:cubicBezTo>
                      <a:cubicBezTo>
                        <a:pt x="375250" y="420230"/>
                        <a:pt x="375127" y="421430"/>
                        <a:pt x="375067" y="422631"/>
                      </a:cubicBezTo>
                      <a:cubicBezTo>
                        <a:pt x="373447" y="442919"/>
                        <a:pt x="388116" y="463207"/>
                        <a:pt x="402403" y="476066"/>
                      </a:cubicBezTo>
                      <a:cubicBezTo>
                        <a:pt x="416691" y="488924"/>
                        <a:pt x="454981" y="501688"/>
                        <a:pt x="465078" y="504641"/>
                      </a:cubicBezTo>
                      <a:lnTo>
                        <a:pt x="462792" y="522738"/>
                      </a:lnTo>
                      <a:cubicBezTo>
                        <a:pt x="459363" y="551313"/>
                        <a:pt x="456029" y="580460"/>
                        <a:pt x="451933" y="608463"/>
                      </a:cubicBezTo>
                      <a:cubicBezTo>
                        <a:pt x="450505" y="617988"/>
                        <a:pt x="448695" y="628085"/>
                        <a:pt x="446885" y="637896"/>
                      </a:cubicBezTo>
                      <a:cubicBezTo>
                        <a:pt x="446885" y="631418"/>
                        <a:pt x="446885" y="625894"/>
                        <a:pt x="446885" y="625132"/>
                      </a:cubicBezTo>
                      <a:cubicBezTo>
                        <a:pt x="443551" y="599605"/>
                        <a:pt x="422215" y="552171"/>
                        <a:pt x="393831" y="546932"/>
                      </a:cubicBezTo>
                      <a:cubicBezTo>
                        <a:pt x="375164" y="544065"/>
                        <a:pt x="357710" y="556876"/>
                        <a:pt x="354846" y="575545"/>
                      </a:cubicBezTo>
                      <a:cubicBezTo>
                        <a:pt x="354669" y="576697"/>
                        <a:pt x="354551" y="577859"/>
                        <a:pt x="354493" y="579031"/>
                      </a:cubicBezTo>
                      <a:cubicBezTo>
                        <a:pt x="352873" y="599319"/>
                        <a:pt x="367542" y="619607"/>
                        <a:pt x="381925" y="632371"/>
                      </a:cubicBezTo>
                      <a:cubicBezTo>
                        <a:pt x="396307" y="645134"/>
                        <a:pt x="430693" y="656850"/>
                        <a:pt x="442694" y="660946"/>
                      </a:cubicBezTo>
                      <a:cubicBezTo>
                        <a:pt x="440599" y="670471"/>
                        <a:pt x="438503" y="680758"/>
                        <a:pt x="436027" y="690378"/>
                      </a:cubicBezTo>
                      <a:cubicBezTo>
                        <a:pt x="434217" y="696760"/>
                        <a:pt x="432883" y="703142"/>
                        <a:pt x="430693" y="709428"/>
                      </a:cubicBezTo>
                      <a:cubicBezTo>
                        <a:pt x="428502" y="715715"/>
                        <a:pt x="426597" y="722192"/>
                        <a:pt x="424597" y="728478"/>
                      </a:cubicBezTo>
                      <a:cubicBezTo>
                        <a:pt x="420215" y="740384"/>
                        <a:pt x="415834" y="752672"/>
                        <a:pt x="411357" y="764197"/>
                      </a:cubicBezTo>
                      <a:lnTo>
                        <a:pt x="401832" y="787438"/>
                      </a:lnTo>
                      <a:cubicBezTo>
                        <a:pt x="403356" y="777913"/>
                        <a:pt x="406023" y="758196"/>
                        <a:pt x="406023" y="756482"/>
                      </a:cubicBezTo>
                      <a:cubicBezTo>
                        <a:pt x="405674" y="733860"/>
                        <a:pt x="399577" y="711705"/>
                        <a:pt x="388306" y="692093"/>
                      </a:cubicBezTo>
                      <a:cubicBezTo>
                        <a:pt x="388496" y="689588"/>
                        <a:pt x="388496" y="687073"/>
                        <a:pt x="388306" y="684568"/>
                      </a:cubicBezTo>
                      <a:cubicBezTo>
                        <a:pt x="385707" y="665861"/>
                        <a:pt x="368436" y="652802"/>
                        <a:pt x="349731" y="655402"/>
                      </a:cubicBezTo>
                      <a:cubicBezTo>
                        <a:pt x="348674" y="655555"/>
                        <a:pt x="347625" y="655745"/>
                        <a:pt x="346587" y="655993"/>
                      </a:cubicBezTo>
                      <a:cubicBezTo>
                        <a:pt x="318774" y="663423"/>
                        <a:pt x="301057" y="712286"/>
                        <a:pt x="299724" y="738003"/>
                      </a:cubicBezTo>
                      <a:cubicBezTo>
                        <a:pt x="299724" y="739527"/>
                        <a:pt x="300676" y="756101"/>
                        <a:pt x="301438" y="766578"/>
                      </a:cubicBezTo>
                      <a:cubicBezTo>
                        <a:pt x="300105" y="760482"/>
                        <a:pt x="298771" y="754672"/>
                        <a:pt x="297247" y="748385"/>
                      </a:cubicBezTo>
                      <a:cubicBezTo>
                        <a:pt x="294295" y="736098"/>
                        <a:pt x="291056" y="723906"/>
                        <a:pt x="287722" y="710762"/>
                      </a:cubicBezTo>
                      <a:cubicBezTo>
                        <a:pt x="285817" y="704475"/>
                        <a:pt x="283817" y="698093"/>
                        <a:pt x="281912" y="691712"/>
                      </a:cubicBezTo>
                      <a:cubicBezTo>
                        <a:pt x="280007" y="685330"/>
                        <a:pt x="277435" y="678758"/>
                        <a:pt x="275149" y="672185"/>
                      </a:cubicBezTo>
                      <a:cubicBezTo>
                        <a:pt x="269720" y="657136"/>
                        <a:pt x="263338" y="642182"/>
                        <a:pt x="256671" y="627228"/>
                      </a:cubicBezTo>
                      <a:cubicBezTo>
                        <a:pt x="267434" y="624656"/>
                        <a:pt x="305629" y="614940"/>
                        <a:pt x="320869" y="603129"/>
                      </a:cubicBezTo>
                      <a:cubicBezTo>
                        <a:pt x="336109" y="591318"/>
                        <a:pt x="352302" y="572268"/>
                        <a:pt x="352207" y="551980"/>
                      </a:cubicBezTo>
                      <a:cubicBezTo>
                        <a:pt x="352686" y="533101"/>
                        <a:pt x="337769" y="517404"/>
                        <a:pt x="318890" y="516928"/>
                      </a:cubicBezTo>
                      <a:cubicBezTo>
                        <a:pt x="317707" y="516899"/>
                        <a:pt x="316524" y="516928"/>
                        <a:pt x="315345" y="517023"/>
                      </a:cubicBezTo>
                      <a:cubicBezTo>
                        <a:pt x="286770" y="520166"/>
                        <a:pt x="261814" y="565791"/>
                        <a:pt x="256671" y="591032"/>
                      </a:cubicBezTo>
                      <a:cubicBezTo>
                        <a:pt x="256671" y="592556"/>
                        <a:pt x="254671" y="611035"/>
                        <a:pt x="253909" y="621227"/>
                      </a:cubicBezTo>
                      <a:cubicBezTo>
                        <a:pt x="249813" y="612273"/>
                        <a:pt x="245717" y="603320"/>
                        <a:pt x="241336" y="594366"/>
                      </a:cubicBezTo>
                      <a:cubicBezTo>
                        <a:pt x="228477" y="568649"/>
                        <a:pt x="214761" y="542931"/>
                        <a:pt x="201140" y="517214"/>
                      </a:cubicBezTo>
                      <a:lnTo>
                        <a:pt x="188758" y="493592"/>
                      </a:lnTo>
                      <a:cubicBezTo>
                        <a:pt x="192663" y="492639"/>
                        <a:pt x="238192" y="482066"/>
                        <a:pt x="255433" y="468922"/>
                      </a:cubicBezTo>
                      <a:cubicBezTo>
                        <a:pt x="270768" y="457206"/>
                        <a:pt x="286865" y="438061"/>
                        <a:pt x="286770" y="417773"/>
                      </a:cubicBezTo>
                      <a:cubicBezTo>
                        <a:pt x="287249" y="398894"/>
                        <a:pt x="272332" y="383197"/>
                        <a:pt x="253453" y="382721"/>
                      </a:cubicBezTo>
                      <a:cubicBezTo>
                        <a:pt x="252270" y="382692"/>
                        <a:pt x="251087" y="382721"/>
                        <a:pt x="249908" y="382816"/>
                      </a:cubicBezTo>
                      <a:cubicBezTo>
                        <a:pt x="221333" y="385959"/>
                        <a:pt x="196378" y="431584"/>
                        <a:pt x="191234" y="456825"/>
                      </a:cubicBezTo>
                      <a:cubicBezTo>
                        <a:pt x="191234" y="458730"/>
                        <a:pt x="188377" y="485400"/>
                        <a:pt x="188186" y="492163"/>
                      </a:cubicBezTo>
                      <a:cubicBezTo>
                        <a:pt x="178661" y="474732"/>
                        <a:pt x="170279" y="457397"/>
                        <a:pt x="162278" y="439871"/>
                      </a:cubicBezTo>
                      <a:cubicBezTo>
                        <a:pt x="151154" y="416306"/>
                        <a:pt x="141607" y="392027"/>
                        <a:pt x="133703" y="367195"/>
                      </a:cubicBezTo>
                      <a:cubicBezTo>
                        <a:pt x="135513" y="367195"/>
                        <a:pt x="183138" y="355956"/>
                        <a:pt x="200378" y="342525"/>
                      </a:cubicBezTo>
                      <a:cubicBezTo>
                        <a:pt x="215618" y="330809"/>
                        <a:pt x="231811" y="311664"/>
                        <a:pt x="231620" y="291376"/>
                      </a:cubicBezTo>
                      <a:cubicBezTo>
                        <a:pt x="232152" y="272554"/>
                        <a:pt x="217322" y="256857"/>
                        <a:pt x="198497" y="256324"/>
                      </a:cubicBezTo>
                      <a:cubicBezTo>
                        <a:pt x="197282" y="256295"/>
                        <a:pt x="196065" y="256324"/>
                        <a:pt x="194854" y="256419"/>
                      </a:cubicBezTo>
                      <a:cubicBezTo>
                        <a:pt x="166279" y="259563"/>
                        <a:pt x="141323" y="305187"/>
                        <a:pt x="136084" y="330333"/>
                      </a:cubicBezTo>
                      <a:cubicBezTo>
                        <a:pt x="136084" y="332333"/>
                        <a:pt x="133132" y="361004"/>
                        <a:pt x="133036" y="366242"/>
                      </a:cubicBezTo>
                      <a:lnTo>
                        <a:pt x="131512" y="361861"/>
                      </a:lnTo>
                      <a:cubicBezTo>
                        <a:pt x="124432" y="336772"/>
                        <a:pt x="119556" y="311121"/>
                        <a:pt x="116939" y="285185"/>
                      </a:cubicBezTo>
                      <a:cubicBezTo>
                        <a:pt x="115320" y="270897"/>
                        <a:pt x="114653" y="257086"/>
                        <a:pt x="114177" y="243751"/>
                      </a:cubicBezTo>
                      <a:cubicBezTo>
                        <a:pt x="123702" y="242608"/>
                        <a:pt x="164755" y="237083"/>
                        <a:pt x="181900" y="226701"/>
                      </a:cubicBezTo>
                      <a:cubicBezTo>
                        <a:pt x="199045" y="216319"/>
                        <a:pt x="216475" y="199460"/>
                        <a:pt x="218571" y="179076"/>
                      </a:cubicBezTo>
                      <a:cubicBezTo>
                        <a:pt x="221157" y="160426"/>
                        <a:pt x="208131" y="143205"/>
                        <a:pt x="189477" y="140614"/>
                      </a:cubicBezTo>
                      <a:cubicBezTo>
                        <a:pt x="188259" y="140452"/>
                        <a:pt x="187034" y="140347"/>
                        <a:pt x="185805" y="140309"/>
                      </a:cubicBezTo>
                      <a:cubicBezTo>
                        <a:pt x="157230" y="140309"/>
                        <a:pt x="127321" y="182886"/>
                        <a:pt x="119130" y="206984"/>
                      </a:cubicBezTo>
                      <a:cubicBezTo>
                        <a:pt x="119130" y="208318"/>
                        <a:pt x="115796" y="222320"/>
                        <a:pt x="113891" y="232607"/>
                      </a:cubicBezTo>
                      <a:cubicBezTo>
                        <a:pt x="113891" y="226511"/>
                        <a:pt x="113891" y="220320"/>
                        <a:pt x="113891" y="214509"/>
                      </a:cubicBezTo>
                      <a:cubicBezTo>
                        <a:pt x="113891" y="192697"/>
                        <a:pt x="115320" y="172695"/>
                        <a:pt x="116653" y="155073"/>
                      </a:cubicBezTo>
                      <a:cubicBezTo>
                        <a:pt x="117511" y="145548"/>
                        <a:pt x="118463" y="136023"/>
                        <a:pt x="119511" y="127546"/>
                      </a:cubicBezTo>
                      <a:cubicBezTo>
                        <a:pt x="127798" y="121831"/>
                        <a:pt x="161135" y="98304"/>
                        <a:pt x="171422" y="81445"/>
                      </a:cubicBezTo>
                      <a:cubicBezTo>
                        <a:pt x="181709" y="64586"/>
                        <a:pt x="189615" y="41345"/>
                        <a:pt x="182090" y="22485"/>
                      </a:cubicBezTo>
                      <a:cubicBezTo>
                        <a:pt x="175723" y="4816"/>
                        <a:pt x="156238" y="-4347"/>
                        <a:pt x="138570" y="2026"/>
                      </a:cubicBezTo>
                      <a:cubicBezTo>
                        <a:pt x="137432" y="2435"/>
                        <a:pt x="136316" y="2902"/>
                        <a:pt x="135227" y="3435"/>
                      </a:cubicBezTo>
                      <a:cubicBezTo>
                        <a:pt x="109605" y="16675"/>
                        <a:pt x="102842" y="68205"/>
                        <a:pt x="106652" y="93542"/>
                      </a:cubicBezTo>
                      <a:cubicBezTo>
                        <a:pt x="106652" y="95732"/>
                        <a:pt x="116749" y="129451"/>
                        <a:pt x="117130" y="129165"/>
                      </a:cubicBezTo>
                      <a:lnTo>
                        <a:pt x="117701" y="129165"/>
                      </a:lnTo>
                      <a:cubicBezTo>
                        <a:pt x="116558" y="137262"/>
                        <a:pt x="115415" y="146024"/>
                        <a:pt x="114463" y="155549"/>
                      </a:cubicBezTo>
                      <a:cubicBezTo>
                        <a:pt x="112653" y="173266"/>
                        <a:pt x="110843" y="193173"/>
                        <a:pt x="110367" y="215081"/>
                      </a:cubicBezTo>
                      <a:cubicBezTo>
                        <a:pt x="109560" y="238655"/>
                        <a:pt x="110101" y="262248"/>
                        <a:pt x="111986" y="285756"/>
                      </a:cubicBezTo>
                      <a:cubicBezTo>
                        <a:pt x="114075" y="312064"/>
                        <a:pt x="118474" y="338134"/>
                        <a:pt x="125131" y="363671"/>
                      </a:cubicBezTo>
                      <a:lnTo>
                        <a:pt x="125131" y="364623"/>
                      </a:lnTo>
                      <a:cubicBezTo>
                        <a:pt x="120559" y="357480"/>
                        <a:pt x="107224" y="338048"/>
                        <a:pt x="106081" y="336620"/>
                      </a:cubicBezTo>
                      <a:cubicBezTo>
                        <a:pt x="89221" y="317570"/>
                        <a:pt x="45216" y="289471"/>
                        <a:pt x="18736" y="300710"/>
                      </a:cubicBezTo>
                      <a:cubicBezTo>
                        <a:pt x="1926" y="309197"/>
                        <a:pt x="-4821" y="329704"/>
                        <a:pt x="3668" y="346516"/>
                      </a:cubicBezTo>
                      <a:cubicBezTo>
                        <a:pt x="3798" y="346774"/>
                        <a:pt x="3932" y="347030"/>
                        <a:pt x="4068" y="347288"/>
                      </a:cubicBezTo>
                      <a:cubicBezTo>
                        <a:pt x="13879" y="365290"/>
                        <a:pt x="37310" y="374053"/>
                        <a:pt x="56360" y="37691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11" name="任意多边形: 形状 510">
                  <a:extLst>
                    <a:ext uri="{FF2B5EF4-FFF2-40B4-BE49-F238E27FC236}">
                      <a16:creationId xmlns:a16="http://schemas.microsoft.com/office/drawing/2014/main" id="{D7D744C8-8108-4297-B341-97C343EFB819}"/>
                    </a:ext>
                  </a:extLst>
                </p:cNvPr>
                <p:cNvSpPr/>
                <p:nvPr/>
              </p:nvSpPr>
              <p:spPr>
                <a:xfrm>
                  <a:off x="4368249" y="4982551"/>
                  <a:ext cx="80165" cy="128190"/>
                </a:xfrm>
                <a:custGeom>
                  <a:avLst/>
                  <a:gdLst>
                    <a:gd name="connsiteX0" fmla="*/ 69829 w 80165"/>
                    <a:gd name="connsiteY0" fmla="*/ 128191 h 128190"/>
                    <a:gd name="connsiteX1" fmla="*/ 79354 w 80165"/>
                    <a:gd name="connsiteY1" fmla="*/ 92377 h 128190"/>
                    <a:gd name="connsiteX2" fmla="*/ 48874 w 80165"/>
                    <a:gd name="connsiteY2" fmla="*/ 3032 h 128190"/>
                    <a:gd name="connsiteX3" fmla="*/ 3878 w 80165"/>
                    <a:gd name="connsiteY3" fmla="*/ 19996 h 128190"/>
                    <a:gd name="connsiteX4" fmla="*/ 2487 w 80165"/>
                    <a:gd name="connsiteY4" fmla="*/ 23606 h 128190"/>
                    <a:gd name="connsiteX5" fmla="*/ 14774 w 80165"/>
                    <a:gd name="connsiteY5" fmla="*/ 82280 h 128190"/>
                    <a:gd name="connsiteX6" fmla="*/ 69829 w 80165"/>
                    <a:gd name="connsiteY6" fmla="*/ 128191 h 1281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0165" h="128190">
                      <a:moveTo>
                        <a:pt x="69829" y="128191"/>
                      </a:moveTo>
                      <a:cubicBezTo>
                        <a:pt x="69829" y="128191"/>
                        <a:pt x="79354" y="94567"/>
                        <a:pt x="79354" y="92377"/>
                      </a:cubicBezTo>
                      <a:cubicBezTo>
                        <a:pt x="82973" y="66945"/>
                        <a:pt x="74782" y="15605"/>
                        <a:pt x="48874" y="3032"/>
                      </a:cubicBezTo>
                      <a:cubicBezTo>
                        <a:pt x="31763" y="-4711"/>
                        <a:pt x="11618" y="2889"/>
                        <a:pt x="3878" y="19996"/>
                      </a:cubicBezTo>
                      <a:cubicBezTo>
                        <a:pt x="3346" y="21177"/>
                        <a:pt x="2881" y="22378"/>
                        <a:pt x="2487" y="23606"/>
                      </a:cubicBezTo>
                      <a:cubicBezTo>
                        <a:pt x="-4466" y="42656"/>
                        <a:pt x="4297" y="66183"/>
                        <a:pt x="14774" y="82280"/>
                      </a:cubicBezTo>
                      <a:cubicBezTo>
                        <a:pt x="26966" y="101235"/>
                        <a:pt x="69733" y="128191"/>
                        <a:pt x="69829" y="128191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12" name="任意多边形: 形状 511">
                  <a:extLst>
                    <a:ext uri="{FF2B5EF4-FFF2-40B4-BE49-F238E27FC236}">
                      <a16:creationId xmlns:a16="http://schemas.microsoft.com/office/drawing/2014/main" id="{0341D493-5C91-4E80-B088-6A46DC9F46BA}"/>
                    </a:ext>
                  </a:extLst>
                </p:cNvPr>
                <p:cNvSpPr/>
                <p:nvPr/>
              </p:nvSpPr>
              <p:spPr>
                <a:xfrm>
                  <a:off x="7398346" y="5014466"/>
                  <a:ext cx="115164" cy="93084"/>
                </a:xfrm>
                <a:custGeom>
                  <a:avLst/>
                  <a:gdLst>
                    <a:gd name="connsiteX0" fmla="*/ 43917 w 115164"/>
                    <a:gd name="connsiteY0" fmla="*/ 85132 h 93084"/>
                    <a:gd name="connsiteX1" fmla="*/ 115164 w 115164"/>
                    <a:gd name="connsiteY1" fmla="*/ 93038 h 93084"/>
                    <a:gd name="connsiteX2" fmla="*/ 103353 w 115164"/>
                    <a:gd name="connsiteY2" fmla="*/ 57986 h 93084"/>
                    <a:gd name="connsiteX3" fmla="*/ 28582 w 115164"/>
                    <a:gd name="connsiteY3" fmla="*/ 264 h 93084"/>
                    <a:gd name="connsiteX4" fmla="*/ 455 w 115164"/>
                    <a:gd name="connsiteY4" fmla="*/ 39431 h 93084"/>
                    <a:gd name="connsiteX5" fmla="*/ 1245 w 115164"/>
                    <a:gd name="connsiteY5" fmla="*/ 43031 h 93084"/>
                    <a:gd name="connsiteX6" fmla="*/ 43917 w 115164"/>
                    <a:gd name="connsiteY6" fmla="*/ 85132 h 93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5164" h="93084">
                      <a:moveTo>
                        <a:pt x="43917" y="85132"/>
                      </a:moveTo>
                      <a:cubicBezTo>
                        <a:pt x="64587" y="94181"/>
                        <a:pt x="115164" y="93038"/>
                        <a:pt x="115164" y="93038"/>
                      </a:cubicBezTo>
                      <a:cubicBezTo>
                        <a:pt x="115164" y="93038"/>
                        <a:pt x="104306" y="59986"/>
                        <a:pt x="103353" y="57986"/>
                      </a:cubicBezTo>
                      <a:cubicBezTo>
                        <a:pt x="92209" y="34745"/>
                        <a:pt x="57157" y="-3546"/>
                        <a:pt x="28582" y="264"/>
                      </a:cubicBezTo>
                      <a:cubicBezTo>
                        <a:pt x="9999" y="3312"/>
                        <a:pt x="-2593" y="20848"/>
                        <a:pt x="455" y="39431"/>
                      </a:cubicBezTo>
                      <a:cubicBezTo>
                        <a:pt x="655" y="40650"/>
                        <a:pt x="921" y="41850"/>
                        <a:pt x="1245" y="43031"/>
                      </a:cubicBezTo>
                      <a:cubicBezTo>
                        <a:pt x="6008" y="62748"/>
                        <a:pt x="26296" y="77512"/>
                        <a:pt x="43917" y="8513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13" name="任意多边形: 形状 512">
                  <a:extLst>
                    <a:ext uri="{FF2B5EF4-FFF2-40B4-BE49-F238E27FC236}">
                      <a16:creationId xmlns:a16="http://schemas.microsoft.com/office/drawing/2014/main" id="{11F27454-A194-47A4-A7F2-51A52018959C}"/>
                    </a:ext>
                  </a:extLst>
                </p:cNvPr>
                <p:cNvSpPr/>
                <p:nvPr/>
              </p:nvSpPr>
              <p:spPr>
                <a:xfrm>
                  <a:off x="7403064" y="4869943"/>
                  <a:ext cx="731153" cy="891736"/>
                </a:xfrm>
                <a:custGeom>
                  <a:avLst/>
                  <a:gdLst>
                    <a:gd name="connsiteX0" fmla="*/ 56630 w 731153"/>
                    <a:gd name="connsiteY0" fmla="*/ 376244 h 891736"/>
                    <a:gd name="connsiteX1" fmla="*/ 126829 w 731153"/>
                    <a:gd name="connsiteY1" fmla="*/ 365195 h 891736"/>
                    <a:gd name="connsiteX2" fmla="*/ 154166 w 731153"/>
                    <a:gd name="connsiteY2" fmla="*/ 440919 h 891736"/>
                    <a:gd name="connsiteX3" fmla="*/ 173978 w 731153"/>
                    <a:gd name="connsiteY3" fmla="*/ 483876 h 891736"/>
                    <a:gd name="connsiteX4" fmla="*/ 165501 w 731153"/>
                    <a:gd name="connsiteY4" fmla="*/ 471780 h 891736"/>
                    <a:gd name="connsiteX5" fmla="*/ 78252 w 731153"/>
                    <a:gd name="connsiteY5" fmla="*/ 435870 h 891736"/>
                    <a:gd name="connsiteX6" fmla="*/ 61345 w 731153"/>
                    <a:gd name="connsiteY6" fmla="*/ 480886 h 891736"/>
                    <a:gd name="connsiteX7" fmla="*/ 63107 w 731153"/>
                    <a:gd name="connsiteY7" fmla="*/ 484257 h 891736"/>
                    <a:gd name="connsiteX8" fmla="*/ 115399 w 731153"/>
                    <a:gd name="connsiteY8" fmla="*/ 513690 h 891736"/>
                    <a:gd name="connsiteX9" fmla="*/ 183598 w 731153"/>
                    <a:gd name="connsiteY9" fmla="*/ 503212 h 891736"/>
                    <a:gd name="connsiteX10" fmla="*/ 191695 w 731153"/>
                    <a:gd name="connsiteY10" fmla="*/ 519595 h 891736"/>
                    <a:gd name="connsiteX11" fmla="*/ 229795 w 731153"/>
                    <a:gd name="connsiteY11" fmla="*/ 597319 h 891736"/>
                    <a:gd name="connsiteX12" fmla="*/ 241891 w 731153"/>
                    <a:gd name="connsiteY12" fmla="*/ 624656 h 891736"/>
                    <a:gd name="connsiteX13" fmla="*/ 234557 w 731153"/>
                    <a:gd name="connsiteY13" fmla="*/ 614178 h 891736"/>
                    <a:gd name="connsiteX14" fmla="*/ 147213 w 731153"/>
                    <a:gd name="connsiteY14" fmla="*/ 578269 h 891736"/>
                    <a:gd name="connsiteX15" fmla="*/ 130430 w 731153"/>
                    <a:gd name="connsiteY15" fmla="*/ 623618 h 891736"/>
                    <a:gd name="connsiteX16" fmla="*/ 132068 w 731153"/>
                    <a:gd name="connsiteY16" fmla="*/ 626751 h 891736"/>
                    <a:gd name="connsiteX17" fmla="*/ 184360 w 731153"/>
                    <a:gd name="connsiteY17" fmla="*/ 656088 h 891736"/>
                    <a:gd name="connsiteX18" fmla="*/ 251035 w 731153"/>
                    <a:gd name="connsiteY18" fmla="*/ 646563 h 891736"/>
                    <a:gd name="connsiteX19" fmla="*/ 261703 w 731153"/>
                    <a:gd name="connsiteY19" fmla="*/ 675138 h 891736"/>
                    <a:gd name="connsiteX20" fmla="*/ 267799 w 731153"/>
                    <a:gd name="connsiteY20" fmla="*/ 694188 h 891736"/>
                    <a:gd name="connsiteX21" fmla="*/ 273133 w 731153"/>
                    <a:gd name="connsiteY21" fmla="*/ 713238 h 891736"/>
                    <a:gd name="connsiteX22" fmla="*/ 281801 w 731153"/>
                    <a:gd name="connsiteY22" fmla="*/ 750291 h 891736"/>
                    <a:gd name="connsiteX23" fmla="*/ 286945 w 731153"/>
                    <a:gd name="connsiteY23" fmla="*/ 774770 h 891736"/>
                    <a:gd name="connsiteX24" fmla="*/ 273419 w 731153"/>
                    <a:gd name="connsiteY24" fmla="*/ 746671 h 891736"/>
                    <a:gd name="connsiteX25" fmla="*/ 192552 w 731153"/>
                    <a:gd name="connsiteY25" fmla="*/ 697903 h 891736"/>
                    <a:gd name="connsiteX26" fmla="*/ 169120 w 731153"/>
                    <a:gd name="connsiteY26" fmla="*/ 740204 h 891736"/>
                    <a:gd name="connsiteX27" fmla="*/ 170263 w 731153"/>
                    <a:gd name="connsiteY27" fmla="*/ 743528 h 891736"/>
                    <a:gd name="connsiteX28" fmla="*/ 217888 w 731153"/>
                    <a:gd name="connsiteY28" fmla="*/ 780580 h 891736"/>
                    <a:gd name="connsiteX29" fmla="*/ 288469 w 731153"/>
                    <a:gd name="connsiteY29" fmla="*/ 780580 h 891736"/>
                    <a:gd name="connsiteX30" fmla="*/ 295803 w 731153"/>
                    <a:gd name="connsiteY30" fmla="*/ 819347 h 891736"/>
                    <a:gd name="connsiteX31" fmla="*/ 306947 w 731153"/>
                    <a:gd name="connsiteY31" fmla="*/ 891737 h 891736"/>
                    <a:gd name="connsiteX32" fmla="*/ 325997 w 731153"/>
                    <a:gd name="connsiteY32" fmla="*/ 891737 h 891736"/>
                    <a:gd name="connsiteX33" fmla="*/ 312662 w 731153"/>
                    <a:gd name="connsiteY33" fmla="*/ 816299 h 891736"/>
                    <a:gd name="connsiteX34" fmla="*/ 303137 w 731153"/>
                    <a:gd name="connsiteY34" fmla="*/ 773341 h 891736"/>
                    <a:gd name="connsiteX35" fmla="*/ 342571 w 731153"/>
                    <a:gd name="connsiteY35" fmla="*/ 754767 h 891736"/>
                    <a:gd name="connsiteX36" fmla="*/ 399721 w 731153"/>
                    <a:gd name="connsiteY36" fmla="*/ 791819 h 891736"/>
                    <a:gd name="connsiteX37" fmla="*/ 384385 w 731153"/>
                    <a:gd name="connsiteY37" fmla="*/ 828205 h 891736"/>
                    <a:gd name="connsiteX38" fmla="*/ 355239 w 731153"/>
                    <a:gd name="connsiteY38" fmla="*/ 891737 h 891736"/>
                    <a:gd name="connsiteX39" fmla="*/ 375718 w 731153"/>
                    <a:gd name="connsiteY39" fmla="*/ 891737 h 891736"/>
                    <a:gd name="connsiteX40" fmla="*/ 400102 w 731153"/>
                    <a:gd name="connsiteY40" fmla="*/ 834587 h 891736"/>
                    <a:gd name="connsiteX41" fmla="*/ 416199 w 731153"/>
                    <a:gd name="connsiteY41" fmla="*/ 793725 h 891736"/>
                    <a:gd name="connsiteX42" fmla="*/ 486589 w 731153"/>
                    <a:gd name="connsiteY42" fmla="*/ 799154 h 891736"/>
                    <a:gd name="connsiteX43" fmla="*/ 536499 w 731153"/>
                    <a:gd name="connsiteY43" fmla="*/ 765816 h 891736"/>
                    <a:gd name="connsiteX44" fmla="*/ 520783 w 731153"/>
                    <a:gd name="connsiteY44" fmla="*/ 720087 h 891736"/>
                    <a:gd name="connsiteX45" fmla="*/ 517449 w 731153"/>
                    <a:gd name="connsiteY45" fmla="*/ 718668 h 891736"/>
                    <a:gd name="connsiteX46" fmla="*/ 433153 w 731153"/>
                    <a:gd name="connsiteY46" fmla="*/ 761244 h 891736"/>
                    <a:gd name="connsiteX47" fmla="*/ 418866 w 731153"/>
                    <a:gd name="connsiteY47" fmla="*/ 785914 h 891736"/>
                    <a:gd name="connsiteX48" fmla="*/ 425438 w 731153"/>
                    <a:gd name="connsiteY48" fmla="*/ 768483 h 891736"/>
                    <a:gd name="connsiteX49" fmla="*/ 438106 w 731153"/>
                    <a:gd name="connsiteY49" fmla="*/ 731717 h 891736"/>
                    <a:gd name="connsiteX50" fmla="*/ 443821 w 731153"/>
                    <a:gd name="connsiteY50" fmla="*/ 712667 h 891736"/>
                    <a:gd name="connsiteX51" fmla="*/ 448965 w 731153"/>
                    <a:gd name="connsiteY51" fmla="*/ 692664 h 891736"/>
                    <a:gd name="connsiteX52" fmla="*/ 458490 w 731153"/>
                    <a:gd name="connsiteY52" fmla="*/ 645039 h 891736"/>
                    <a:gd name="connsiteX53" fmla="*/ 525165 w 731153"/>
                    <a:gd name="connsiteY53" fmla="*/ 660375 h 891736"/>
                    <a:gd name="connsiteX54" fmla="*/ 579457 w 731153"/>
                    <a:gd name="connsiteY54" fmla="*/ 634943 h 891736"/>
                    <a:gd name="connsiteX55" fmla="*/ 571294 w 731153"/>
                    <a:gd name="connsiteY55" fmla="*/ 587546 h 891736"/>
                    <a:gd name="connsiteX56" fmla="*/ 568027 w 731153"/>
                    <a:gd name="connsiteY56" fmla="*/ 585508 h 891736"/>
                    <a:gd name="connsiteX57" fmla="*/ 478302 w 731153"/>
                    <a:gd name="connsiteY57" fmla="*/ 614845 h 891736"/>
                    <a:gd name="connsiteX58" fmla="*/ 459252 w 731153"/>
                    <a:gd name="connsiteY58" fmla="*/ 638562 h 891736"/>
                    <a:gd name="connsiteX59" fmla="*/ 463633 w 731153"/>
                    <a:gd name="connsiteY59" fmla="*/ 609225 h 891736"/>
                    <a:gd name="connsiteX60" fmla="*/ 472682 w 731153"/>
                    <a:gd name="connsiteY60" fmla="*/ 522643 h 891736"/>
                    <a:gd name="connsiteX61" fmla="*/ 475444 w 731153"/>
                    <a:gd name="connsiteY61" fmla="*/ 496068 h 891736"/>
                    <a:gd name="connsiteX62" fmla="*/ 544596 w 731153"/>
                    <a:gd name="connsiteY62" fmla="*/ 512356 h 891736"/>
                    <a:gd name="connsiteX63" fmla="*/ 598888 w 731153"/>
                    <a:gd name="connsiteY63" fmla="*/ 486924 h 891736"/>
                    <a:gd name="connsiteX64" fmla="*/ 590554 w 731153"/>
                    <a:gd name="connsiteY64" fmla="*/ 439423 h 891736"/>
                    <a:gd name="connsiteX65" fmla="*/ 587458 w 731153"/>
                    <a:gd name="connsiteY65" fmla="*/ 437490 h 891736"/>
                    <a:gd name="connsiteX66" fmla="*/ 497638 w 731153"/>
                    <a:gd name="connsiteY66" fmla="*/ 466731 h 891736"/>
                    <a:gd name="connsiteX67" fmla="*/ 475635 w 731153"/>
                    <a:gd name="connsiteY67" fmla="*/ 494544 h 891736"/>
                    <a:gd name="connsiteX68" fmla="*/ 482874 w 731153"/>
                    <a:gd name="connsiteY68" fmla="*/ 436632 h 891736"/>
                    <a:gd name="connsiteX69" fmla="*/ 499447 w 731153"/>
                    <a:gd name="connsiteY69" fmla="*/ 360432 h 891736"/>
                    <a:gd name="connsiteX70" fmla="*/ 568980 w 731153"/>
                    <a:gd name="connsiteY70" fmla="*/ 376815 h 891736"/>
                    <a:gd name="connsiteX71" fmla="*/ 623272 w 731153"/>
                    <a:gd name="connsiteY71" fmla="*/ 351384 h 891736"/>
                    <a:gd name="connsiteX72" fmla="*/ 614938 w 731153"/>
                    <a:gd name="connsiteY72" fmla="*/ 303882 h 891736"/>
                    <a:gd name="connsiteX73" fmla="*/ 611842 w 731153"/>
                    <a:gd name="connsiteY73" fmla="*/ 301949 h 891736"/>
                    <a:gd name="connsiteX74" fmla="*/ 522117 w 731153"/>
                    <a:gd name="connsiteY74" fmla="*/ 331191 h 891736"/>
                    <a:gd name="connsiteX75" fmla="*/ 499733 w 731153"/>
                    <a:gd name="connsiteY75" fmla="*/ 359766 h 891736"/>
                    <a:gd name="connsiteX76" fmla="*/ 500876 w 731153"/>
                    <a:gd name="connsiteY76" fmla="*/ 355384 h 891736"/>
                    <a:gd name="connsiteX77" fmla="*/ 531070 w 731153"/>
                    <a:gd name="connsiteY77" fmla="*/ 283375 h 891736"/>
                    <a:gd name="connsiteX78" fmla="*/ 551644 w 731153"/>
                    <a:gd name="connsiteY78" fmla="*/ 247275 h 891736"/>
                    <a:gd name="connsiteX79" fmla="*/ 617462 w 731153"/>
                    <a:gd name="connsiteY79" fmla="*/ 270421 h 891736"/>
                    <a:gd name="connsiteX80" fmla="*/ 674612 w 731153"/>
                    <a:gd name="connsiteY80" fmla="*/ 251371 h 891736"/>
                    <a:gd name="connsiteX81" fmla="*/ 671650 w 731153"/>
                    <a:gd name="connsiteY81" fmla="*/ 203375 h 891736"/>
                    <a:gd name="connsiteX82" fmla="*/ 668611 w 731153"/>
                    <a:gd name="connsiteY82" fmla="*/ 200984 h 891736"/>
                    <a:gd name="connsiteX83" fmla="*/ 576219 w 731153"/>
                    <a:gd name="connsiteY83" fmla="*/ 220034 h 891736"/>
                    <a:gd name="connsiteX84" fmla="*/ 557740 w 731153"/>
                    <a:gd name="connsiteY84" fmla="*/ 238417 h 891736"/>
                    <a:gd name="connsiteX85" fmla="*/ 567265 w 731153"/>
                    <a:gd name="connsiteY85" fmla="*/ 223177 h 891736"/>
                    <a:gd name="connsiteX86" fmla="*/ 602317 w 731153"/>
                    <a:gd name="connsiteY86" fmla="*/ 175552 h 891736"/>
                    <a:gd name="connsiteX87" fmla="*/ 619939 w 731153"/>
                    <a:gd name="connsiteY87" fmla="*/ 154121 h 891736"/>
                    <a:gd name="connsiteX88" fmla="*/ 688614 w 731153"/>
                    <a:gd name="connsiteY88" fmla="*/ 144596 h 891736"/>
                    <a:gd name="connsiteX89" fmla="*/ 730143 w 731153"/>
                    <a:gd name="connsiteY89" fmla="*/ 101352 h 891736"/>
                    <a:gd name="connsiteX90" fmla="*/ 705254 w 731153"/>
                    <a:gd name="connsiteY90" fmla="*/ 60052 h 891736"/>
                    <a:gd name="connsiteX91" fmla="*/ 701568 w 731153"/>
                    <a:gd name="connsiteY91" fmla="*/ 59347 h 891736"/>
                    <a:gd name="connsiteX92" fmla="*/ 628321 w 731153"/>
                    <a:gd name="connsiteY92" fmla="*/ 119069 h 891736"/>
                    <a:gd name="connsiteX93" fmla="*/ 617462 w 731153"/>
                    <a:gd name="connsiteY93" fmla="*/ 154502 h 891736"/>
                    <a:gd name="connsiteX94" fmla="*/ 618129 w 731153"/>
                    <a:gd name="connsiteY94" fmla="*/ 154502 h 891736"/>
                    <a:gd name="connsiteX95" fmla="*/ 600793 w 731153"/>
                    <a:gd name="connsiteY95" fmla="*/ 174790 h 891736"/>
                    <a:gd name="connsiteX96" fmla="*/ 564598 w 731153"/>
                    <a:gd name="connsiteY96" fmla="*/ 222415 h 891736"/>
                    <a:gd name="connsiteX97" fmla="*/ 526974 w 731153"/>
                    <a:gd name="connsiteY97" fmla="*/ 282327 h 891736"/>
                    <a:gd name="connsiteX98" fmla="*/ 494875 w 731153"/>
                    <a:gd name="connsiteY98" fmla="*/ 354527 h 891736"/>
                    <a:gd name="connsiteX99" fmla="*/ 494875 w 731153"/>
                    <a:gd name="connsiteY99" fmla="*/ 355479 h 891736"/>
                    <a:gd name="connsiteX100" fmla="*/ 494875 w 731153"/>
                    <a:gd name="connsiteY100" fmla="*/ 321570 h 891736"/>
                    <a:gd name="connsiteX101" fmla="*/ 441821 w 731153"/>
                    <a:gd name="connsiteY101" fmla="*/ 243465 h 891736"/>
                    <a:gd name="connsiteX102" fmla="*/ 402854 w 731153"/>
                    <a:gd name="connsiteY102" fmla="*/ 271879 h 891736"/>
                    <a:gd name="connsiteX103" fmla="*/ 402483 w 731153"/>
                    <a:gd name="connsiteY103" fmla="*/ 275565 h 891736"/>
                    <a:gd name="connsiteX104" fmla="*/ 429820 w 731153"/>
                    <a:gd name="connsiteY104" fmla="*/ 328905 h 891736"/>
                    <a:gd name="connsiteX105" fmla="*/ 494494 w 731153"/>
                    <a:gd name="connsiteY105" fmla="*/ 358432 h 891736"/>
                    <a:gd name="connsiteX106" fmla="*/ 475444 w 731153"/>
                    <a:gd name="connsiteY106" fmla="*/ 436727 h 891736"/>
                    <a:gd name="connsiteX107" fmla="*/ 468301 w 731153"/>
                    <a:gd name="connsiteY107" fmla="*/ 483400 h 891736"/>
                    <a:gd name="connsiteX108" fmla="*/ 468301 w 731153"/>
                    <a:gd name="connsiteY108" fmla="*/ 468732 h 891736"/>
                    <a:gd name="connsiteX109" fmla="*/ 415246 w 731153"/>
                    <a:gd name="connsiteY109" fmla="*/ 390627 h 891736"/>
                    <a:gd name="connsiteX110" fmla="*/ 376280 w 731153"/>
                    <a:gd name="connsiteY110" fmla="*/ 419030 h 891736"/>
                    <a:gd name="connsiteX111" fmla="*/ 375908 w 731153"/>
                    <a:gd name="connsiteY111" fmla="*/ 422631 h 891736"/>
                    <a:gd name="connsiteX112" fmla="*/ 403245 w 731153"/>
                    <a:gd name="connsiteY112" fmla="*/ 476066 h 891736"/>
                    <a:gd name="connsiteX113" fmla="*/ 465919 w 731153"/>
                    <a:gd name="connsiteY113" fmla="*/ 504641 h 891736"/>
                    <a:gd name="connsiteX114" fmla="*/ 463633 w 731153"/>
                    <a:gd name="connsiteY114" fmla="*/ 522738 h 891736"/>
                    <a:gd name="connsiteX115" fmla="*/ 452775 w 731153"/>
                    <a:gd name="connsiteY115" fmla="*/ 608463 h 891736"/>
                    <a:gd name="connsiteX116" fmla="*/ 447727 w 731153"/>
                    <a:gd name="connsiteY116" fmla="*/ 637895 h 891736"/>
                    <a:gd name="connsiteX117" fmla="*/ 447727 w 731153"/>
                    <a:gd name="connsiteY117" fmla="*/ 625132 h 891736"/>
                    <a:gd name="connsiteX118" fmla="*/ 394672 w 731153"/>
                    <a:gd name="connsiteY118" fmla="*/ 546932 h 891736"/>
                    <a:gd name="connsiteX119" fmla="*/ 355686 w 731153"/>
                    <a:gd name="connsiteY119" fmla="*/ 575545 h 891736"/>
                    <a:gd name="connsiteX120" fmla="*/ 355334 w 731153"/>
                    <a:gd name="connsiteY120" fmla="*/ 579031 h 891736"/>
                    <a:gd name="connsiteX121" fmla="*/ 382766 w 731153"/>
                    <a:gd name="connsiteY121" fmla="*/ 632371 h 891736"/>
                    <a:gd name="connsiteX122" fmla="*/ 443536 w 731153"/>
                    <a:gd name="connsiteY122" fmla="*/ 660946 h 891736"/>
                    <a:gd name="connsiteX123" fmla="*/ 436868 w 731153"/>
                    <a:gd name="connsiteY123" fmla="*/ 690378 h 891736"/>
                    <a:gd name="connsiteX124" fmla="*/ 431534 w 731153"/>
                    <a:gd name="connsiteY124" fmla="*/ 709428 h 891736"/>
                    <a:gd name="connsiteX125" fmla="*/ 425438 w 731153"/>
                    <a:gd name="connsiteY125" fmla="*/ 728478 h 891736"/>
                    <a:gd name="connsiteX126" fmla="*/ 412198 w 731153"/>
                    <a:gd name="connsiteY126" fmla="*/ 764197 h 891736"/>
                    <a:gd name="connsiteX127" fmla="*/ 402673 w 731153"/>
                    <a:gd name="connsiteY127" fmla="*/ 787438 h 891736"/>
                    <a:gd name="connsiteX128" fmla="*/ 406864 w 731153"/>
                    <a:gd name="connsiteY128" fmla="*/ 756482 h 891736"/>
                    <a:gd name="connsiteX129" fmla="*/ 389148 w 731153"/>
                    <a:gd name="connsiteY129" fmla="*/ 692093 h 891736"/>
                    <a:gd name="connsiteX130" fmla="*/ 388672 w 731153"/>
                    <a:gd name="connsiteY130" fmla="*/ 684568 h 891736"/>
                    <a:gd name="connsiteX131" fmla="*/ 350095 w 731153"/>
                    <a:gd name="connsiteY131" fmla="*/ 655403 h 891736"/>
                    <a:gd name="connsiteX132" fmla="*/ 346952 w 731153"/>
                    <a:gd name="connsiteY132" fmla="*/ 655993 h 891736"/>
                    <a:gd name="connsiteX133" fmla="*/ 300089 w 731153"/>
                    <a:gd name="connsiteY133" fmla="*/ 738003 h 891736"/>
                    <a:gd name="connsiteX134" fmla="*/ 301804 w 731153"/>
                    <a:gd name="connsiteY134" fmla="*/ 766578 h 891736"/>
                    <a:gd name="connsiteX135" fmla="*/ 297613 w 731153"/>
                    <a:gd name="connsiteY135" fmla="*/ 748386 h 891736"/>
                    <a:gd name="connsiteX136" fmla="*/ 288088 w 731153"/>
                    <a:gd name="connsiteY136" fmla="*/ 710762 h 891736"/>
                    <a:gd name="connsiteX137" fmla="*/ 282277 w 731153"/>
                    <a:gd name="connsiteY137" fmla="*/ 691712 h 891736"/>
                    <a:gd name="connsiteX138" fmla="*/ 275514 w 731153"/>
                    <a:gd name="connsiteY138" fmla="*/ 672186 h 891736"/>
                    <a:gd name="connsiteX139" fmla="*/ 257036 w 731153"/>
                    <a:gd name="connsiteY139" fmla="*/ 627228 h 891736"/>
                    <a:gd name="connsiteX140" fmla="*/ 321235 w 731153"/>
                    <a:gd name="connsiteY140" fmla="*/ 603129 h 891736"/>
                    <a:gd name="connsiteX141" fmla="*/ 352572 w 731153"/>
                    <a:gd name="connsiteY141" fmla="*/ 551980 h 891736"/>
                    <a:gd name="connsiteX142" fmla="*/ 319253 w 731153"/>
                    <a:gd name="connsiteY142" fmla="*/ 516928 h 891736"/>
                    <a:gd name="connsiteX143" fmla="*/ 315710 w 731153"/>
                    <a:gd name="connsiteY143" fmla="*/ 517023 h 891736"/>
                    <a:gd name="connsiteX144" fmla="*/ 257036 w 731153"/>
                    <a:gd name="connsiteY144" fmla="*/ 591033 h 891736"/>
                    <a:gd name="connsiteX145" fmla="*/ 254274 w 731153"/>
                    <a:gd name="connsiteY145" fmla="*/ 621227 h 891736"/>
                    <a:gd name="connsiteX146" fmla="*/ 241701 w 731153"/>
                    <a:gd name="connsiteY146" fmla="*/ 594366 h 891736"/>
                    <a:gd name="connsiteX147" fmla="*/ 201505 w 731153"/>
                    <a:gd name="connsiteY147" fmla="*/ 517214 h 891736"/>
                    <a:gd name="connsiteX148" fmla="*/ 189123 w 731153"/>
                    <a:gd name="connsiteY148" fmla="*/ 493592 h 891736"/>
                    <a:gd name="connsiteX149" fmla="*/ 255798 w 731153"/>
                    <a:gd name="connsiteY149" fmla="*/ 468922 h 891736"/>
                    <a:gd name="connsiteX150" fmla="*/ 287135 w 731153"/>
                    <a:gd name="connsiteY150" fmla="*/ 417773 h 891736"/>
                    <a:gd name="connsiteX151" fmla="*/ 253817 w 731153"/>
                    <a:gd name="connsiteY151" fmla="*/ 382721 h 891736"/>
                    <a:gd name="connsiteX152" fmla="*/ 250273 w 731153"/>
                    <a:gd name="connsiteY152" fmla="*/ 382816 h 891736"/>
                    <a:gd name="connsiteX153" fmla="*/ 191599 w 731153"/>
                    <a:gd name="connsiteY153" fmla="*/ 456825 h 891736"/>
                    <a:gd name="connsiteX154" fmla="*/ 188551 w 731153"/>
                    <a:gd name="connsiteY154" fmla="*/ 492163 h 891736"/>
                    <a:gd name="connsiteX155" fmla="*/ 162643 w 731153"/>
                    <a:gd name="connsiteY155" fmla="*/ 439871 h 891736"/>
                    <a:gd name="connsiteX156" fmla="*/ 134545 w 731153"/>
                    <a:gd name="connsiteY156" fmla="*/ 367195 h 891736"/>
                    <a:gd name="connsiteX157" fmla="*/ 201220 w 731153"/>
                    <a:gd name="connsiteY157" fmla="*/ 342525 h 891736"/>
                    <a:gd name="connsiteX158" fmla="*/ 232462 w 731153"/>
                    <a:gd name="connsiteY158" fmla="*/ 291376 h 891736"/>
                    <a:gd name="connsiteX159" fmla="*/ 199334 w 731153"/>
                    <a:gd name="connsiteY159" fmla="*/ 256324 h 891736"/>
                    <a:gd name="connsiteX160" fmla="*/ 195695 w 731153"/>
                    <a:gd name="connsiteY160" fmla="*/ 256419 h 891736"/>
                    <a:gd name="connsiteX161" fmla="*/ 136926 w 731153"/>
                    <a:gd name="connsiteY161" fmla="*/ 330333 h 891736"/>
                    <a:gd name="connsiteX162" fmla="*/ 133878 w 731153"/>
                    <a:gd name="connsiteY162" fmla="*/ 366243 h 891736"/>
                    <a:gd name="connsiteX163" fmla="*/ 132354 w 731153"/>
                    <a:gd name="connsiteY163" fmla="*/ 361861 h 891736"/>
                    <a:gd name="connsiteX164" fmla="*/ 117780 w 731153"/>
                    <a:gd name="connsiteY164" fmla="*/ 285185 h 891736"/>
                    <a:gd name="connsiteX165" fmla="*/ 115018 w 731153"/>
                    <a:gd name="connsiteY165" fmla="*/ 243751 h 891736"/>
                    <a:gd name="connsiteX166" fmla="*/ 182741 w 731153"/>
                    <a:gd name="connsiteY166" fmla="*/ 226701 h 891736"/>
                    <a:gd name="connsiteX167" fmla="*/ 219412 w 731153"/>
                    <a:gd name="connsiteY167" fmla="*/ 179076 h 891736"/>
                    <a:gd name="connsiteX168" fmla="*/ 190323 w 731153"/>
                    <a:gd name="connsiteY168" fmla="*/ 140614 h 891736"/>
                    <a:gd name="connsiteX169" fmla="*/ 186646 w 731153"/>
                    <a:gd name="connsiteY169" fmla="*/ 140310 h 891736"/>
                    <a:gd name="connsiteX170" fmla="*/ 119971 w 731153"/>
                    <a:gd name="connsiteY170" fmla="*/ 206985 h 891736"/>
                    <a:gd name="connsiteX171" fmla="*/ 114732 w 731153"/>
                    <a:gd name="connsiteY171" fmla="*/ 232607 h 891736"/>
                    <a:gd name="connsiteX172" fmla="*/ 114732 w 731153"/>
                    <a:gd name="connsiteY172" fmla="*/ 214509 h 891736"/>
                    <a:gd name="connsiteX173" fmla="*/ 117495 w 731153"/>
                    <a:gd name="connsiteY173" fmla="*/ 155073 h 891736"/>
                    <a:gd name="connsiteX174" fmla="*/ 120352 w 731153"/>
                    <a:gd name="connsiteY174" fmla="*/ 127546 h 891736"/>
                    <a:gd name="connsiteX175" fmla="*/ 172263 w 731153"/>
                    <a:gd name="connsiteY175" fmla="*/ 81445 h 891736"/>
                    <a:gd name="connsiteX176" fmla="*/ 182931 w 731153"/>
                    <a:gd name="connsiteY176" fmla="*/ 22485 h 891736"/>
                    <a:gd name="connsiteX177" fmla="*/ 139412 w 731153"/>
                    <a:gd name="connsiteY177" fmla="*/ 2026 h 891736"/>
                    <a:gd name="connsiteX178" fmla="*/ 136069 w 731153"/>
                    <a:gd name="connsiteY178" fmla="*/ 3435 h 891736"/>
                    <a:gd name="connsiteX179" fmla="*/ 107970 w 731153"/>
                    <a:gd name="connsiteY179" fmla="*/ 93542 h 891736"/>
                    <a:gd name="connsiteX180" fmla="*/ 118447 w 731153"/>
                    <a:gd name="connsiteY180" fmla="*/ 129165 h 891736"/>
                    <a:gd name="connsiteX181" fmla="*/ 118923 w 731153"/>
                    <a:gd name="connsiteY181" fmla="*/ 129165 h 891736"/>
                    <a:gd name="connsiteX182" fmla="*/ 115685 w 731153"/>
                    <a:gd name="connsiteY182" fmla="*/ 155550 h 891736"/>
                    <a:gd name="connsiteX183" fmla="*/ 111589 w 731153"/>
                    <a:gd name="connsiteY183" fmla="*/ 215081 h 891736"/>
                    <a:gd name="connsiteX184" fmla="*/ 113208 w 731153"/>
                    <a:gd name="connsiteY184" fmla="*/ 285756 h 891736"/>
                    <a:gd name="connsiteX185" fmla="*/ 126353 w 731153"/>
                    <a:gd name="connsiteY185" fmla="*/ 363671 h 891736"/>
                    <a:gd name="connsiteX186" fmla="*/ 126353 w 731153"/>
                    <a:gd name="connsiteY186" fmla="*/ 364623 h 891736"/>
                    <a:gd name="connsiteX187" fmla="*/ 107303 w 731153"/>
                    <a:gd name="connsiteY187" fmla="*/ 336620 h 891736"/>
                    <a:gd name="connsiteX188" fmla="*/ 19959 w 731153"/>
                    <a:gd name="connsiteY188" fmla="*/ 300710 h 891736"/>
                    <a:gd name="connsiteX189" fmla="*/ 3081 w 731153"/>
                    <a:gd name="connsiteY189" fmla="*/ 345888 h 891736"/>
                    <a:gd name="connsiteX190" fmla="*/ 4814 w 731153"/>
                    <a:gd name="connsiteY190" fmla="*/ 349193 h 891736"/>
                    <a:gd name="connsiteX191" fmla="*/ 56630 w 731153"/>
                    <a:gd name="connsiteY191" fmla="*/ 376244 h 8917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</a:cxnLst>
                  <a:rect l="l" t="t" r="r" b="b"/>
                  <a:pathLst>
                    <a:path w="731153" h="891736">
                      <a:moveTo>
                        <a:pt x="56630" y="376244"/>
                      </a:moveTo>
                      <a:cubicBezTo>
                        <a:pt x="78061" y="379292"/>
                        <a:pt x="123305" y="366243"/>
                        <a:pt x="126829" y="365195"/>
                      </a:cubicBezTo>
                      <a:cubicBezTo>
                        <a:pt x="134278" y="391008"/>
                        <a:pt x="143403" y="416306"/>
                        <a:pt x="154166" y="440919"/>
                      </a:cubicBezTo>
                      <a:cubicBezTo>
                        <a:pt x="160357" y="455301"/>
                        <a:pt x="167120" y="469494"/>
                        <a:pt x="173978" y="483876"/>
                      </a:cubicBezTo>
                      <a:cubicBezTo>
                        <a:pt x="169882" y="477780"/>
                        <a:pt x="166168" y="472446"/>
                        <a:pt x="165501" y="471780"/>
                      </a:cubicBezTo>
                      <a:cubicBezTo>
                        <a:pt x="148737" y="452253"/>
                        <a:pt x="104731" y="424155"/>
                        <a:pt x="78252" y="435870"/>
                      </a:cubicBezTo>
                      <a:cubicBezTo>
                        <a:pt x="61154" y="443633"/>
                        <a:pt x="53582" y="463788"/>
                        <a:pt x="61345" y="480886"/>
                      </a:cubicBezTo>
                      <a:cubicBezTo>
                        <a:pt x="61869" y="482047"/>
                        <a:pt x="62459" y="483171"/>
                        <a:pt x="63107" y="484257"/>
                      </a:cubicBezTo>
                      <a:cubicBezTo>
                        <a:pt x="72632" y="502069"/>
                        <a:pt x="96349" y="510927"/>
                        <a:pt x="115399" y="513690"/>
                      </a:cubicBezTo>
                      <a:cubicBezTo>
                        <a:pt x="134449" y="516452"/>
                        <a:pt x="173406" y="506165"/>
                        <a:pt x="183598" y="503212"/>
                      </a:cubicBezTo>
                      <a:cubicBezTo>
                        <a:pt x="186265" y="508641"/>
                        <a:pt x="188932" y="514166"/>
                        <a:pt x="191695" y="519595"/>
                      </a:cubicBezTo>
                      <a:cubicBezTo>
                        <a:pt x="204744" y="545598"/>
                        <a:pt x="217888" y="571506"/>
                        <a:pt x="229795" y="597319"/>
                      </a:cubicBezTo>
                      <a:cubicBezTo>
                        <a:pt x="234081" y="606368"/>
                        <a:pt x="237986" y="615512"/>
                        <a:pt x="241891" y="624656"/>
                      </a:cubicBezTo>
                      <a:cubicBezTo>
                        <a:pt x="238177" y="619227"/>
                        <a:pt x="235129" y="615131"/>
                        <a:pt x="234557" y="614178"/>
                      </a:cubicBezTo>
                      <a:cubicBezTo>
                        <a:pt x="217698" y="595128"/>
                        <a:pt x="173788" y="567030"/>
                        <a:pt x="147213" y="578269"/>
                      </a:cubicBezTo>
                      <a:cubicBezTo>
                        <a:pt x="130058" y="586156"/>
                        <a:pt x="122543" y="606463"/>
                        <a:pt x="130430" y="623618"/>
                      </a:cubicBezTo>
                      <a:cubicBezTo>
                        <a:pt x="130925" y="624694"/>
                        <a:pt x="131468" y="625742"/>
                        <a:pt x="132068" y="626751"/>
                      </a:cubicBezTo>
                      <a:cubicBezTo>
                        <a:pt x="141593" y="644563"/>
                        <a:pt x="165405" y="653326"/>
                        <a:pt x="184360" y="656088"/>
                      </a:cubicBezTo>
                      <a:cubicBezTo>
                        <a:pt x="203315" y="658851"/>
                        <a:pt x="238653" y="649516"/>
                        <a:pt x="251035" y="646563"/>
                      </a:cubicBezTo>
                      <a:cubicBezTo>
                        <a:pt x="254750" y="656088"/>
                        <a:pt x="258560" y="665613"/>
                        <a:pt x="261703" y="675138"/>
                      </a:cubicBezTo>
                      <a:cubicBezTo>
                        <a:pt x="263704" y="681520"/>
                        <a:pt x="266180" y="687616"/>
                        <a:pt x="267799" y="694188"/>
                      </a:cubicBezTo>
                      <a:cubicBezTo>
                        <a:pt x="269419" y="700761"/>
                        <a:pt x="271419" y="706952"/>
                        <a:pt x="273133" y="713238"/>
                      </a:cubicBezTo>
                      <a:cubicBezTo>
                        <a:pt x="276086" y="725526"/>
                        <a:pt x="279229" y="738194"/>
                        <a:pt x="281801" y="750291"/>
                      </a:cubicBezTo>
                      <a:cubicBezTo>
                        <a:pt x="283706" y="758673"/>
                        <a:pt x="285325" y="766769"/>
                        <a:pt x="286945" y="774770"/>
                      </a:cubicBezTo>
                      <a:cubicBezTo>
                        <a:pt x="282754" y="765721"/>
                        <a:pt x="274276" y="748100"/>
                        <a:pt x="273419" y="746671"/>
                      </a:cubicBezTo>
                      <a:cubicBezTo>
                        <a:pt x="259703" y="724859"/>
                        <a:pt x="220460" y="690855"/>
                        <a:pt x="192552" y="697903"/>
                      </a:cubicBezTo>
                      <a:cubicBezTo>
                        <a:pt x="174397" y="703113"/>
                        <a:pt x="163910" y="722058"/>
                        <a:pt x="169120" y="740204"/>
                      </a:cubicBezTo>
                      <a:cubicBezTo>
                        <a:pt x="169444" y="741337"/>
                        <a:pt x="169825" y="742442"/>
                        <a:pt x="170263" y="743528"/>
                      </a:cubicBezTo>
                      <a:cubicBezTo>
                        <a:pt x="177216" y="762578"/>
                        <a:pt x="198838" y="774960"/>
                        <a:pt x="217888" y="780580"/>
                      </a:cubicBezTo>
                      <a:cubicBezTo>
                        <a:pt x="238081" y="786676"/>
                        <a:pt x="282849" y="781056"/>
                        <a:pt x="288469" y="780580"/>
                      </a:cubicBezTo>
                      <a:cubicBezTo>
                        <a:pt x="291136" y="794010"/>
                        <a:pt x="293612" y="807060"/>
                        <a:pt x="295803" y="819347"/>
                      </a:cubicBezTo>
                      <a:cubicBezTo>
                        <a:pt x="300565" y="846684"/>
                        <a:pt x="304185" y="871068"/>
                        <a:pt x="306947" y="891737"/>
                      </a:cubicBezTo>
                      <a:lnTo>
                        <a:pt x="325997" y="891737"/>
                      </a:lnTo>
                      <a:cubicBezTo>
                        <a:pt x="322663" y="870306"/>
                        <a:pt x="318377" y="844874"/>
                        <a:pt x="312662" y="816299"/>
                      </a:cubicBezTo>
                      <a:cubicBezTo>
                        <a:pt x="309995" y="802678"/>
                        <a:pt x="306852" y="788200"/>
                        <a:pt x="303137" y="773341"/>
                      </a:cubicBezTo>
                      <a:cubicBezTo>
                        <a:pt x="316643" y="767940"/>
                        <a:pt x="329807" y="761740"/>
                        <a:pt x="342571" y="754767"/>
                      </a:cubicBezTo>
                      <a:cubicBezTo>
                        <a:pt x="357334" y="770769"/>
                        <a:pt x="395053" y="789438"/>
                        <a:pt x="399721" y="791819"/>
                      </a:cubicBezTo>
                      <a:cubicBezTo>
                        <a:pt x="394577" y="804488"/>
                        <a:pt x="389433" y="816775"/>
                        <a:pt x="384385" y="828205"/>
                      </a:cubicBezTo>
                      <a:cubicBezTo>
                        <a:pt x="373908" y="852303"/>
                        <a:pt x="364002" y="873639"/>
                        <a:pt x="355239" y="891737"/>
                      </a:cubicBezTo>
                      <a:lnTo>
                        <a:pt x="375718" y="891737"/>
                      </a:lnTo>
                      <a:cubicBezTo>
                        <a:pt x="383242" y="874973"/>
                        <a:pt x="391529" y="855923"/>
                        <a:pt x="400102" y="834587"/>
                      </a:cubicBezTo>
                      <a:cubicBezTo>
                        <a:pt x="405436" y="821728"/>
                        <a:pt x="410770" y="807917"/>
                        <a:pt x="416199" y="793725"/>
                      </a:cubicBezTo>
                      <a:cubicBezTo>
                        <a:pt x="421628" y="794868"/>
                        <a:pt x="465919" y="803821"/>
                        <a:pt x="486589" y="799154"/>
                      </a:cubicBezTo>
                      <a:cubicBezTo>
                        <a:pt x="505639" y="794963"/>
                        <a:pt x="528022" y="784390"/>
                        <a:pt x="536499" y="765816"/>
                      </a:cubicBezTo>
                      <a:cubicBezTo>
                        <a:pt x="544786" y="748843"/>
                        <a:pt x="537757" y="728374"/>
                        <a:pt x="520783" y="720087"/>
                      </a:cubicBezTo>
                      <a:cubicBezTo>
                        <a:pt x="519698" y="719554"/>
                        <a:pt x="518583" y="719077"/>
                        <a:pt x="517449" y="718668"/>
                      </a:cubicBezTo>
                      <a:cubicBezTo>
                        <a:pt x="490113" y="709143"/>
                        <a:pt x="448489" y="740575"/>
                        <a:pt x="433153" y="761244"/>
                      </a:cubicBezTo>
                      <a:cubicBezTo>
                        <a:pt x="432296" y="762483"/>
                        <a:pt x="423628" y="776770"/>
                        <a:pt x="418866" y="785914"/>
                      </a:cubicBezTo>
                      <a:cubicBezTo>
                        <a:pt x="421056" y="780104"/>
                        <a:pt x="423247" y="774484"/>
                        <a:pt x="425438" y="768483"/>
                      </a:cubicBezTo>
                      <a:cubicBezTo>
                        <a:pt x="429724" y="756577"/>
                        <a:pt x="433725" y="744576"/>
                        <a:pt x="438106" y="731717"/>
                      </a:cubicBezTo>
                      <a:lnTo>
                        <a:pt x="443821" y="712667"/>
                      </a:lnTo>
                      <a:cubicBezTo>
                        <a:pt x="445822" y="706285"/>
                        <a:pt x="447155" y="699427"/>
                        <a:pt x="448965" y="692664"/>
                      </a:cubicBezTo>
                      <a:cubicBezTo>
                        <a:pt x="452680" y="677139"/>
                        <a:pt x="455632" y="661136"/>
                        <a:pt x="458490" y="645039"/>
                      </a:cubicBezTo>
                      <a:cubicBezTo>
                        <a:pt x="468967" y="648849"/>
                        <a:pt x="506115" y="661803"/>
                        <a:pt x="525165" y="660375"/>
                      </a:cubicBezTo>
                      <a:cubicBezTo>
                        <a:pt x="544215" y="658946"/>
                        <a:pt x="568408" y="651993"/>
                        <a:pt x="579457" y="634943"/>
                      </a:cubicBezTo>
                      <a:cubicBezTo>
                        <a:pt x="590287" y="619598"/>
                        <a:pt x="586639" y="598386"/>
                        <a:pt x="571294" y="587546"/>
                      </a:cubicBezTo>
                      <a:cubicBezTo>
                        <a:pt x="570246" y="586813"/>
                        <a:pt x="569151" y="586127"/>
                        <a:pt x="568027" y="585508"/>
                      </a:cubicBezTo>
                      <a:cubicBezTo>
                        <a:pt x="542405" y="572364"/>
                        <a:pt x="496495" y="596652"/>
                        <a:pt x="478302" y="614845"/>
                      </a:cubicBezTo>
                      <a:cubicBezTo>
                        <a:pt x="477159" y="615988"/>
                        <a:pt x="465538" y="630466"/>
                        <a:pt x="459252" y="638562"/>
                      </a:cubicBezTo>
                      <a:cubicBezTo>
                        <a:pt x="460776" y="629037"/>
                        <a:pt x="462395" y="619512"/>
                        <a:pt x="463633" y="609225"/>
                      </a:cubicBezTo>
                      <a:cubicBezTo>
                        <a:pt x="467157" y="580650"/>
                        <a:pt x="469824" y="551599"/>
                        <a:pt x="472682" y="522643"/>
                      </a:cubicBezTo>
                      <a:cubicBezTo>
                        <a:pt x="473539" y="513785"/>
                        <a:pt x="474492" y="504927"/>
                        <a:pt x="475444" y="496068"/>
                      </a:cubicBezTo>
                      <a:cubicBezTo>
                        <a:pt x="479159" y="497497"/>
                        <a:pt x="523069" y="513785"/>
                        <a:pt x="544596" y="512356"/>
                      </a:cubicBezTo>
                      <a:cubicBezTo>
                        <a:pt x="563646" y="510927"/>
                        <a:pt x="587744" y="503974"/>
                        <a:pt x="598888" y="486924"/>
                      </a:cubicBezTo>
                      <a:cubicBezTo>
                        <a:pt x="609709" y="471503"/>
                        <a:pt x="605975" y="450244"/>
                        <a:pt x="590554" y="439423"/>
                      </a:cubicBezTo>
                      <a:cubicBezTo>
                        <a:pt x="589563" y="438728"/>
                        <a:pt x="588525" y="438080"/>
                        <a:pt x="587458" y="437490"/>
                      </a:cubicBezTo>
                      <a:cubicBezTo>
                        <a:pt x="561836" y="424250"/>
                        <a:pt x="515926" y="448539"/>
                        <a:pt x="497638" y="466731"/>
                      </a:cubicBezTo>
                      <a:cubicBezTo>
                        <a:pt x="496304" y="468065"/>
                        <a:pt x="479635" y="489020"/>
                        <a:pt x="475635" y="494544"/>
                      </a:cubicBezTo>
                      <a:cubicBezTo>
                        <a:pt x="477635" y="475018"/>
                        <a:pt x="479921" y="455682"/>
                        <a:pt x="482874" y="436632"/>
                      </a:cubicBezTo>
                      <a:cubicBezTo>
                        <a:pt x="486788" y="410905"/>
                        <a:pt x="492322" y="385454"/>
                        <a:pt x="499447" y="360432"/>
                      </a:cubicBezTo>
                      <a:cubicBezTo>
                        <a:pt x="501162" y="361099"/>
                        <a:pt x="547072" y="378339"/>
                        <a:pt x="568980" y="376815"/>
                      </a:cubicBezTo>
                      <a:cubicBezTo>
                        <a:pt x="588030" y="375482"/>
                        <a:pt x="612223" y="368433"/>
                        <a:pt x="623272" y="351384"/>
                      </a:cubicBezTo>
                      <a:cubicBezTo>
                        <a:pt x="634093" y="335963"/>
                        <a:pt x="630359" y="314703"/>
                        <a:pt x="614938" y="303882"/>
                      </a:cubicBezTo>
                      <a:cubicBezTo>
                        <a:pt x="613947" y="303187"/>
                        <a:pt x="612909" y="302539"/>
                        <a:pt x="611842" y="301949"/>
                      </a:cubicBezTo>
                      <a:cubicBezTo>
                        <a:pt x="586220" y="288709"/>
                        <a:pt x="540310" y="313093"/>
                        <a:pt x="522117" y="331191"/>
                      </a:cubicBezTo>
                      <a:cubicBezTo>
                        <a:pt x="520688" y="332619"/>
                        <a:pt x="503067" y="355098"/>
                        <a:pt x="499733" y="359766"/>
                      </a:cubicBezTo>
                      <a:cubicBezTo>
                        <a:pt x="499733" y="358337"/>
                        <a:pt x="500495" y="356813"/>
                        <a:pt x="500876" y="355384"/>
                      </a:cubicBezTo>
                      <a:cubicBezTo>
                        <a:pt x="508763" y="330524"/>
                        <a:pt x="518869" y="306426"/>
                        <a:pt x="531070" y="283375"/>
                      </a:cubicBezTo>
                      <a:cubicBezTo>
                        <a:pt x="537547" y="270516"/>
                        <a:pt x="544596" y="258610"/>
                        <a:pt x="551644" y="247275"/>
                      </a:cubicBezTo>
                      <a:cubicBezTo>
                        <a:pt x="559836" y="251371"/>
                        <a:pt x="597364" y="269564"/>
                        <a:pt x="617462" y="270421"/>
                      </a:cubicBezTo>
                      <a:cubicBezTo>
                        <a:pt x="637560" y="271278"/>
                        <a:pt x="661277" y="266802"/>
                        <a:pt x="674612" y="251371"/>
                      </a:cubicBezTo>
                      <a:cubicBezTo>
                        <a:pt x="687052" y="237303"/>
                        <a:pt x="685718" y="215805"/>
                        <a:pt x="671650" y="203375"/>
                      </a:cubicBezTo>
                      <a:cubicBezTo>
                        <a:pt x="670678" y="202517"/>
                        <a:pt x="669669" y="201727"/>
                        <a:pt x="668611" y="200984"/>
                      </a:cubicBezTo>
                      <a:cubicBezTo>
                        <a:pt x="644608" y="184982"/>
                        <a:pt x="596316" y="204222"/>
                        <a:pt x="576219" y="220034"/>
                      </a:cubicBezTo>
                      <a:cubicBezTo>
                        <a:pt x="575171" y="220891"/>
                        <a:pt x="564979" y="230987"/>
                        <a:pt x="557740" y="238417"/>
                      </a:cubicBezTo>
                      <a:cubicBezTo>
                        <a:pt x="560979" y="233369"/>
                        <a:pt x="564217" y="228035"/>
                        <a:pt x="567265" y="223177"/>
                      </a:cubicBezTo>
                      <a:cubicBezTo>
                        <a:pt x="579362" y="205080"/>
                        <a:pt x="591459" y="189173"/>
                        <a:pt x="602317" y="175552"/>
                      </a:cubicBezTo>
                      <a:cubicBezTo>
                        <a:pt x="608604" y="167646"/>
                        <a:pt x="614414" y="160693"/>
                        <a:pt x="619939" y="154121"/>
                      </a:cubicBezTo>
                      <a:cubicBezTo>
                        <a:pt x="630035" y="154121"/>
                        <a:pt x="670802" y="152692"/>
                        <a:pt x="688614" y="144596"/>
                      </a:cubicBezTo>
                      <a:cubicBezTo>
                        <a:pt x="706426" y="136500"/>
                        <a:pt x="725952" y="121260"/>
                        <a:pt x="730143" y="101352"/>
                      </a:cubicBezTo>
                      <a:cubicBezTo>
                        <a:pt x="734677" y="83074"/>
                        <a:pt x="723532" y="64576"/>
                        <a:pt x="705254" y="60052"/>
                      </a:cubicBezTo>
                      <a:cubicBezTo>
                        <a:pt x="704035" y="59747"/>
                        <a:pt x="702806" y="59509"/>
                        <a:pt x="701568" y="59347"/>
                      </a:cubicBezTo>
                      <a:cubicBezTo>
                        <a:pt x="672993" y="56299"/>
                        <a:pt x="638798" y="95542"/>
                        <a:pt x="628321" y="119069"/>
                      </a:cubicBezTo>
                      <a:cubicBezTo>
                        <a:pt x="627463" y="121069"/>
                        <a:pt x="616986" y="154502"/>
                        <a:pt x="617462" y="154502"/>
                      </a:cubicBezTo>
                      <a:lnTo>
                        <a:pt x="618129" y="154502"/>
                      </a:lnTo>
                      <a:cubicBezTo>
                        <a:pt x="612699" y="160693"/>
                        <a:pt x="606889" y="167360"/>
                        <a:pt x="600793" y="174790"/>
                      </a:cubicBezTo>
                      <a:cubicBezTo>
                        <a:pt x="589554" y="188506"/>
                        <a:pt x="577076" y="204222"/>
                        <a:pt x="564598" y="222415"/>
                      </a:cubicBezTo>
                      <a:cubicBezTo>
                        <a:pt x="550863" y="241608"/>
                        <a:pt x="538300" y="261620"/>
                        <a:pt x="526974" y="282327"/>
                      </a:cubicBezTo>
                      <a:cubicBezTo>
                        <a:pt x="514144" y="305387"/>
                        <a:pt x="503400" y="329552"/>
                        <a:pt x="494875" y="354527"/>
                      </a:cubicBezTo>
                      <a:cubicBezTo>
                        <a:pt x="494913" y="354841"/>
                        <a:pt x="494913" y="355165"/>
                        <a:pt x="494875" y="355479"/>
                      </a:cubicBezTo>
                      <a:cubicBezTo>
                        <a:pt x="494875" y="347002"/>
                        <a:pt x="494875" y="323380"/>
                        <a:pt x="494875" y="321570"/>
                      </a:cubicBezTo>
                      <a:cubicBezTo>
                        <a:pt x="491541" y="296043"/>
                        <a:pt x="470110" y="248704"/>
                        <a:pt x="441821" y="243465"/>
                      </a:cubicBezTo>
                      <a:cubicBezTo>
                        <a:pt x="423219" y="240551"/>
                        <a:pt x="405769" y="253276"/>
                        <a:pt x="402854" y="271879"/>
                      </a:cubicBezTo>
                      <a:cubicBezTo>
                        <a:pt x="402664" y="273098"/>
                        <a:pt x="402540" y="274326"/>
                        <a:pt x="402483" y="275565"/>
                      </a:cubicBezTo>
                      <a:cubicBezTo>
                        <a:pt x="400864" y="295853"/>
                        <a:pt x="415532" y="316141"/>
                        <a:pt x="429820" y="328905"/>
                      </a:cubicBezTo>
                      <a:cubicBezTo>
                        <a:pt x="446012" y="343383"/>
                        <a:pt x="490875" y="357480"/>
                        <a:pt x="494494" y="358432"/>
                      </a:cubicBezTo>
                      <a:cubicBezTo>
                        <a:pt x="486407" y="384073"/>
                        <a:pt x="480035" y="410229"/>
                        <a:pt x="475444" y="436727"/>
                      </a:cubicBezTo>
                      <a:cubicBezTo>
                        <a:pt x="472682" y="452158"/>
                        <a:pt x="470396" y="467779"/>
                        <a:pt x="468301" y="483400"/>
                      </a:cubicBezTo>
                      <a:cubicBezTo>
                        <a:pt x="468301" y="476161"/>
                        <a:pt x="468301" y="469589"/>
                        <a:pt x="468301" y="468732"/>
                      </a:cubicBezTo>
                      <a:cubicBezTo>
                        <a:pt x="464967" y="443205"/>
                        <a:pt x="443536" y="395865"/>
                        <a:pt x="415246" y="390627"/>
                      </a:cubicBezTo>
                      <a:cubicBezTo>
                        <a:pt x="396644" y="387712"/>
                        <a:pt x="379194" y="400428"/>
                        <a:pt x="376280" y="419030"/>
                      </a:cubicBezTo>
                      <a:cubicBezTo>
                        <a:pt x="376089" y="420230"/>
                        <a:pt x="375965" y="421430"/>
                        <a:pt x="375908" y="422631"/>
                      </a:cubicBezTo>
                      <a:cubicBezTo>
                        <a:pt x="374289" y="442919"/>
                        <a:pt x="388957" y="463207"/>
                        <a:pt x="403245" y="476066"/>
                      </a:cubicBezTo>
                      <a:cubicBezTo>
                        <a:pt x="417532" y="488925"/>
                        <a:pt x="455823" y="501688"/>
                        <a:pt x="465919" y="504641"/>
                      </a:cubicBezTo>
                      <a:cubicBezTo>
                        <a:pt x="465253" y="510642"/>
                        <a:pt x="464395" y="516642"/>
                        <a:pt x="463633" y="522738"/>
                      </a:cubicBezTo>
                      <a:cubicBezTo>
                        <a:pt x="460204" y="551313"/>
                        <a:pt x="456871" y="580460"/>
                        <a:pt x="452775" y="608463"/>
                      </a:cubicBezTo>
                      <a:cubicBezTo>
                        <a:pt x="451346" y="617988"/>
                        <a:pt x="449536" y="628085"/>
                        <a:pt x="447727" y="637895"/>
                      </a:cubicBezTo>
                      <a:cubicBezTo>
                        <a:pt x="447727" y="631419"/>
                        <a:pt x="447727" y="625894"/>
                        <a:pt x="447727" y="625132"/>
                      </a:cubicBezTo>
                      <a:cubicBezTo>
                        <a:pt x="444393" y="599605"/>
                        <a:pt x="423057" y="552170"/>
                        <a:pt x="394672" y="546932"/>
                      </a:cubicBezTo>
                      <a:cubicBezTo>
                        <a:pt x="376003" y="544065"/>
                        <a:pt x="358554" y="556876"/>
                        <a:pt x="355686" y="575545"/>
                      </a:cubicBezTo>
                      <a:cubicBezTo>
                        <a:pt x="355506" y="576697"/>
                        <a:pt x="355391" y="577860"/>
                        <a:pt x="355334" y="579031"/>
                      </a:cubicBezTo>
                      <a:cubicBezTo>
                        <a:pt x="353715" y="599319"/>
                        <a:pt x="368383" y="619608"/>
                        <a:pt x="382766" y="632371"/>
                      </a:cubicBezTo>
                      <a:cubicBezTo>
                        <a:pt x="397149" y="645135"/>
                        <a:pt x="431629" y="656850"/>
                        <a:pt x="443536" y="660946"/>
                      </a:cubicBezTo>
                      <a:cubicBezTo>
                        <a:pt x="441440" y="670471"/>
                        <a:pt x="439345" y="680758"/>
                        <a:pt x="436868" y="690378"/>
                      </a:cubicBezTo>
                      <a:cubicBezTo>
                        <a:pt x="435058" y="696760"/>
                        <a:pt x="433725" y="703142"/>
                        <a:pt x="431534" y="709428"/>
                      </a:cubicBezTo>
                      <a:cubicBezTo>
                        <a:pt x="429343" y="715715"/>
                        <a:pt x="427438" y="722192"/>
                        <a:pt x="425438" y="728478"/>
                      </a:cubicBezTo>
                      <a:cubicBezTo>
                        <a:pt x="421056" y="740385"/>
                        <a:pt x="416675" y="752672"/>
                        <a:pt x="412198" y="764197"/>
                      </a:cubicBezTo>
                      <a:lnTo>
                        <a:pt x="402673" y="787438"/>
                      </a:lnTo>
                      <a:cubicBezTo>
                        <a:pt x="404197" y="777913"/>
                        <a:pt x="406864" y="758196"/>
                        <a:pt x="406864" y="756482"/>
                      </a:cubicBezTo>
                      <a:cubicBezTo>
                        <a:pt x="406559" y="733860"/>
                        <a:pt x="400464" y="711686"/>
                        <a:pt x="389148" y="692093"/>
                      </a:cubicBezTo>
                      <a:cubicBezTo>
                        <a:pt x="389176" y="689578"/>
                        <a:pt x="389024" y="687064"/>
                        <a:pt x="388672" y="684568"/>
                      </a:cubicBezTo>
                      <a:cubicBezTo>
                        <a:pt x="386071" y="665861"/>
                        <a:pt x="368802" y="652802"/>
                        <a:pt x="350095" y="655403"/>
                      </a:cubicBezTo>
                      <a:cubicBezTo>
                        <a:pt x="349038" y="655555"/>
                        <a:pt x="347990" y="655746"/>
                        <a:pt x="346952" y="655993"/>
                      </a:cubicBezTo>
                      <a:cubicBezTo>
                        <a:pt x="319139" y="663423"/>
                        <a:pt x="301422" y="712286"/>
                        <a:pt x="300089" y="738003"/>
                      </a:cubicBezTo>
                      <a:cubicBezTo>
                        <a:pt x="300089" y="739527"/>
                        <a:pt x="301041" y="756101"/>
                        <a:pt x="301804" y="766578"/>
                      </a:cubicBezTo>
                      <a:cubicBezTo>
                        <a:pt x="300470" y="760482"/>
                        <a:pt x="299137" y="754672"/>
                        <a:pt x="297613" y="748386"/>
                      </a:cubicBezTo>
                      <a:cubicBezTo>
                        <a:pt x="294660" y="736098"/>
                        <a:pt x="291421" y="723906"/>
                        <a:pt x="288088" y="710762"/>
                      </a:cubicBezTo>
                      <a:cubicBezTo>
                        <a:pt x="286182" y="704475"/>
                        <a:pt x="284182" y="698094"/>
                        <a:pt x="282277" y="691712"/>
                      </a:cubicBezTo>
                      <a:cubicBezTo>
                        <a:pt x="280372" y="685330"/>
                        <a:pt x="277801" y="678758"/>
                        <a:pt x="275514" y="672186"/>
                      </a:cubicBezTo>
                      <a:cubicBezTo>
                        <a:pt x="270085" y="657136"/>
                        <a:pt x="263704" y="642182"/>
                        <a:pt x="257036" y="627228"/>
                      </a:cubicBezTo>
                      <a:cubicBezTo>
                        <a:pt x="267799" y="624656"/>
                        <a:pt x="305995" y="614940"/>
                        <a:pt x="321235" y="603129"/>
                      </a:cubicBezTo>
                      <a:cubicBezTo>
                        <a:pt x="336474" y="591318"/>
                        <a:pt x="352667" y="572268"/>
                        <a:pt x="352572" y="551980"/>
                      </a:cubicBezTo>
                      <a:cubicBezTo>
                        <a:pt x="353048" y="533102"/>
                        <a:pt x="338132" y="517404"/>
                        <a:pt x="319253" y="516928"/>
                      </a:cubicBezTo>
                      <a:cubicBezTo>
                        <a:pt x="318072" y="516900"/>
                        <a:pt x="316891" y="516928"/>
                        <a:pt x="315710" y="517023"/>
                      </a:cubicBezTo>
                      <a:cubicBezTo>
                        <a:pt x="287135" y="520167"/>
                        <a:pt x="262180" y="565791"/>
                        <a:pt x="257036" y="591033"/>
                      </a:cubicBezTo>
                      <a:cubicBezTo>
                        <a:pt x="257036" y="592557"/>
                        <a:pt x="255036" y="611035"/>
                        <a:pt x="254274" y="621227"/>
                      </a:cubicBezTo>
                      <a:cubicBezTo>
                        <a:pt x="250178" y="612273"/>
                        <a:pt x="246082" y="603320"/>
                        <a:pt x="241701" y="594366"/>
                      </a:cubicBezTo>
                      <a:cubicBezTo>
                        <a:pt x="228842" y="568649"/>
                        <a:pt x="215126" y="542931"/>
                        <a:pt x="201505" y="517214"/>
                      </a:cubicBezTo>
                      <a:lnTo>
                        <a:pt x="189123" y="493592"/>
                      </a:lnTo>
                      <a:cubicBezTo>
                        <a:pt x="193028" y="492639"/>
                        <a:pt x="238557" y="482067"/>
                        <a:pt x="255798" y="468922"/>
                      </a:cubicBezTo>
                      <a:cubicBezTo>
                        <a:pt x="271133" y="457206"/>
                        <a:pt x="287230" y="438061"/>
                        <a:pt x="287135" y="417773"/>
                      </a:cubicBezTo>
                      <a:cubicBezTo>
                        <a:pt x="287611" y="398894"/>
                        <a:pt x="272695" y="383197"/>
                        <a:pt x="253817" y="382721"/>
                      </a:cubicBezTo>
                      <a:cubicBezTo>
                        <a:pt x="252635" y="382692"/>
                        <a:pt x="251454" y="382721"/>
                        <a:pt x="250273" y="382816"/>
                      </a:cubicBezTo>
                      <a:cubicBezTo>
                        <a:pt x="221698" y="385959"/>
                        <a:pt x="196743" y="431584"/>
                        <a:pt x="191599" y="456825"/>
                      </a:cubicBezTo>
                      <a:cubicBezTo>
                        <a:pt x="191599" y="458730"/>
                        <a:pt x="188742" y="485400"/>
                        <a:pt x="188551" y="492163"/>
                      </a:cubicBezTo>
                      <a:cubicBezTo>
                        <a:pt x="179503" y="474732"/>
                        <a:pt x="170644" y="457397"/>
                        <a:pt x="162643" y="439871"/>
                      </a:cubicBezTo>
                      <a:cubicBezTo>
                        <a:pt x="151680" y="416296"/>
                        <a:pt x="142298" y="392017"/>
                        <a:pt x="134545" y="367195"/>
                      </a:cubicBezTo>
                      <a:cubicBezTo>
                        <a:pt x="136354" y="367195"/>
                        <a:pt x="183979" y="355956"/>
                        <a:pt x="201220" y="342525"/>
                      </a:cubicBezTo>
                      <a:cubicBezTo>
                        <a:pt x="216460" y="330810"/>
                        <a:pt x="232652" y="311664"/>
                        <a:pt x="232462" y="291376"/>
                      </a:cubicBezTo>
                      <a:cubicBezTo>
                        <a:pt x="232995" y="272555"/>
                        <a:pt x="218164" y="256857"/>
                        <a:pt x="199334" y="256324"/>
                      </a:cubicBezTo>
                      <a:cubicBezTo>
                        <a:pt x="198124" y="256295"/>
                        <a:pt x="196905" y="256324"/>
                        <a:pt x="195695" y="256419"/>
                      </a:cubicBezTo>
                      <a:cubicBezTo>
                        <a:pt x="167120" y="259562"/>
                        <a:pt x="142164" y="305187"/>
                        <a:pt x="136926" y="330333"/>
                      </a:cubicBezTo>
                      <a:cubicBezTo>
                        <a:pt x="136926" y="332334"/>
                        <a:pt x="133973" y="361004"/>
                        <a:pt x="133878" y="366243"/>
                      </a:cubicBezTo>
                      <a:lnTo>
                        <a:pt x="132354" y="361861"/>
                      </a:lnTo>
                      <a:cubicBezTo>
                        <a:pt x="125277" y="336772"/>
                        <a:pt x="120400" y="311121"/>
                        <a:pt x="117780" y="285185"/>
                      </a:cubicBezTo>
                      <a:cubicBezTo>
                        <a:pt x="116256" y="270897"/>
                        <a:pt x="115495" y="257086"/>
                        <a:pt x="115018" y="243751"/>
                      </a:cubicBezTo>
                      <a:cubicBezTo>
                        <a:pt x="124543" y="242608"/>
                        <a:pt x="165596" y="237084"/>
                        <a:pt x="182741" y="226701"/>
                      </a:cubicBezTo>
                      <a:cubicBezTo>
                        <a:pt x="199886" y="216319"/>
                        <a:pt x="217317" y="199460"/>
                        <a:pt x="219412" y="179076"/>
                      </a:cubicBezTo>
                      <a:cubicBezTo>
                        <a:pt x="221994" y="160426"/>
                        <a:pt x="208973" y="143205"/>
                        <a:pt x="190323" y="140614"/>
                      </a:cubicBezTo>
                      <a:cubicBezTo>
                        <a:pt x="189104" y="140453"/>
                        <a:pt x="187875" y="140348"/>
                        <a:pt x="186646" y="140310"/>
                      </a:cubicBezTo>
                      <a:cubicBezTo>
                        <a:pt x="158071" y="140310"/>
                        <a:pt x="128163" y="182886"/>
                        <a:pt x="119971" y="206985"/>
                      </a:cubicBezTo>
                      <a:cubicBezTo>
                        <a:pt x="119971" y="208318"/>
                        <a:pt x="116638" y="222320"/>
                        <a:pt x="114732" y="232607"/>
                      </a:cubicBezTo>
                      <a:cubicBezTo>
                        <a:pt x="114732" y="226511"/>
                        <a:pt x="114732" y="220319"/>
                        <a:pt x="114732" y="214509"/>
                      </a:cubicBezTo>
                      <a:cubicBezTo>
                        <a:pt x="114732" y="192697"/>
                        <a:pt x="116161" y="172694"/>
                        <a:pt x="117495" y="155073"/>
                      </a:cubicBezTo>
                      <a:cubicBezTo>
                        <a:pt x="118352" y="145548"/>
                        <a:pt x="119305" y="136023"/>
                        <a:pt x="120352" y="127546"/>
                      </a:cubicBezTo>
                      <a:cubicBezTo>
                        <a:pt x="128639" y="121831"/>
                        <a:pt x="161977" y="98304"/>
                        <a:pt x="172263" y="81445"/>
                      </a:cubicBezTo>
                      <a:cubicBezTo>
                        <a:pt x="182551" y="64586"/>
                        <a:pt x="190456" y="41345"/>
                        <a:pt x="182931" y="22485"/>
                      </a:cubicBezTo>
                      <a:cubicBezTo>
                        <a:pt x="176569" y="4816"/>
                        <a:pt x="157081" y="-4346"/>
                        <a:pt x="139412" y="2026"/>
                      </a:cubicBezTo>
                      <a:cubicBezTo>
                        <a:pt x="138269" y="2435"/>
                        <a:pt x="137154" y="2902"/>
                        <a:pt x="136069" y="3435"/>
                      </a:cubicBezTo>
                      <a:cubicBezTo>
                        <a:pt x="110446" y="16675"/>
                        <a:pt x="103683" y="68205"/>
                        <a:pt x="107970" y="93542"/>
                      </a:cubicBezTo>
                      <a:cubicBezTo>
                        <a:pt x="107970" y="95733"/>
                        <a:pt x="117495" y="129451"/>
                        <a:pt x="118447" y="129165"/>
                      </a:cubicBezTo>
                      <a:lnTo>
                        <a:pt x="118923" y="129165"/>
                      </a:lnTo>
                      <a:cubicBezTo>
                        <a:pt x="117780" y="137261"/>
                        <a:pt x="116638" y="146025"/>
                        <a:pt x="115685" y="155550"/>
                      </a:cubicBezTo>
                      <a:cubicBezTo>
                        <a:pt x="113875" y="173266"/>
                        <a:pt x="112065" y="193173"/>
                        <a:pt x="111589" y="215081"/>
                      </a:cubicBezTo>
                      <a:cubicBezTo>
                        <a:pt x="110780" y="238655"/>
                        <a:pt x="111322" y="262249"/>
                        <a:pt x="113208" y="285756"/>
                      </a:cubicBezTo>
                      <a:cubicBezTo>
                        <a:pt x="115295" y="312064"/>
                        <a:pt x="119695" y="338134"/>
                        <a:pt x="126353" y="363671"/>
                      </a:cubicBezTo>
                      <a:lnTo>
                        <a:pt x="126353" y="364623"/>
                      </a:lnTo>
                      <a:cubicBezTo>
                        <a:pt x="121781" y="357480"/>
                        <a:pt x="108446" y="338049"/>
                        <a:pt x="107303" y="336620"/>
                      </a:cubicBezTo>
                      <a:cubicBezTo>
                        <a:pt x="90444" y="317570"/>
                        <a:pt x="46438" y="289471"/>
                        <a:pt x="19959" y="300710"/>
                      </a:cubicBezTo>
                      <a:cubicBezTo>
                        <a:pt x="2823" y="308521"/>
                        <a:pt x="-4730" y="328752"/>
                        <a:pt x="3081" y="345888"/>
                      </a:cubicBezTo>
                      <a:cubicBezTo>
                        <a:pt x="3595" y="347021"/>
                        <a:pt x="4176" y="348126"/>
                        <a:pt x="4814" y="349193"/>
                      </a:cubicBezTo>
                      <a:cubicBezTo>
                        <a:pt x="14148" y="364623"/>
                        <a:pt x="37580" y="373386"/>
                        <a:pt x="56630" y="376244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14" name="任意多边形: 形状 513">
                  <a:extLst>
                    <a:ext uri="{FF2B5EF4-FFF2-40B4-BE49-F238E27FC236}">
                      <a16:creationId xmlns:a16="http://schemas.microsoft.com/office/drawing/2014/main" id="{6ABCFDAE-35A1-4C2C-80E3-919833806839}"/>
                    </a:ext>
                  </a:extLst>
                </p:cNvPr>
                <p:cNvSpPr/>
                <p:nvPr/>
              </p:nvSpPr>
              <p:spPr>
                <a:xfrm>
                  <a:off x="7884022" y="4982551"/>
                  <a:ext cx="80165" cy="128190"/>
                </a:xfrm>
                <a:custGeom>
                  <a:avLst/>
                  <a:gdLst>
                    <a:gd name="connsiteX0" fmla="*/ 69829 w 80165"/>
                    <a:gd name="connsiteY0" fmla="*/ 128191 h 128190"/>
                    <a:gd name="connsiteX1" fmla="*/ 79354 w 80165"/>
                    <a:gd name="connsiteY1" fmla="*/ 92377 h 128190"/>
                    <a:gd name="connsiteX2" fmla="*/ 48874 w 80165"/>
                    <a:gd name="connsiteY2" fmla="*/ 3032 h 128190"/>
                    <a:gd name="connsiteX3" fmla="*/ 3878 w 80165"/>
                    <a:gd name="connsiteY3" fmla="*/ 19996 h 128190"/>
                    <a:gd name="connsiteX4" fmla="*/ 2487 w 80165"/>
                    <a:gd name="connsiteY4" fmla="*/ 23606 h 128190"/>
                    <a:gd name="connsiteX5" fmla="*/ 14774 w 80165"/>
                    <a:gd name="connsiteY5" fmla="*/ 82280 h 128190"/>
                    <a:gd name="connsiteX6" fmla="*/ 69829 w 80165"/>
                    <a:gd name="connsiteY6" fmla="*/ 128191 h 1281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0165" h="128190">
                      <a:moveTo>
                        <a:pt x="69829" y="128191"/>
                      </a:moveTo>
                      <a:cubicBezTo>
                        <a:pt x="69829" y="128191"/>
                        <a:pt x="79354" y="94567"/>
                        <a:pt x="79354" y="92377"/>
                      </a:cubicBezTo>
                      <a:cubicBezTo>
                        <a:pt x="82973" y="66945"/>
                        <a:pt x="74782" y="15605"/>
                        <a:pt x="48874" y="3032"/>
                      </a:cubicBezTo>
                      <a:cubicBezTo>
                        <a:pt x="31767" y="-4711"/>
                        <a:pt x="11621" y="2889"/>
                        <a:pt x="3878" y="19996"/>
                      </a:cubicBezTo>
                      <a:cubicBezTo>
                        <a:pt x="3344" y="21177"/>
                        <a:pt x="2877" y="22378"/>
                        <a:pt x="2487" y="23606"/>
                      </a:cubicBezTo>
                      <a:cubicBezTo>
                        <a:pt x="-4466" y="42656"/>
                        <a:pt x="4297" y="66183"/>
                        <a:pt x="14774" y="82280"/>
                      </a:cubicBezTo>
                      <a:cubicBezTo>
                        <a:pt x="26966" y="101235"/>
                        <a:pt x="69352" y="128191"/>
                        <a:pt x="69829" y="128191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5" name="图形 454">
                <a:extLst>
                  <a:ext uri="{FF2B5EF4-FFF2-40B4-BE49-F238E27FC236}">
                    <a16:creationId xmlns:a16="http://schemas.microsoft.com/office/drawing/2014/main" id="{CD2B92F9-8E99-4A0A-AF96-8A511C50DDBD}"/>
                  </a:ext>
                </a:extLst>
              </p:cNvPr>
              <p:cNvGrpSpPr/>
              <p:nvPr/>
            </p:nvGrpSpPr>
            <p:grpSpPr>
              <a:xfrm>
                <a:off x="1535096" y="2000046"/>
                <a:ext cx="1025810" cy="1000078"/>
                <a:chOff x="4707445" y="2816325"/>
                <a:chExt cx="2761061" cy="2944403"/>
              </a:xfrm>
            </p:grpSpPr>
            <p:sp>
              <p:nvSpPr>
                <p:cNvPr id="516" name="任意多边形: 形状 515">
                  <a:extLst>
                    <a:ext uri="{FF2B5EF4-FFF2-40B4-BE49-F238E27FC236}">
                      <a16:creationId xmlns:a16="http://schemas.microsoft.com/office/drawing/2014/main" id="{88F06F6B-6263-47F8-B40C-8006F6FC5F78}"/>
                    </a:ext>
                  </a:extLst>
                </p:cNvPr>
                <p:cNvSpPr/>
                <p:nvPr/>
              </p:nvSpPr>
              <p:spPr>
                <a:xfrm>
                  <a:off x="7028736" y="2973204"/>
                  <a:ext cx="439771" cy="546763"/>
                </a:xfrm>
                <a:custGeom>
                  <a:avLst/>
                  <a:gdLst>
                    <a:gd name="connsiteX0" fmla="*/ 13382 w 439771"/>
                    <a:gd name="connsiteY0" fmla="*/ 143765 h 546763"/>
                    <a:gd name="connsiteX1" fmla="*/ 78343 w 439771"/>
                    <a:gd name="connsiteY1" fmla="*/ 5747 h 546763"/>
                    <a:gd name="connsiteX2" fmla="*/ 143875 w 439771"/>
                    <a:gd name="connsiteY2" fmla="*/ 75947 h 546763"/>
                    <a:gd name="connsiteX3" fmla="*/ 316468 w 439771"/>
                    <a:gd name="connsiteY3" fmla="*/ 54134 h 546763"/>
                    <a:gd name="connsiteX4" fmla="*/ 304276 w 439771"/>
                    <a:gd name="connsiteY4" fmla="*/ 155480 h 546763"/>
                    <a:gd name="connsiteX5" fmla="*/ 438959 w 439771"/>
                    <a:gd name="connsiteY5" fmla="*/ 220155 h 546763"/>
                    <a:gd name="connsiteX6" fmla="*/ 382666 w 439771"/>
                    <a:gd name="connsiteY6" fmla="*/ 323025 h 546763"/>
                    <a:gd name="connsiteX7" fmla="*/ 433149 w 439771"/>
                    <a:gd name="connsiteY7" fmla="*/ 415894 h 546763"/>
                    <a:gd name="connsiteX8" fmla="*/ 345995 w 439771"/>
                    <a:gd name="connsiteY8" fmla="*/ 447326 h 546763"/>
                    <a:gd name="connsiteX9" fmla="*/ 320754 w 439771"/>
                    <a:gd name="connsiteY9" fmla="*/ 539624 h 546763"/>
                    <a:gd name="connsiteX10" fmla="*/ 193976 w 439771"/>
                    <a:gd name="connsiteY10" fmla="*/ 518764 h 546763"/>
                    <a:gd name="connsiteX11" fmla="*/ 160067 w 439771"/>
                    <a:gd name="connsiteY11" fmla="*/ 542100 h 546763"/>
                    <a:gd name="connsiteX12" fmla="*/ 43291 w 439771"/>
                    <a:gd name="connsiteY12" fmla="*/ 448374 h 546763"/>
                    <a:gd name="connsiteX13" fmla="*/ 13382 w 439771"/>
                    <a:gd name="connsiteY13" fmla="*/ 143765 h 5467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39771" h="546763">
                      <a:moveTo>
                        <a:pt x="13382" y="143765"/>
                      </a:moveTo>
                      <a:cubicBezTo>
                        <a:pt x="13382" y="143765"/>
                        <a:pt x="16335" y="36227"/>
                        <a:pt x="78343" y="5747"/>
                      </a:cubicBezTo>
                      <a:cubicBezTo>
                        <a:pt x="140350" y="-24733"/>
                        <a:pt x="143875" y="75947"/>
                        <a:pt x="143875" y="75947"/>
                      </a:cubicBezTo>
                      <a:cubicBezTo>
                        <a:pt x="143875" y="75947"/>
                        <a:pt x="285702" y="-14160"/>
                        <a:pt x="316468" y="54134"/>
                      </a:cubicBezTo>
                      <a:cubicBezTo>
                        <a:pt x="347233" y="122429"/>
                        <a:pt x="304276" y="155480"/>
                        <a:pt x="304276" y="155480"/>
                      </a:cubicBezTo>
                      <a:cubicBezTo>
                        <a:pt x="304276" y="155480"/>
                        <a:pt x="430196" y="151099"/>
                        <a:pt x="438959" y="220155"/>
                      </a:cubicBezTo>
                      <a:cubicBezTo>
                        <a:pt x="447722" y="289211"/>
                        <a:pt x="382666" y="323025"/>
                        <a:pt x="382666" y="323025"/>
                      </a:cubicBezTo>
                      <a:cubicBezTo>
                        <a:pt x="382666" y="323025"/>
                        <a:pt x="460486" y="386557"/>
                        <a:pt x="433149" y="415894"/>
                      </a:cubicBezTo>
                      <a:cubicBezTo>
                        <a:pt x="405812" y="445231"/>
                        <a:pt x="345995" y="447326"/>
                        <a:pt x="345995" y="447326"/>
                      </a:cubicBezTo>
                      <a:cubicBezTo>
                        <a:pt x="345995" y="447326"/>
                        <a:pt x="379904" y="515430"/>
                        <a:pt x="320754" y="539624"/>
                      </a:cubicBezTo>
                      <a:cubicBezTo>
                        <a:pt x="261604" y="563817"/>
                        <a:pt x="193976" y="518764"/>
                        <a:pt x="193976" y="518764"/>
                      </a:cubicBezTo>
                      <a:cubicBezTo>
                        <a:pt x="193976" y="518764"/>
                        <a:pt x="204454" y="550006"/>
                        <a:pt x="160067" y="542100"/>
                      </a:cubicBezTo>
                      <a:cubicBezTo>
                        <a:pt x="115681" y="534194"/>
                        <a:pt x="70818" y="513525"/>
                        <a:pt x="43291" y="448374"/>
                      </a:cubicBezTo>
                      <a:cubicBezTo>
                        <a:pt x="15763" y="383223"/>
                        <a:pt x="-19765" y="198724"/>
                        <a:pt x="13382" y="143765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17" name="任意多边形: 形状 516">
                  <a:extLst>
                    <a:ext uri="{FF2B5EF4-FFF2-40B4-BE49-F238E27FC236}">
                      <a16:creationId xmlns:a16="http://schemas.microsoft.com/office/drawing/2014/main" id="{DAADBB62-B90E-4015-A771-EB7D6FCDFFB3}"/>
                    </a:ext>
                  </a:extLst>
                </p:cNvPr>
                <p:cNvSpPr/>
                <p:nvPr/>
              </p:nvSpPr>
              <p:spPr>
                <a:xfrm>
                  <a:off x="6347087" y="5193895"/>
                  <a:ext cx="135722" cy="251269"/>
                </a:xfrm>
                <a:custGeom>
                  <a:avLst/>
                  <a:gdLst>
                    <a:gd name="connsiteX0" fmla="*/ 40282 w 135722"/>
                    <a:gd name="connsiteY0" fmla="*/ 0 h 251269"/>
                    <a:gd name="connsiteX1" fmla="*/ 5516 w 135722"/>
                    <a:gd name="connsiteY1" fmla="*/ 149828 h 251269"/>
                    <a:gd name="connsiteX2" fmla="*/ 4183 w 135722"/>
                    <a:gd name="connsiteY2" fmla="*/ 208312 h 251269"/>
                    <a:gd name="connsiteX3" fmla="*/ 65809 w 135722"/>
                    <a:gd name="connsiteY3" fmla="*/ 251270 h 251269"/>
                    <a:gd name="connsiteX4" fmla="*/ 90574 w 135722"/>
                    <a:gd name="connsiteY4" fmla="*/ 243745 h 251269"/>
                    <a:gd name="connsiteX5" fmla="*/ 98290 w 135722"/>
                    <a:gd name="connsiteY5" fmla="*/ 226790 h 251269"/>
                    <a:gd name="connsiteX6" fmla="*/ 82192 w 135722"/>
                    <a:gd name="connsiteY6" fmla="*/ 195644 h 251269"/>
                    <a:gd name="connsiteX7" fmla="*/ 118768 w 135722"/>
                    <a:gd name="connsiteY7" fmla="*/ 94107 h 251269"/>
                    <a:gd name="connsiteX8" fmla="*/ 135723 w 135722"/>
                    <a:gd name="connsiteY8" fmla="*/ 6668 h 251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5722" h="251269">
                      <a:moveTo>
                        <a:pt x="40282" y="0"/>
                      </a:moveTo>
                      <a:cubicBezTo>
                        <a:pt x="40282" y="0"/>
                        <a:pt x="4945" y="134874"/>
                        <a:pt x="5516" y="149828"/>
                      </a:cubicBezTo>
                      <a:cubicBezTo>
                        <a:pt x="6088" y="164783"/>
                        <a:pt x="-6200" y="198692"/>
                        <a:pt x="4183" y="208312"/>
                      </a:cubicBezTo>
                      <a:cubicBezTo>
                        <a:pt x="23614" y="224161"/>
                        <a:pt x="44216" y="238525"/>
                        <a:pt x="65809" y="251270"/>
                      </a:cubicBezTo>
                      <a:cubicBezTo>
                        <a:pt x="74610" y="251155"/>
                        <a:pt x="83193" y="248545"/>
                        <a:pt x="90574" y="243745"/>
                      </a:cubicBezTo>
                      <a:cubicBezTo>
                        <a:pt x="95394" y="239421"/>
                        <a:pt x="98195" y="233267"/>
                        <a:pt x="98290" y="226790"/>
                      </a:cubicBezTo>
                      <a:cubicBezTo>
                        <a:pt x="98290" y="221742"/>
                        <a:pt x="84097" y="200596"/>
                        <a:pt x="82192" y="195644"/>
                      </a:cubicBezTo>
                      <a:cubicBezTo>
                        <a:pt x="80287" y="190691"/>
                        <a:pt x="108196" y="126206"/>
                        <a:pt x="118768" y="94107"/>
                      </a:cubicBezTo>
                      <a:cubicBezTo>
                        <a:pt x="126684" y="65446"/>
                        <a:pt x="132351" y="36214"/>
                        <a:pt x="135723" y="6668"/>
                      </a:cubicBezTo>
                      <a:close/>
                    </a:path>
                  </a:pathLst>
                </a:custGeom>
                <a:solidFill>
                  <a:srgbClr val="BDBDBD"/>
                </a:solidFill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18" name="任意多边形: 形状 517">
                  <a:extLst>
                    <a:ext uri="{FF2B5EF4-FFF2-40B4-BE49-F238E27FC236}">
                      <a16:creationId xmlns:a16="http://schemas.microsoft.com/office/drawing/2014/main" id="{3087129B-797F-456B-BEBA-368E2D8D6FFE}"/>
                    </a:ext>
                  </a:extLst>
                </p:cNvPr>
                <p:cNvSpPr/>
                <p:nvPr/>
              </p:nvSpPr>
              <p:spPr>
                <a:xfrm>
                  <a:off x="6379037" y="5287812"/>
                  <a:ext cx="63957" cy="114762"/>
                </a:xfrm>
                <a:custGeom>
                  <a:avLst/>
                  <a:gdLst>
                    <a:gd name="connsiteX0" fmla="*/ 46718 w 63957"/>
                    <a:gd name="connsiteY0" fmla="*/ 0 h 114762"/>
                    <a:gd name="connsiteX1" fmla="*/ 25286 w 63957"/>
                    <a:gd name="connsiteY1" fmla="*/ 55816 h 114762"/>
                    <a:gd name="connsiteX2" fmla="*/ 331 w 63957"/>
                    <a:gd name="connsiteY2" fmla="*/ 105156 h 114762"/>
                    <a:gd name="connsiteX3" fmla="*/ 63958 w 63957"/>
                    <a:gd name="connsiteY3" fmla="*/ 64484 h 114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3957" h="114762">
                      <a:moveTo>
                        <a:pt x="46718" y="0"/>
                      </a:moveTo>
                      <a:cubicBezTo>
                        <a:pt x="46718" y="0"/>
                        <a:pt x="26620" y="47625"/>
                        <a:pt x="25286" y="55816"/>
                      </a:cubicBezTo>
                      <a:cubicBezTo>
                        <a:pt x="23953" y="64008"/>
                        <a:pt x="-3289" y="86868"/>
                        <a:pt x="331" y="105156"/>
                      </a:cubicBezTo>
                      <a:cubicBezTo>
                        <a:pt x="3950" y="123444"/>
                        <a:pt x="44146" y="118586"/>
                        <a:pt x="63958" y="64484"/>
                      </a:cubicBezTo>
                    </a:path>
                  </a:pathLst>
                </a:custGeom>
                <a:solidFill>
                  <a:srgbClr val="BDBDBD"/>
                </a:solidFill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19" name="任意多边形: 形状 518">
                  <a:extLst>
                    <a:ext uri="{FF2B5EF4-FFF2-40B4-BE49-F238E27FC236}">
                      <a16:creationId xmlns:a16="http://schemas.microsoft.com/office/drawing/2014/main" id="{3F0D987C-08EB-4129-B8F5-192057A8BE61}"/>
                    </a:ext>
                  </a:extLst>
                </p:cNvPr>
                <p:cNvSpPr/>
                <p:nvPr/>
              </p:nvSpPr>
              <p:spPr>
                <a:xfrm>
                  <a:off x="6370700" y="4461232"/>
                  <a:ext cx="222656" cy="763714"/>
                </a:xfrm>
                <a:custGeom>
                  <a:avLst/>
                  <a:gdLst>
                    <a:gd name="connsiteX0" fmla="*/ 145066 w 222656"/>
                    <a:gd name="connsiteY0" fmla="*/ 0 h 763714"/>
                    <a:gd name="connsiteX1" fmla="*/ 121825 w 222656"/>
                    <a:gd name="connsiteY1" fmla="*/ 299371 h 763714"/>
                    <a:gd name="connsiteX2" fmla="*/ 22003 w 222656"/>
                    <a:gd name="connsiteY2" fmla="*/ 613696 h 763714"/>
                    <a:gd name="connsiteX3" fmla="*/ 0 w 222656"/>
                    <a:gd name="connsiteY3" fmla="*/ 742093 h 763714"/>
                    <a:gd name="connsiteX4" fmla="*/ 102775 w 222656"/>
                    <a:gd name="connsiteY4" fmla="*/ 763714 h 763714"/>
                    <a:gd name="connsiteX5" fmla="*/ 160496 w 222656"/>
                    <a:gd name="connsiteY5" fmla="*/ 510159 h 763714"/>
                    <a:gd name="connsiteX6" fmla="*/ 220599 w 222656"/>
                    <a:gd name="connsiteY6" fmla="*/ 170783 h 763714"/>
                    <a:gd name="connsiteX7" fmla="*/ 145066 w 222656"/>
                    <a:gd name="connsiteY7" fmla="*/ 0 h 763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2656" h="763714">
                      <a:moveTo>
                        <a:pt x="145066" y="0"/>
                      </a:moveTo>
                      <a:cubicBezTo>
                        <a:pt x="145066" y="0"/>
                        <a:pt x="128206" y="275082"/>
                        <a:pt x="121825" y="299371"/>
                      </a:cubicBezTo>
                      <a:cubicBezTo>
                        <a:pt x="115443" y="323659"/>
                        <a:pt x="38862" y="545497"/>
                        <a:pt x="22003" y="613696"/>
                      </a:cubicBezTo>
                      <a:cubicBezTo>
                        <a:pt x="11659" y="655929"/>
                        <a:pt x="4305" y="698830"/>
                        <a:pt x="0" y="742093"/>
                      </a:cubicBezTo>
                      <a:lnTo>
                        <a:pt x="102775" y="763714"/>
                      </a:lnTo>
                      <a:lnTo>
                        <a:pt x="160496" y="510159"/>
                      </a:lnTo>
                      <a:cubicBezTo>
                        <a:pt x="160496" y="510159"/>
                        <a:pt x="235934" y="279082"/>
                        <a:pt x="220599" y="170783"/>
                      </a:cubicBezTo>
                      <a:cubicBezTo>
                        <a:pt x="212741" y="107670"/>
                        <a:pt x="186471" y="48273"/>
                        <a:pt x="14506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0" name="任意多边形: 形状 519">
                  <a:extLst>
                    <a:ext uri="{FF2B5EF4-FFF2-40B4-BE49-F238E27FC236}">
                      <a16:creationId xmlns:a16="http://schemas.microsoft.com/office/drawing/2014/main" id="{6190303D-6CF8-4DDC-A079-60E04B6C1B68}"/>
                    </a:ext>
                  </a:extLst>
                </p:cNvPr>
                <p:cNvSpPr/>
                <p:nvPr/>
              </p:nvSpPr>
              <p:spPr>
                <a:xfrm>
                  <a:off x="6412039" y="5115314"/>
                  <a:ext cx="765429" cy="645414"/>
                </a:xfrm>
                <a:custGeom>
                  <a:avLst/>
                  <a:gdLst>
                    <a:gd name="connsiteX0" fmla="*/ 639128 w 765429"/>
                    <a:gd name="connsiteY0" fmla="*/ 645414 h 645414"/>
                    <a:gd name="connsiteX1" fmla="*/ 648653 w 765429"/>
                    <a:gd name="connsiteY1" fmla="*/ 458724 h 645414"/>
                    <a:gd name="connsiteX2" fmla="*/ 727329 w 765429"/>
                    <a:gd name="connsiteY2" fmla="*/ 230124 h 645414"/>
                    <a:gd name="connsiteX3" fmla="*/ 765429 w 765429"/>
                    <a:gd name="connsiteY3" fmla="*/ 0 h 645414"/>
                    <a:gd name="connsiteX4" fmla="*/ 137732 w 765429"/>
                    <a:gd name="connsiteY4" fmla="*/ 21908 h 645414"/>
                    <a:gd name="connsiteX5" fmla="*/ 20860 w 765429"/>
                    <a:gd name="connsiteY5" fmla="*/ 490252 h 645414"/>
                    <a:gd name="connsiteX6" fmla="*/ 0 w 765429"/>
                    <a:gd name="connsiteY6" fmla="*/ 645414 h 645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65429" h="645414">
                      <a:moveTo>
                        <a:pt x="639128" y="645414"/>
                      </a:moveTo>
                      <a:cubicBezTo>
                        <a:pt x="640366" y="585597"/>
                        <a:pt x="642842" y="504920"/>
                        <a:pt x="648653" y="458724"/>
                      </a:cubicBezTo>
                      <a:cubicBezTo>
                        <a:pt x="658178" y="378905"/>
                        <a:pt x="692277" y="329565"/>
                        <a:pt x="727329" y="230124"/>
                      </a:cubicBezTo>
                      <a:cubicBezTo>
                        <a:pt x="762381" y="130683"/>
                        <a:pt x="765429" y="0"/>
                        <a:pt x="765429" y="0"/>
                      </a:cubicBezTo>
                      <a:lnTo>
                        <a:pt x="137732" y="21908"/>
                      </a:lnTo>
                      <a:cubicBezTo>
                        <a:pt x="137732" y="21908"/>
                        <a:pt x="64961" y="291751"/>
                        <a:pt x="20860" y="490252"/>
                      </a:cubicBezTo>
                      <a:cubicBezTo>
                        <a:pt x="8887" y="541173"/>
                        <a:pt x="1896" y="593141"/>
                        <a:pt x="0" y="645414"/>
                      </a:cubicBezTo>
                    </a:path>
                  </a:pathLst>
                </a:custGeom>
                <a:solidFill>
                  <a:schemeClr val="accent1"/>
                </a:solidFill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1" name="任意多边形: 形状 520">
                  <a:extLst>
                    <a:ext uri="{FF2B5EF4-FFF2-40B4-BE49-F238E27FC236}">
                      <a16:creationId xmlns:a16="http://schemas.microsoft.com/office/drawing/2014/main" id="{42222F6B-E6A6-4411-98CC-8A438DE266C5}"/>
                    </a:ext>
                  </a:extLst>
                </p:cNvPr>
                <p:cNvSpPr/>
                <p:nvPr/>
              </p:nvSpPr>
              <p:spPr>
                <a:xfrm>
                  <a:off x="6631971" y="5212659"/>
                  <a:ext cx="533304" cy="40385"/>
                </a:xfrm>
                <a:custGeom>
                  <a:avLst/>
                  <a:gdLst>
                    <a:gd name="connsiteX0" fmla="*/ 0 w 533304"/>
                    <a:gd name="connsiteY0" fmla="*/ 25718 h 40385"/>
                    <a:gd name="connsiteX1" fmla="*/ 522256 w 533304"/>
                    <a:gd name="connsiteY1" fmla="*/ 40386 h 40385"/>
                    <a:gd name="connsiteX2" fmla="*/ 533305 w 533304"/>
                    <a:gd name="connsiteY2" fmla="*/ 0 h 40385"/>
                    <a:gd name="connsiteX3" fmla="*/ 0 w 533304"/>
                    <a:gd name="connsiteY3" fmla="*/ 25718 h 40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33304" h="40385">
                      <a:moveTo>
                        <a:pt x="0" y="25718"/>
                      </a:moveTo>
                      <a:lnTo>
                        <a:pt x="522256" y="40386"/>
                      </a:lnTo>
                      <a:lnTo>
                        <a:pt x="533305" y="0"/>
                      </a:lnTo>
                      <a:lnTo>
                        <a:pt x="0" y="25718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2" name="任意多边形: 形状 521">
                  <a:extLst>
                    <a:ext uri="{FF2B5EF4-FFF2-40B4-BE49-F238E27FC236}">
                      <a16:creationId xmlns:a16="http://schemas.microsoft.com/office/drawing/2014/main" id="{7DF8A620-3860-47ED-AEDF-8491A19FC7C2}"/>
                    </a:ext>
                  </a:extLst>
                </p:cNvPr>
                <p:cNvSpPr/>
                <p:nvPr/>
              </p:nvSpPr>
              <p:spPr>
                <a:xfrm>
                  <a:off x="6595014" y="5247330"/>
                  <a:ext cx="10572" cy="503872"/>
                </a:xfrm>
                <a:custGeom>
                  <a:avLst/>
                  <a:gdLst>
                    <a:gd name="connsiteX0" fmla="*/ 10573 w 10572"/>
                    <a:gd name="connsiteY0" fmla="*/ 503872 h 503872"/>
                    <a:gd name="connsiteX1" fmla="*/ 0 w 10572"/>
                    <a:gd name="connsiteY1" fmla="*/ 0 h 5038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572" h="503872">
                      <a:moveTo>
                        <a:pt x="10573" y="503872"/>
                      </a:moveTo>
                      <a:cubicBezTo>
                        <a:pt x="10573" y="503872"/>
                        <a:pt x="286" y="177260"/>
                        <a:pt x="0" y="0"/>
                      </a:cubicBezTo>
                    </a:path>
                  </a:pathLst>
                </a:custGeom>
                <a:solidFill>
                  <a:srgbClr val="FFFFFF"/>
                </a:solidFill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3" name="任意多边形: 形状 522">
                  <a:extLst>
                    <a:ext uri="{FF2B5EF4-FFF2-40B4-BE49-F238E27FC236}">
                      <a16:creationId xmlns:a16="http://schemas.microsoft.com/office/drawing/2014/main" id="{11A7B737-E475-43CF-BF27-DD5D99DBEF7D}"/>
                    </a:ext>
                  </a:extLst>
                </p:cNvPr>
                <p:cNvSpPr/>
                <p:nvPr/>
              </p:nvSpPr>
              <p:spPr>
                <a:xfrm>
                  <a:off x="6473856" y="3764918"/>
                  <a:ext cx="786534" cy="1486793"/>
                </a:xfrm>
                <a:custGeom>
                  <a:avLst/>
                  <a:gdLst>
                    <a:gd name="connsiteX0" fmla="*/ 532066 w 786534"/>
                    <a:gd name="connsiteY0" fmla="*/ 5371 h 1486793"/>
                    <a:gd name="connsiteX1" fmla="*/ 608266 w 786534"/>
                    <a:gd name="connsiteY1" fmla="*/ 56615 h 1486793"/>
                    <a:gd name="connsiteX2" fmla="*/ 720661 w 786534"/>
                    <a:gd name="connsiteY2" fmla="*/ 203872 h 1486793"/>
                    <a:gd name="connsiteX3" fmla="*/ 704374 w 786534"/>
                    <a:gd name="connsiteY3" fmla="*/ 794422 h 1486793"/>
                    <a:gd name="connsiteX4" fmla="*/ 757809 w 786534"/>
                    <a:gd name="connsiteY4" fmla="*/ 1171612 h 1486793"/>
                    <a:gd name="connsiteX5" fmla="*/ 786384 w 786534"/>
                    <a:gd name="connsiteY5" fmla="*/ 1428787 h 1486793"/>
                    <a:gd name="connsiteX6" fmla="*/ 555879 w 786534"/>
                    <a:gd name="connsiteY6" fmla="*/ 1456885 h 1486793"/>
                    <a:gd name="connsiteX7" fmla="*/ 120682 w 786534"/>
                    <a:gd name="connsiteY7" fmla="*/ 1482127 h 1486793"/>
                    <a:gd name="connsiteX8" fmla="*/ 84010 w 786534"/>
                    <a:gd name="connsiteY8" fmla="*/ 1486794 h 1486793"/>
                    <a:gd name="connsiteX9" fmla="*/ 74485 w 786534"/>
                    <a:gd name="connsiteY9" fmla="*/ 1399926 h 1486793"/>
                    <a:gd name="connsiteX10" fmla="*/ 50768 w 786534"/>
                    <a:gd name="connsiteY10" fmla="*/ 1471459 h 1486793"/>
                    <a:gd name="connsiteX11" fmla="*/ 0 w 786534"/>
                    <a:gd name="connsiteY11" fmla="*/ 1459838 h 1486793"/>
                    <a:gd name="connsiteX12" fmla="*/ 39433 w 786534"/>
                    <a:gd name="connsiteY12" fmla="*/ 1243811 h 1486793"/>
                    <a:gd name="connsiteX13" fmla="*/ 97917 w 786534"/>
                    <a:gd name="connsiteY13" fmla="*/ 899578 h 1486793"/>
                    <a:gd name="connsiteX14" fmla="*/ 21146 w 786534"/>
                    <a:gd name="connsiteY14" fmla="*/ 620495 h 1486793"/>
                    <a:gd name="connsiteX15" fmla="*/ 97346 w 786534"/>
                    <a:gd name="connsiteY15" fmla="*/ 312647 h 1486793"/>
                    <a:gd name="connsiteX16" fmla="*/ 326993 w 786534"/>
                    <a:gd name="connsiteY16" fmla="*/ 73189 h 1486793"/>
                    <a:gd name="connsiteX17" fmla="*/ 532066 w 786534"/>
                    <a:gd name="connsiteY17" fmla="*/ 5371 h 14867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86534" h="1486793">
                      <a:moveTo>
                        <a:pt x="532066" y="5371"/>
                      </a:moveTo>
                      <a:lnTo>
                        <a:pt x="608266" y="56615"/>
                      </a:lnTo>
                      <a:cubicBezTo>
                        <a:pt x="608266" y="56615"/>
                        <a:pt x="698468" y="137197"/>
                        <a:pt x="720661" y="203872"/>
                      </a:cubicBezTo>
                      <a:cubicBezTo>
                        <a:pt x="742855" y="270547"/>
                        <a:pt x="726757" y="666501"/>
                        <a:pt x="704374" y="794422"/>
                      </a:cubicBezTo>
                      <a:cubicBezTo>
                        <a:pt x="681990" y="922342"/>
                        <a:pt x="737902" y="1081696"/>
                        <a:pt x="757809" y="1171612"/>
                      </a:cubicBezTo>
                      <a:cubicBezTo>
                        <a:pt x="777716" y="1261528"/>
                        <a:pt x="786384" y="1428787"/>
                        <a:pt x="786384" y="1428787"/>
                      </a:cubicBezTo>
                      <a:cubicBezTo>
                        <a:pt x="786384" y="1428787"/>
                        <a:pt x="800481" y="1448408"/>
                        <a:pt x="555879" y="1456885"/>
                      </a:cubicBezTo>
                      <a:cubicBezTo>
                        <a:pt x="311277" y="1465363"/>
                        <a:pt x="140684" y="1478126"/>
                        <a:pt x="120682" y="1482127"/>
                      </a:cubicBezTo>
                      <a:cubicBezTo>
                        <a:pt x="108595" y="1484603"/>
                        <a:pt x="96336" y="1486165"/>
                        <a:pt x="84010" y="1486794"/>
                      </a:cubicBezTo>
                      <a:lnTo>
                        <a:pt x="74485" y="1399926"/>
                      </a:lnTo>
                      <a:lnTo>
                        <a:pt x="50768" y="1471459"/>
                      </a:lnTo>
                      <a:lnTo>
                        <a:pt x="0" y="1459838"/>
                      </a:lnTo>
                      <a:cubicBezTo>
                        <a:pt x="0" y="1459838"/>
                        <a:pt x="31528" y="1304390"/>
                        <a:pt x="39433" y="1243811"/>
                      </a:cubicBezTo>
                      <a:cubicBezTo>
                        <a:pt x="47339" y="1183232"/>
                        <a:pt x="97250" y="977111"/>
                        <a:pt x="97917" y="899578"/>
                      </a:cubicBezTo>
                      <a:cubicBezTo>
                        <a:pt x="98584" y="822044"/>
                        <a:pt x="33814" y="697267"/>
                        <a:pt x="21146" y="620495"/>
                      </a:cubicBezTo>
                      <a:cubicBezTo>
                        <a:pt x="8477" y="543724"/>
                        <a:pt x="34004" y="412088"/>
                        <a:pt x="97346" y="312647"/>
                      </a:cubicBezTo>
                      <a:cubicBezTo>
                        <a:pt x="160687" y="213206"/>
                        <a:pt x="203168" y="174725"/>
                        <a:pt x="326993" y="73189"/>
                      </a:cubicBezTo>
                      <a:cubicBezTo>
                        <a:pt x="450818" y="-28348"/>
                        <a:pt x="532066" y="5371"/>
                        <a:pt x="532066" y="537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4" name="任意多边形: 形状 523">
                  <a:extLst>
                    <a:ext uri="{FF2B5EF4-FFF2-40B4-BE49-F238E27FC236}">
                      <a16:creationId xmlns:a16="http://schemas.microsoft.com/office/drawing/2014/main" id="{702F253B-8F11-4957-8083-2F14D69069C9}"/>
                    </a:ext>
                  </a:extLst>
                </p:cNvPr>
                <p:cNvSpPr/>
                <p:nvPr/>
              </p:nvSpPr>
              <p:spPr>
                <a:xfrm>
                  <a:off x="6807422" y="4879284"/>
                  <a:ext cx="255555" cy="80581"/>
                </a:xfrm>
                <a:custGeom>
                  <a:avLst/>
                  <a:gdLst>
                    <a:gd name="connsiteX0" fmla="*/ 0 w 255555"/>
                    <a:gd name="connsiteY0" fmla="*/ 51626 h 80581"/>
                    <a:gd name="connsiteX1" fmla="*/ 255556 w 255555"/>
                    <a:gd name="connsiteY1" fmla="*/ 80581 h 80581"/>
                    <a:gd name="connsiteX2" fmla="*/ 241173 w 255555"/>
                    <a:gd name="connsiteY2" fmla="*/ 13716 h 80581"/>
                    <a:gd name="connsiteX3" fmla="*/ 81724 w 255555"/>
                    <a:gd name="connsiteY3" fmla="*/ 0 h 805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5555" h="80581">
                      <a:moveTo>
                        <a:pt x="0" y="51626"/>
                      </a:moveTo>
                      <a:lnTo>
                        <a:pt x="255556" y="80581"/>
                      </a:lnTo>
                      <a:lnTo>
                        <a:pt x="241173" y="13716"/>
                      </a:lnTo>
                      <a:lnTo>
                        <a:pt x="81724" y="0"/>
                      </a:lnTo>
                    </a:path>
                  </a:pathLst>
                </a:custGeom>
                <a:noFill/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5" name="任意多边形: 形状 524">
                  <a:extLst>
                    <a:ext uri="{FF2B5EF4-FFF2-40B4-BE49-F238E27FC236}">
                      <a16:creationId xmlns:a16="http://schemas.microsoft.com/office/drawing/2014/main" id="{0CD51898-50BD-4F36-B696-F290DFF7F0B2}"/>
                    </a:ext>
                  </a:extLst>
                </p:cNvPr>
                <p:cNvSpPr/>
                <p:nvPr/>
              </p:nvSpPr>
              <p:spPr>
                <a:xfrm>
                  <a:off x="6705123" y="4875570"/>
                  <a:ext cx="64103" cy="51053"/>
                </a:xfrm>
                <a:custGeom>
                  <a:avLst/>
                  <a:gdLst>
                    <a:gd name="connsiteX0" fmla="*/ 12954 w 64103"/>
                    <a:gd name="connsiteY0" fmla="*/ 0 h 51053"/>
                    <a:gd name="connsiteX1" fmla="*/ 0 w 64103"/>
                    <a:gd name="connsiteY1" fmla="*/ 43815 h 51053"/>
                    <a:gd name="connsiteX2" fmla="*/ 64103 w 64103"/>
                    <a:gd name="connsiteY2" fmla="*/ 51054 h 510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103" h="51053">
                      <a:moveTo>
                        <a:pt x="12954" y="0"/>
                      </a:moveTo>
                      <a:lnTo>
                        <a:pt x="0" y="43815"/>
                      </a:lnTo>
                      <a:lnTo>
                        <a:pt x="64103" y="51054"/>
                      </a:lnTo>
                    </a:path>
                  </a:pathLst>
                </a:custGeom>
                <a:noFill/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6" name="任意多边形: 形状 525">
                  <a:extLst>
                    <a:ext uri="{FF2B5EF4-FFF2-40B4-BE49-F238E27FC236}">
                      <a16:creationId xmlns:a16="http://schemas.microsoft.com/office/drawing/2014/main" id="{4707110B-4E6F-4BC1-97D1-E917D9CA979B}"/>
                    </a:ext>
                  </a:extLst>
                </p:cNvPr>
                <p:cNvSpPr/>
                <p:nvPr/>
              </p:nvSpPr>
              <p:spPr>
                <a:xfrm>
                  <a:off x="6781038" y="4401415"/>
                  <a:ext cx="32956" cy="36290"/>
                </a:xfrm>
                <a:custGeom>
                  <a:avLst/>
                  <a:gdLst>
                    <a:gd name="connsiteX0" fmla="*/ 32956 w 32956"/>
                    <a:gd name="connsiteY0" fmla="*/ 36290 h 36290"/>
                    <a:gd name="connsiteX1" fmla="*/ 0 w 32956"/>
                    <a:gd name="connsiteY1" fmla="*/ 0 h 362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2956" h="36290">
                      <a:moveTo>
                        <a:pt x="32956" y="36290"/>
                      </a:moveTo>
                      <a:cubicBezTo>
                        <a:pt x="20945" y="25165"/>
                        <a:pt x="9915" y="13020"/>
                        <a:pt x="0" y="0"/>
                      </a:cubicBezTo>
                    </a:path>
                  </a:pathLst>
                </a:custGeom>
                <a:noFill/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7" name="任意多边形: 形状 526">
                  <a:extLst>
                    <a:ext uri="{FF2B5EF4-FFF2-40B4-BE49-F238E27FC236}">
                      <a16:creationId xmlns:a16="http://schemas.microsoft.com/office/drawing/2014/main" id="{E311DC64-F4C1-434C-8BD5-CC9BCB4738BA}"/>
                    </a:ext>
                  </a:extLst>
                </p:cNvPr>
                <p:cNvSpPr/>
                <p:nvPr/>
              </p:nvSpPr>
              <p:spPr>
                <a:xfrm>
                  <a:off x="6846379" y="4467042"/>
                  <a:ext cx="56483" cy="45719"/>
                </a:xfrm>
                <a:custGeom>
                  <a:avLst/>
                  <a:gdLst>
                    <a:gd name="connsiteX0" fmla="*/ 56483 w 56483"/>
                    <a:gd name="connsiteY0" fmla="*/ 45720 h 45719"/>
                    <a:gd name="connsiteX1" fmla="*/ 0 w 56483"/>
                    <a:gd name="connsiteY1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6483" h="45719">
                      <a:moveTo>
                        <a:pt x="56483" y="45720"/>
                      </a:moveTo>
                      <a:cubicBezTo>
                        <a:pt x="56483" y="45720"/>
                        <a:pt x="29528" y="25337"/>
                        <a:pt x="0" y="0"/>
                      </a:cubicBezTo>
                    </a:path>
                  </a:pathLst>
                </a:custGeom>
                <a:noFill/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8" name="任意多边形: 形状 527">
                  <a:extLst>
                    <a:ext uri="{FF2B5EF4-FFF2-40B4-BE49-F238E27FC236}">
                      <a16:creationId xmlns:a16="http://schemas.microsoft.com/office/drawing/2014/main" id="{3CF415BC-25F4-451F-A620-2C9A4F356C61}"/>
                    </a:ext>
                  </a:extLst>
                </p:cNvPr>
                <p:cNvSpPr/>
                <p:nvPr/>
              </p:nvSpPr>
              <p:spPr>
                <a:xfrm>
                  <a:off x="6496716" y="3764890"/>
                  <a:ext cx="585311" cy="758539"/>
                </a:xfrm>
                <a:custGeom>
                  <a:avLst/>
                  <a:gdLst>
                    <a:gd name="connsiteX0" fmla="*/ 509206 w 585311"/>
                    <a:gd name="connsiteY0" fmla="*/ 5398 h 758539"/>
                    <a:gd name="connsiteX1" fmla="*/ 304133 w 585311"/>
                    <a:gd name="connsiteY1" fmla="*/ 73216 h 758539"/>
                    <a:gd name="connsiteX2" fmla="*/ 74295 w 585311"/>
                    <a:gd name="connsiteY2" fmla="*/ 312675 h 758539"/>
                    <a:gd name="connsiteX3" fmla="*/ 0 w 585311"/>
                    <a:gd name="connsiteY3" fmla="*/ 513747 h 758539"/>
                    <a:gd name="connsiteX4" fmla="*/ 4953 w 585311"/>
                    <a:gd name="connsiteY4" fmla="*/ 536417 h 758539"/>
                    <a:gd name="connsiteX5" fmla="*/ 79820 w 585311"/>
                    <a:gd name="connsiteY5" fmla="*/ 758540 h 758539"/>
                    <a:gd name="connsiteX6" fmla="*/ 267748 w 585311"/>
                    <a:gd name="connsiteY6" fmla="*/ 279051 h 758539"/>
                    <a:gd name="connsiteX7" fmla="*/ 585311 w 585311"/>
                    <a:gd name="connsiteY7" fmla="*/ 56642 h 758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85311" h="758539">
                      <a:moveTo>
                        <a:pt x="509206" y="5398"/>
                      </a:moveTo>
                      <a:cubicBezTo>
                        <a:pt x="509206" y="5398"/>
                        <a:pt x="427958" y="-28416"/>
                        <a:pt x="304133" y="73216"/>
                      </a:cubicBezTo>
                      <a:cubicBezTo>
                        <a:pt x="180308" y="174848"/>
                        <a:pt x="137922" y="213424"/>
                        <a:pt x="74295" y="312675"/>
                      </a:cubicBezTo>
                      <a:cubicBezTo>
                        <a:pt x="36281" y="374035"/>
                        <a:pt x="11020" y="442414"/>
                        <a:pt x="0" y="513747"/>
                      </a:cubicBezTo>
                      <a:cubicBezTo>
                        <a:pt x="1524" y="521177"/>
                        <a:pt x="3143" y="528702"/>
                        <a:pt x="4953" y="536417"/>
                      </a:cubicBezTo>
                      <a:cubicBezTo>
                        <a:pt x="40386" y="686150"/>
                        <a:pt x="79820" y="758540"/>
                        <a:pt x="79820" y="758540"/>
                      </a:cubicBezTo>
                      <a:cubicBezTo>
                        <a:pt x="79820" y="758540"/>
                        <a:pt x="148399" y="417354"/>
                        <a:pt x="267748" y="279051"/>
                      </a:cubicBezTo>
                      <a:cubicBezTo>
                        <a:pt x="387096" y="140748"/>
                        <a:pt x="585311" y="56642"/>
                        <a:pt x="585311" y="566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9" name="任意多边形: 形状 528">
                  <a:extLst>
                    <a:ext uri="{FF2B5EF4-FFF2-40B4-BE49-F238E27FC236}">
                      <a16:creationId xmlns:a16="http://schemas.microsoft.com/office/drawing/2014/main" id="{75C54ACC-DCC0-4089-8343-8357568720FF}"/>
                    </a:ext>
                  </a:extLst>
                </p:cNvPr>
                <p:cNvSpPr/>
                <p:nvPr/>
              </p:nvSpPr>
              <p:spPr>
                <a:xfrm>
                  <a:off x="6535004" y="3060273"/>
                  <a:ext cx="595224" cy="1428867"/>
                </a:xfrm>
                <a:custGeom>
                  <a:avLst/>
                  <a:gdLst>
                    <a:gd name="connsiteX0" fmla="*/ 173072 w 595224"/>
                    <a:gd name="connsiteY0" fmla="*/ 44503 h 1428867"/>
                    <a:gd name="connsiteX1" fmla="*/ 76965 w 595224"/>
                    <a:gd name="connsiteY1" fmla="*/ 193855 h 1428867"/>
                    <a:gd name="connsiteX2" fmla="*/ 52200 w 595224"/>
                    <a:gd name="connsiteY2" fmla="*/ 337683 h 1428867"/>
                    <a:gd name="connsiteX3" fmla="*/ 3908 w 595224"/>
                    <a:gd name="connsiteY3" fmla="*/ 404930 h 1428867"/>
                    <a:gd name="connsiteX4" fmla="*/ 40770 w 595224"/>
                    <a:gd name="connsiteY4" fmla="*/ 436362 h 1428867"/>
                    <a:gd name="connsiteX5" fmla="*/ 91062 w 595224"/>
                    <a:gd name="connsiteY5" fmla="*/ 598287 h 1428867"/>
                    <a:gd name="connsiteX6" fmla="*/ 189646 w 595224"/>
                    <a:gd name="connsiteY6" fmla="*/ 606764 h 1428867"/>
                    <a:gd name="connsiteX7" fmla="*/ 213458 w 595224"/>
                    <a:gd name="connsiteY7" fmla="*/ 778976 h 1428867"/>
                    <a:gd name="connsiteX8" fmla="*/ 22387 w 595224"/>
                    <a:gd name="connsiteY8" fmla="*/ 1118447 h 1428867"/>
                    <a:gd name="connsiteX9" fmla="*/ 26863 w 595224"/>
                    <a:gd name="connsiteY9" fmla="*/ 1428867 h 1428867"/>
                    <a:gd name="connsiteX10" fmla="*/ 119732 w 595224"/>
                    <a:gd name="connsiteY10" fmla="*/ 1000909 h 1428867"/>
                    <a:gd name="connsiteX11" fmla="*/ 383670 w 595224"/>
                    <a:gd name="connsiteY11" fmla="*/ 754021 h 1428867"/>
                    <a:gd name="connsiteX12" fmla="*/ 470919 w 595224"/>
                    <a:gd name="connsiteY12" fmla="*/ 709825 h 1428867"/>
                    <a:gd name="connsiteX13" fmla="*/ 437200 w 595224"/>
                    <a:gd name="connsiteY13" fmla="*/ 613051 h 1428867"/>
                    <a:gd name="connsiteX14" fmla="*/ 440153 w 595224"/>
                    <a:gd name="connsiteY14" fmla="*/ 526564 h 1428867"/>
                    <a:gd name="connsiteX15" fmla="*/ 583028 w 595224"/>
                    <a:gd name="connsiteY15" fmla="*/ 363686 h 1428867"/>
                    <a:gd name="connsiteX16" fmla="*/ 506828 w 595224"/>
                    <a:gd name="connsiteY16" fmla="*/ 56505 h 1428867"/>
                    <a:gd name="connsiteX17" fmla="*/ 173072 w 595224"/>
                    <a:gd name="connsiteY17" fmla="*/ 44503 h 14288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95224" h="1428867">
                      <a:moveTo>
                        <a:pt x="173072" y="44503"/>
                      </a:moveTo>
                      <a:cubicBezTo>
                        <a:pt x="173072" y="44503"/>
                        <a:pt x="83632" y="128038"/>
                        <a:pt x="76965" y="193855"/>
                      </a:cubicBezTo>
                      <a:cubicBezTo>
                        <a:pt x="70297" y="259673"/>
                        <a:pt x="63344" y="316442"/>
                        <a:pt x="52200" y="337683"/>
                      </a:cubicBezTo>
                      <a:cubicBezTo>
                        <a:pt x="41055" y="358924"/>
                        <a:pt x="-15142" y="372830"/>
                        <a:pt x="3908" y="404930"/>
                      </a:cubicBezTo>
                      <a:cubicBezTo>
                        <a:pt x="22958" y="437029"/>
                        <a:pt x="40770" y="436362"/>
                        <a:pt x="40770" y="436362"/>
                      </a:cubicBezTo>
                      <a:cubicBezTo>
                        <a:pt x="40770" y="436362"/>
                        <a:pt x="69345" y="578380"/>
                        <a:pt x="91062" y="598287"/>
                      </a:cubicBezTo>
                      <a:cubicBezTo>
                        <a:pt x="112779" y="618194"/>
                        <a:pt x="189646" y="606764"/>
                        <a:pt x="189646" y="606764"/>
                      </a:cubicBezTo>
                      <a:lnTo>
                        <a:pt x="213458" y="778976"/>
                      </a:lnTo>
                      <a:cubicBezTo>
                        <a:pt x="213458" y="778976"/>
                        <a:pt x="53533" y="920804"/>
                        <a:pt x="22387" y="1118447"/>
                      </a:cubicBezTo>
                      <a:cubicBezTo>
                        <a:pt x="-8760" y="1316091"/>
                        <a:pt x="26863" y="1428867"/>
                        <a:pt x="26863" y="1428867"/>
                      </a:cubicBezTo>
                      <a:cubicBezTo>
                        <a:pt x="26863" y="1428867"/>
                        <a:pt x="47723" y="1117495"/>
                        <a:pt x="119732" y="1000909"/>
                      </a:cubicBezTo>
                      <a:cubicBezTo>
                        <a:pt x="191741" y="884323"/>
                        <a:pt x="359000" y="773928"/>
                        <a:pt x="383670" y="754021"/>
                      </a:cubicBezTo>
                      <a:cubicBezTo>
                        <a:pt x="408339" y="734114"/>
                        <a:pt x="470919" y="709825"/>
                        <a:pt x="470919" y="709825"/>
                      </a:cubicBezTo>
                      <a:cubicBezTo>
                        <a:pt x="470919" y="709825"/>
                        <a:pt x="441201" y="643150"/>
                        <a:pt x="437200" y="613051"/>
                      </a:cubicBezTo>
                      <a:cubicBezTo>
                        <a:pt x="433200" y="582952"/>
                        <a:pt x="434533" y="538660"/>
                        <a:pt x="440153" y="526564"/>
                      </a:cubicBezTo>
                      <a:cubicBezTo>
                        <a:pt x="445773" y="514467"/>
                        <a:pt x="545690" y="478177"/>
                        <a:pt x="583028" y="363686"/>
                      </a:cubicBezTo>
                      <a:cubicBezTo>
                        <a:pt x="620366" y="249196"/>
                        <a:pt x="565407" y="114036"/>
                        <a:pt x="506828" y="56505"/>
                      </a:cubicBezTo>
                      <a:cubicBezTo>
                        <a:pt x="448249" y="-1026"/>
                        <a:pt x="247938" y="-29601"/>
                        <a:pt x="173072" y="44503"/>
                      </a:cubicBezTo>
                      <a:close/>
                    </a:path>
                  </a:pathLst>
                </a:custGeom>
                <a:solidFill>
                  <a:srgbClr val="BDBDBD"/>
                </a:solidFill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0" name="任意多边形: 形状 529">
                  <a:extLst>
                    <a:ext uri="{FF2B5EF4-FFF2-40B4-BE49-F238E27FC236}">
                      <a16:creationId xmlns:a16="http://schemas.microsoft.com/office/drawing/2014/main" id="{730F308C-196B-4EC0-9DAE-F4ABF5B03E57}"/>
                    </a:ext>
                  </a:extLst>
                </p:cNvPr>
                <p:cNvSpPr/>
                <p:nvPr/>
              </p:nvSpPr>
              <p:spPr>
                <a:xfrm>
                  <a:off x="6695979" y="3060347"/>
                  <a:ext cx="434940" cy="521917"/>
                </a:xfrm>
                <a:custGeom>
                  <a:avLst/>
                  <a:gdLst>
                    <a:gd name="connsiteX0" fmla="*/ 422434 w 434940"/>
                    <a:gd name="connsiteY0" fmla="*/ 363803 h 521917"/>
                    <a:gd name="connsiteX1" fmla="*/ 346234 w 434940"/>
                    <a:gd name="connsiteY1" fmla="*/ 56621 h 521917"/>
                    <a:gd name="connsiteX2" fmla="*/ 12192 w 434940"/>
                    <a:gd name="connsiteY2" fmla="*/ 44429 h 521917"/>
                    <a:gd name="connsiteX3" fmla="*/ 0 w 434940"/>
                    <a:gd name="connsiteY3" fmla="*/ 56621 h 521917"/>
                    <a:gd name="connsiteX4" fmla="*/ 86963 w 434940"/>
                    <a:gd name="connsiteY4" fmla="*/ 53764 h 521917"/>
                    <a:gd name="connsiteX5" fmla="*/ 129254 w 434940"/>
                    <a:gd name="connsiteY5" fmla="*/ 156539 h 521917"/>
                    <a:gd name="connsiteX6" fmla="*/ 155829 w 434940"/>
                    <a:gd name="connsiteY6" fmla="*/ 232739 h 521917"/>
                    <a:gd name="connsiteX7" fmla="*/ 176594 w 434940"/>
                    <a:gd name="connsiteY7" fmla="*/ 315511 h 521917"/>
                    <a:gd name="connsiteX8" fmla="*/ 262319 w 434940"/>
                    <a:gd name="connsiteY8" fmla="*/ 306557 h 521917"/>
                    <a:gd name="connsiteX9" fmla="*/ 248507 w 434940"/>
                    <a:gd name="connsiteY9" fmla="*/ 423143 h 521917"/>
                    <a:gd name="connsiteX10" fmla="*/ 195834 w 434940"/>
                    <a:gd name="connsiteY10" fmla="*/ 448861 h 521917"/>
                    <a:gd name="connsiteX11" fmla="*/ 283464 w 434940"/>
                    <a:gd name="connsiteY11" fmla="*/ 521918 h 521917"/>
                    <a:gd name="connsiteX12" fmla="*/ 422434 w 434940"/>
                    <a:gd name="connsiteY12" fmla="*/ 363803 h 521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34940" h="521917">
                      <a:moveTo>
                        <a:pt x="422434" y="363803"/>
                      </a:moveTo>
                      <a:cubicBezTo>
                        <a:pt x="460534" y="249503"/>
                        <a:pt x="404813" y="114152"/>
                        <a:pt x="346234" y="56621"/>
                      </a:cubicBezTo>
                      <a:cubicBezTo>
                        <a:pt x="287655" y="-910"/>
                        <a:pt x="87059" y="-29675"/>
                        <a:pt x="12192" y="44429"/>
                      </a:cubicBezTo>
                      <a:cubicBezTo>
                        <a:pt x="12192" y="44429"/>
                        <a:pt x="7429" y="48906"/>
                        <a:pt x="0" y="56621"/>
                      </a:cubicBezTo>
                      <a:cubicBezTo>
                        <a:pt x="28461" y="49506"/>
                        <a:pt x="58103" y="48535"/>
                        <a:pt x="86963" y="53764"/>
                      </a:cubicBezTo>
                      <a:cubicBezTo>
                        <a:pt x="146876" y="63289"/>
                        <a:pt x="145542" y="110914"/>
                        <a:pt x="129254" y="156539"/>
                      </a:cubicBezTo>
                      <a:cubicBezTo>
                        <a:pt x="112967" y="202163"/>
                        <a:pt x="125254" y="210260"/>
                        <a:pt x="155829" y="232739"/>
                      </a:cubicBezTo>
                      <a:cubicBezTo>
                        <a:pt x="186404" y="255218"/>
                        <a:pt x="155067" y="298366"/>
                        <a:pt x="176594" y="315511"/>
                      </a:cubicBezTo>
                      <a:cubicBezTo>
                        <a:pt x="198120" y="332656"/>
                        <a:pt x="215646" y="239311"/>
                        <a:pt x="262319" y="306557"/>
                      </a:cubicBezTo>
                      <a:cubicBezTo>
                        <a:pt x="308991" y="373804"/>
                        <a:pt x="277654" y="404284"/>
                        <a:pt x="248507" y="423143"/>
                      </a:cubicBezTo>
                      <a:cubicBezTo>
                        <a:pt x="232181" y="434040"/>
                        <a:pt x="214465" y="442698"/>
                        <a:pt x="195834" y="448861"/>
                      </a:cubicBezTo>
                      <a:cubicBezTo>
                        <a:pt x="195834" y="448861"/>
                        <a:pt x="239935" y="500581"/>
                        <a:pt x="283464" y="521918"/>
                      </a:cubicBezTo>
                      <a:cubicBezTo>
                        <a:pt x="304324" y="506392"/>
                        <a:pt x="388525" y="466673"/>
                        <a:pt x="422434" y="363803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1" name="任意多边形: 形状 530">
                  <a:extLst>
                    <a:ext uri="{FF2B5EF4-FFF2-40B4-BE49-F238E27FC236}">
                      <a16:creationId xmlns:a16="http://schemas.microsoft.com/office/drawing/2014/main" id="{2B9F15F3-117E-4BF3-9DD4-642923EA9FD6}"/>
                    </a:ext>
                  </a:extLst>
                </p:cNvPr>
                <p:cNvSpPr/>
                <p:nvPr/>
              </p:nvSpPr>
              <p:spPr>
                <a:xfrm>
                  <a:off x="6624256" y="3488825"/>
                  <a:ext cx="91249" cy="32956"/>
                </a:xfrm>
                <a:custGeom>
                  <a:avLst/>
                  <a:gdLst>
                    <a:gd name="connsiteX0" fmla="*/ 0 w 91249"/>
                    <a:gd name="connsiteY0" fmla="*/ 32957 h 32956"/>
                    <a:gd name="connsiteX1" fmla="*/ 91250 w 91249"/>
                    <a:gd name="connsiteY1" fmla="*/ 0 h 32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1249" h="32956">
                      <a:moveTo>
                        <a:pt x="0" y="32957"/>
                      </a:moveTo>
                      <a:cubicBezTo>
                        <a:pt x="0" y="32957"/>
                        <a:pt x="62389" y="27813"/>
                        <a:pt x="91250" y="0"/>
                      </a:cubicBezTo>
                    </a:path>
                  </a:pathLst>
                </a:custGeom>
                <a:noFill/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2" name="任意多边形: 形状 531">
                  <a:extLst>
                    <a:ext uri="{FF2B5EF4-FFF2-40B4-BE49-F238E27FC236}">
                      <a16:creationId xmlns:a16="http://schemas.microsoft.com/office/drawing/2014/main" id="{656763B3-DFF5-4FB1-93FD-37ED8BFB4026}"/>
                    </a:ext>
                  </a:extLst>
                </p:cNvPr>
                <p:cNvSpPr/>
                <p:nvPr/>
              </p:nvSpPr>
              <p:spPr>
                <a:xfrm>
                  <a:off x="6636980" y="3348135"/>
                  <a:ext cx="26928" cy="53540"/>
                </a:xfrm>
                <a:custGeom>
                  <a:avLst/>
                  <a:gdLst>
                    <a:gd name="connsiteX0" fmla="*/ 26900 w 26928"/>
                    <a:gd name="connsiteY0" fmla="*/ 26294 h 53540"/>
                    <a:gd name="connsiteX1" fmla="*/ 14422 w 26928"/>
                    <a:gd name="connsiteY1" fmla="*/ 53536 h 53540"/>
                    <a:gd name="connsiteX2" fmla="*/ 39 w 26928"/>
                    <a:gd name="connsiteY2" fmla="*/ 27247 h 53540"/>
                    <a:gd name="connsiteX3" fmla="*/ 12517 w 26928"/>
                    <a:gd name="connsiteY3" fmla="*/ 5 h 53540"/>
                    <a:gd name="connsiteX4" fmla="*/ 26900 w 26928"/>
                    <a:gd name="connsiteY4" fmla="*/ 26294 h 535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928" h="53540">
                      <a:moveTo>
                        <a:pt x="26900" y="26294"/>
                      </a:moveTo>
                      <a:cubicBezTo>
                        <a:pt x="27376" y="41058"/>
                        <a:pt x="21756" y="53250"/>
                        <a:pt x="14422" y="53536"/>
                      </a:cubicBezTo>
                      <a:cubicBezTo>
                        <a:pt x="7088" y="53821"/>
                        <a:pt x="611" y="42010"/>
                        <a:pt x="39" y="27247"/>
                      </a:cubicBezTo>
                      <a:cubicBezTo>
                        <a:pt x="-532" y="12483"/>
                        <a:pt x="5183" y="291"/>
                        <a:pt x="12517" y="5"/>
                      </a:cubicBezTo>
                      <a:cubicBezTo>
                        <a:pt x="19852" y="-281"/>
                        <a:pt x="26329" y="11530"/>
                        <a:pt x="26900" y="26294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3" name="任意多边形: 形状 532">
                  <a:extLst>
                    <a:ext uri="{FF2B5EF4-FFF2-40B4-BE49-F238E27FC236}">
                      <a16:creationId xmlns:a16="http://schemas.microsoft.com/office/drawing/2014/main" id="{AC737FF5-14A3-45D8-A3BA-722DF22651D9}"/>
                    </a:ext>
                  </a:extLst>
                </p:cNvPr>
                <p:cNvSpPr/>
                <p:nvPr/>
              </p:nvSpPr>
              <p:spPr>
                <a:xfrm>
                  <a:off x="6637019" y="3303433"/>
                  <a:ext cx="48863" cy="15560"/>
                </a:xfrm>
                <a:custGeom>
                  <a:avLst/>
                  <a:gdLst>
                    <a:gd name="connsiteX0" fmla="*/ 0 w 48863"/>
                    <a:gd name="connsiteY0" fmla="*/ 10703 h 15560"/>
                    <a:gd name="connsiteX1" fmla="*/ 48863 w 48863"/>
                    <a:gd name="connsiteY1" fmla="*/ 15561 h 15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8863" h="15560">
                      <a:moveTo>
                        <a:pt x="0" y="10703"/>
                      </a:moveTo>
                      <a:cubicBezTo>
                        <a:pt x="0" y="10703"/>
                        <a:pt x="20098" y="-16348"/>
                        <a:pt x="48863" y="15561"/>
                      </a:cubicBezTo>
                    </a:path>
                  </a:pathLst>
                </a:custGeom>
                <a:noFill/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4" name="任意多边形: 形状 533">
                  <a:extLst>
                    <a:ext uri="{FF2B5EF4-FFF2-40B4-BE49-F238E27FC236}">
                      <a16:creationId xmlns:a16="http://schemas.microsoft.com/office/drawing/2014/main" id="{86608E0E-30D1-4C1B-BC09-9D62F83D7FFB}"/>
                    </a:ext>
                  </a:extLst>
                </p:cNvPr>
                <p:cNvSpPr/>
                <p:nvPr/>
              </p:nvSpPr>
              <p:spPr>
                <a:xfrm>
                  <a:off x="6724650" y="3639224"/>
                  <a:ext cx="74390" cy="93059"/>
                </a:xfrm>
                <a:custGeom>
                  <a:avLst/>
                  <a:gdLst>
                    <a:gd name="connsiteX0" fmla="*/ 0 w 74390"/>
                    <a:gd name="connsiteY0" fmla="*/ 28004 h 93059"/>
                    <a:gd name="connsiteX1" fmla="*/ 74390 w 74390"/>
                    <a:gd name="connsiteY1" fmla="*/ 0 h 93059"/>
                    <a:gd name="connsiteX2" fmla="*/ 22574 w 74390"/>
                    <a:gd name="connsiteY2" fmla="*/ 93059 h 93059"/>
                    <a:gd name="connsiteX3" fmla="*/ 0 w 74390"/>
                    <a:gd name="connsiteY3" fmla="*/ 28004 h 930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390" h="93059">
                      <a:moveTo>
                        <a:pt x="0" y="28004"/>
                      </a:moveTo>
                      <a:lnTo>
                        <a:pt x="74390" y="0"/>
                      </a:lnTo>
                      <a:lnTo>
                        <a:pt x="22574" y="93059"/>
                      </a:lnTo>
                      <a:lnTo>
                        <a:pt x="0" y="28004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5" name="任意多边形: 形状 534">
                  <a:extLst>
                    <a:ext uri="{FF2B5EF4-FFF2-40B4-BE49-F238E27FC236}">
                      <a16:creationId xmlns:a16="http://schemas.microsoft.com/office/drawing/2014/main" id="{C8023B22-849B-4823-9AB0-E971171C3819}"/>
                    </a:ext>
                  </a:extLst>
                </p:cNvPr>
                <p:cNvSpPr/>
                <p:nvPr/>
              </p:nvSpPr>
              <p:spPr>
                <a:xfrm>
                  <a:off x="6412896" y="5034351"/>
                  <a:ext cx="135731" cy="431196"/>
                </a:xfrm>
                <a:custGeom>
                  <a:avLst/>
                  <a:gdLst>
                    <a:gd name="connsiteX0" fmla="*/ 97536 w 135731"/>
                    <a:gd name="connsiteY0" fmla="*/ 0 h 431196"/>
                    <a:gd name="connsiteX1" fmla="*/ 0 w 135731"/>
                    <a:gd name="connsiteY1" fmla="*/ 410813 h 431196"/>
                    <a:gd name="connsiteX2" fmla="*/ 87535 w 135731"/>
                    <a:gd name="connsiteY2" fmla="*/ 431197 h 431196"/>
                    <a:gd name="connsiteX3" fmla="*/ 135731 w 135731"/>
                    <a:gd name="connsiteY3" fmla="*/ 130778 h 431196"/>
                    <a:gd name="connsiteX4" fmla="*/ 97536 w 135731"/>
                    <a:gd name="connsiteY4" fmla="*/ 0 h 4311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731" h="431196">
                      <a:moveTo>
                        <a:pt x="97536" y="0"/>
                      </a:moveTo>
                      <a:lnTo>
                        <a:pt x="0" y="410813"/>
                      </a:lnTo>
                      <a:lnTo>
                        <a:pt x="87535" y="431197"/>
                      </a:lnTo>
                      <a:lnTo>
                        <a:pt x="135731" y="130778"/>
                      </a:lnTo>
                      <a:lnTo>
                        <a:pt x="975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6" name="任意多边形: 形状 535">
                  <a:extLst>
                    <a:ext uri="{FF2B5EF4-FFF2-40B4-BE49-F238E27FC236}">
                      <a16:creationId xmlns:a16="http://schemas.microsoft.com/office/drawing/2014/main" id="{83D05319-C37A-47AD-9267-650CF1F124B9}"/>
                    </a:ext>
                  </a:extLst>
                </p:cNvPr>
                <p:cNvSpPr/>
                <p:nvPr/>
              </p:nvSpPr>
              <p:spPr>
                <a:xfrm>
                  <a:off x="6544620" y="4050800"/>
                  <a:ext cx="108687" cy="438531"/>
                </a:xfrm>
                <a:custGeom>
                  <a:avLst/>
                  <a:gdLst>
                    <a:gd name="connsiteX0" fmla="*/ 52014 w 108687"/>
                    <a:gd name="connsiteY0" fmla="*/ 0 h 438531"/>
                    <a:gd name="connsiteX1" fmla="*/ 12771 w 108687"/>
                    <a:gd name="connsiteY1" fmla="*/ 128111 h 438531"/>
                    <a:gd name="connsiteX2" fmla="*/ 17247 w 108687"/>
                    <a:gd name="connsiteY2" fmla="*/ 438531 h 438531"/>
                    <a:gd name="connsiteX3" fmla="*/ 108687 w 108687"/>
                    <a:gd name="connsiteY3" fmla="*/ 13049 h 438531"/>
                    <a:gd name="connsiteX4" fmla="*/ 52014 w 108687"/>
                    <a:gd name="connsiteY4" fmla="*/ 0 h 4385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8687" h="438531">
                      <a:moveTo>
                        <a:pt x="52014" y="0"/>
                      </a:moveTo>
                      <a:cubicBezTo>
                        <a:pt x="33287" y="40767"/>
                        <a:pt x="20086" y="83849"/>
                        <a:pt x="12771" y="128111"/>
                      </a:cubicBezTo>
                      <a:cubicBezTo>
                        <a:pt x="-18376" y="325660"/>
                        <a:pt x="17247" y="438531"/>
                        <a:pt x="17247" y="438531"/>
                      </a:cubicBezTo>
                      <a:cubicBezTo>
                        <a:pt x="17247" y="438531"/>
                        <a:pt x="37916" y="131350"/>
                        <a:pt x="108687" y="13049"/>
                      </a:cubicBezTo>
                      <a:cubicBezTo>
                        <a:pt x="89361" y="10868"/>
                        <a:pt x="70349" y="6487"/>
                        <a:pt x="5201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7" name="任意多边形: 形状 536">
                  <a:extLst>
                    <a:ext uri="{FF2B5EF4-FFF2-40B4-BE49-F238E27FC236}">
                      <a16:creationId xmlns:a16="http://schemas.microsoft.com/office/drawing/2014/main" id="{4FAF66A1-FCC7-4BA4-B931-9B9CC7C460EA}"/>
                    </a:ext>
                  </a:extLst>
                </p:cNvPr>
                <p:cNvSpPr/>
                <p:nvPr/>
              </p:nvSpPr>
              <p:spPr>
                <a:xfrm>
                  <a:off x="6281261" y="3883743"/>
                  <a:ext cx="931228" cy="910423"/>
                </a:xfrm>
                <a:custGeom>
                  <a:avLst/>
                  <a:gdLst>
                    <a:gd name="connsiteX0" fmla="*/ 616744 w 931228"/>
                    <a:gd name="connsiteY0" fmla="*/ 295263 h 910423"/>
                    <a:gd name="connsiteX1" fmla="*/ 610076 w 931228"/>
                    <a:gd name="connsiteY1" fmla="*/ 643878 h 910423"/>
                    <a:gd name="connsiteX2" fmla="*/ 0 w 931228"/>
                    <a:gd name="connsiteY2" fmla="*/ 744462 h 910423"/>
                    <a:gd name="connsiteX3" fmla="*/ 13335 w 931228"/>
                    <a:gd name="connsiteY3" fmla="*/ 908768 h 910423"/>
                    <a:gd name="connsiteX4" fmla="*/ 509492 w 931228"/>
                    <a:gd name="connsiteY4" fmla="*/ 902005 h 910423"/>
                    <a:gd name="connsiteX5" fmla="*/ 824579 w 931228"/>
                    <a:gd name="connsiteY5" fmla="*/ 861810 h 910423"/>
                    <a:gd name="connsiteX6" fmla="*/ 925258 w 931228"/>
                    <a:gd name="connsiteY6" fmla="*/ 293072 h 910423"/>
                    <a:gd name="connsiteX7" fmla="*/ 808006 w 931228"/>
                    <a:gd name="connsiteY7" fmla="*/ 1417 h 910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31228" h="910423">
                      <a:moveTo>
                        <a:pt x="616744" y="295263"/>
                      </a:moveTo>
                      <a:lnTo>
                        <a:pt x="610076" y="643878"/>
                      </a:lnTo>
                      <a:lnTo>
                        <a:pt x="0" y="744462"/>
                      </a:lnTo>
                      <a:lnTo>
                        <a:pt x="13335" y="908768"/>
                      </a:lnTo>
                      <a:cubicBezTo>
                        <a:pt x="13335" y="908768"/>
                        <a:pt x="351949" y="915436"/>
                        <a:pt x="509492" y="902005"/>
                      </a:cubicBezTo>
                      <a:cubicBezTo>
                        <a:pt x="667036" y="888575"/>
                        <a:pt x="804767" y="878574"/>
                        <a:pt x="824579" y="861810"/>
                      </a:cubicBezTo>
                      <a:cubicBezTo>
                        <a:pt x="844391" y="845046"/>
                        <a:pt x="901827" y="521005"/>
                        <a:pt x="925258" y="293072"/>
                      </a:cubicBezTo>
                      <a:cubicBezTo>
                        <a:pt x="948690" y="65139"/>
                        <a:pt x="901827" y="-11728"/>
                        <a:pt x="808006" y="1417"/>
                      </a:cubicBezTo>
                    </a:path>
                  </a:pathLst>
                </a:custGeom>
                <a:solidFill>
                  <a:schemeClr val="accent1"/>
                </a:solidFill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8" name="任意多边形: 形状 537">
                  <a:extLst>
                    <a:ext uri="{FF2B5EF4-FFF2-40B4-BE49-F238E27FC236}">
                      <a16:creationId xmlns:a16="http://schemas.microsoft.com/office/drawing/2014/main" id="{8827157D-3DB7-48A3-A446-BC04C6735523}"/>
                    </a:ext>
                  </a:extLst>
                </p:cNvPr>
                <p:cNvSpPr/>
                <p:nvPr/>
              </p:nvSpPr>
              <p:spPr>
                <a:xfrm>
                  <a:off x="5867400" y="4597857"/>
                  <a:ext cx="325999" cy="284008"/>
                </a:xfrm>
                <a:custGeom>
                  <a:avLst/>
                  <a:gdLst>
                    <a:gd name="connsiteX0" fmla="*/ 48863 w 325999"/>
                    <a:gd name="connsiteY0" fmla="*/ 15584 h 284008"/>
                    <a:gd name="connsiteX1" fmla="*/ 0 w 325999"/>
                    <a:gd name="connsiteY1" fmla="*/ 163793 h 284008"/>
                    <a:gd name="connsiteX2" fmla="*/ 47625 w 325999"/>
                    <a:gd name="connsiteY2" fmla="*/ 189701 h 284008"/>
                    <a:gd name="connsiteX3" fmla="*/ 141256 w 325999"/>
                    <a:gd name="connsiteY3" fmla="*/ 261901 h 284008"/>
                    <a:gd name="connsiteX4" fmla="*/ 217456 w 325999"/>
                    <a:gd name="connsiteY4" fmla="*/ 279427 h 284008"/>
                    <a:gd name="connsiteX5" fmla="*/ 324707 w 325999"/>
                    <a:gd name="connsiteY5" fmla="*/ 137028 h 284008"/>
                    <a:gd name="connsiteX6" fmla="*/ 240887 w 325999"/>
                    <a:gd name="connsiteY6" fmla="*/ 23871 h 284008"/>
                    <a:gd name="connsiteX7" fmla="*/ 127730 w 325999"/>
                    <a:gd name="connsiteY7" fmla="*/ 4821 h 284008"/>
                    <a:gd name="connsiteX8" fmla="*/ 48863 w 325999"/>
                    <a:gd name="connsiteY8" fmla="*/ 15584 h 2840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25999" h="284008">
                      <a:moveTo>
                        <a:pt x="48863" y="15584"/>
                      </a:moveTo>
                      <a:lnTo>
                        <a:pt x="0" y="163793"/>
                      </a:lnTo>
                      <a:lnTo>
                        <a:pt x="47625" y="189701"/>
                      </a:lnTo>
                      <a:cubicBezTo>
                        <a:pt x="47625" y="189701"/>
                        <a:pt x="108109" y="236564"/>
                        <a:pt x="141256" y="261901"/>
                      </a:cubicBezTo>
                      <a:cubicBezTo>
                        <a:pt x="174403" y="287238"/>
                        <a:pt x="199834" y="287238"/>
                        <a:pt x="217456" y="279427"/>
                      </a:cubicBezTo>
                      <a:cubicBezTo>
                        <a:pt x="235077" y="271616"/>
                        <a:pt x="314992" y="158459"/>
                        <a:pt x="324707" y="137028"/>
                      </a:cubicBezTo>
                      <a:cubicBezTo>
                        <a:pt x="334423" y="115597"/>
                        <a:pt x="287655" y="51303"/>
                        <a:pt x="240887" y="23871"/>
                      </a:cubicBezTo>
                      <a:cubicBezTo>
                        <a:pt x="194120" y="-3561"/>
                        <a:pt x="155162" y="-3370"/>
                        <a:pt x="127730" y="4821"/>
                      </a:cubicBezTo>
                      <a:cubicBezTo>
                        <a:pt x="101765" y="10470"/>
                        <a:pt x="75390" y="14070"/>
                        <a:pt x="48863" y="1558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9" name="任意多边形: 形状 538">
                  <a:extLst>
                    <a:ext uri="{FF2B5EF4-FFF2-40B4-BE49-F238E27FC236}">
                      <a16:creationId xmlns:a16="http://schemas.microsoft.com/office/drawing/2014/main" id="{BFA2B678-451B-4B54-A1E1-08B4CBAA6BF8}"/>
                    </a:ext>
                  </a:extLst>
                </p:cNvPr>
                <p:cNvSpPr/>
                <p:nvPr/>
              </p:nvSpPr>
              <p:spPr>
                <a:xfrm>
                  <a:off x="5909119" y="4608107"/>
                  <a:ext cx="382238" cy="282408"/>
                </a:xfrm>
                <a:custGeom>
                  <a:avLst/>
                  <a:gdLst>
                    <a:gd name="connsiteX0" fmla="*/ 372142 w 382238"/>
                    <a:gd name="connsiteY0" fmla="*/ 20098 h 282408"/>
                    <a:gd name="connsiteX1" fmla="*/ 294989 w 382238"/>
                    <a:gd name="connsiteY1" fmla="*/ 13430 h 282408"/>
                    <a:gd name="connsiteX2" fmla="*/ 221266 w 382238"/>
                    <a:gd name="connsiteY2" fmla="*/ 0 h 282408"/>
                    <a:gd name="connsiteX3" fmla="*/ 160877 w 382238"/>
                    <a:gd name="connsiteY3" fmla="*/ 30194 h 282408"/>
                    <a:gd name="connsiteX4" fmla="*/ 0 w 382238"/>
                    <a:gd name="connsiteY4" fmla="*/ 201168 h 282408"/>
                    <a:gd name="connsiteX5" fmla="*/ 33528 w 382238"/>
                    <a:gd name="connsiteY5" fmla="*/ 221266 h 282408"/>
                    <a:gd name="connsiteX6" fmla="*/ 90678 w 382238"/>
                    <a:gd name="connsiteY6" fmla="*/ 197739 h 282408"/>
                    <a:gd name="connsiteX7" fmla="*/ 70580 w 382238"/>
                    <a:gd name="connsiteY7" fmla="*/ 258128 h 282408"/>
                    <a:gd name="connsiteX8" fmla="*/ 124206 w 382238"/>
                    <a:gd name="connsiteY8" fmla="*/ 278225 h 282408"/>
                    <a:gd name="connsiteX9" fmla="*/ 147733 w 382238"/>
                    <a:gd name="connsiteY9" fmla="*/ 264795 h 282408"/>
                    <a:gd name="connsiteX10" fmla="*/ 181165 w 382238"/>
                    <a:gd name="connsiteY10" fmla="*/ 281559 h 282408"/>
                    <a:gd name="connsiteX11" fmla="*/ 247840 w 382238"/>
                    <a:gd name="connsiteY11" fmla="*/ 264795 h 282408"/>
                    <a:gd name="connsiteX12" fmla="*/ 330803 w 382238"/>
                    <a:gd name="connsiteY12" fmla="*/ 181451 h 282408"/>
                    <a:gd name="connsiteX13" fmla="*/ 382238 w 382238"/>
                    <a:gd name="connsiteY13" fmla="*/ 161544 h 2824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82238" h="282408">
                      <a:moveTo>
                        <a:pt x="372142" y="20098"/>
                      </a:moveTo>
                      <a:lnTo>
                        <a:pt x="294989" y="13430"/>
                      </a:lnTo>
                      <a:cubicBezTo>
                        <a:pt x="270786" y="7115"/>
                        <a:pt x="246145" y="2629"/>
                        <a:pt x="221266" y="0"/>
                      </a:cubicBezTo>
                      <a:cubicBezTo>
                        <a:pt x="201168" y="0"/>
                        <a:pt x="174307" y="20098"/>
                        <a:pt x="160877" y="30194"/>
                      </a:cubicBezTo>
                      <a:cubicBezTo>
                        <a:pt x="147447" y="40291"/>
                        <a:pt x="0" y="201168"/>
                        <a:pt x="0" y="201168"/>
                      </a:cubicBezTo>
                      <a:cubicBezTo>
                        <a:pt x="0" y="201168"/>
                        <a:pt x="13430" y="227933"/>
                        <a:pt x="33528" y="221266"/>
                      </a:cubicBezTo>
                      <a:cubicBezTo>
                        <a:pt x="53626" y="214598"/>
                        <a:pt x="90678" y="197739"/>
                        <a:pt x="90678" y="197739"/>
                      </a:cubicBezTo>
                      <a:cubicBezTo>
                        <a:pt x="90678" y="197739"/>
                        <a:pt x="50482" y="238030"/>
                        <a:pt x="70580" y="258128"/>
                      </a:cubicBezTo>
                      <a:cubicBezTo>
                        <a:pt x="90678" y="278225"/>
                        <a:pt x="124206" y="278225"/>
                        <a:pt x="124206" y="278225"/>
                      </a:cubicBezTo>
                      <a:lnTo>
                        <a:pt x="147733" y="264795"/>
                      </a:lnTo>
                      <a:cubicBezTo>
                        <a:pt x="157620" y="272596"/>
                        <a:pt x="169002" y="278302"/>
                        <a:pt x="181165" y="281559"/>
                      </a:cubicBezTo>
                      <a:cubicBezTo>
                        <a:pt x="197929" y="284893"/>
                        <a:pt x="224790" y="278225"/>
                        <a:pt x="247840" y="264795"/>
                      </a:cubicBezTo>
                      <a:cubicBezTo>
                        <a:pt x="270891" y="251365"/>
                        <a:pt x="330803" y="181451"/>
                        <a:pt x="330803" y="181451"/>
                      </a:cubicBezTo>
                      <a:lnTo>
                        <a:pt x="382238" y="161544"/>
                      </a:lnTo>
                      <a:close/>
                    </a:path>
                  </a:pathLst>
                </a:custGeom>
                <a:solidFill>
                  <a:srgbClr val="BDBDBD"/>
                </a:solidFill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0" name="任意多边形: 形状 539">
                  <a:extLst>
                    <a:ext uri="{FF2B5EF4-FFF2-40B4-BE49-F238E27FC236}">
                      <a16:creationId xmlns:a16="http://schemas.microsoft.com/office/drawing/2014/main" id="{507FBA25-9377-4099-8279-204BC21AE6D1}"/>
                    </a:ext>
                  </a:extLst>
                </p:cNvPr>
                <p:cNvSpPr/>
                <p:nvPr/>
              </p:nvSpPr>
              <p:spPr>
                <a:xfrm>
                  <a:off x="5942837" y="4576138"/>
                  <a:ext cx="226965" cy="135370"/>
                </a:xfrm>
                <a:custGeom>
                  <a:avLst/>
                  <a:gdLst>
                    <a:gd name="connsiteX0" fmla="*/ 0 w 226965"/>
                    <a:gd name="connsiteY0" fmla="*/ 43685 h 135370"/>
                    <a:gd name="connsiteX1" fmla="*/ 140399 w 226965"/>
                    <a:gd name="connsiteY1" fmla="*/ 2727 h 135370"/>
                    <a:gd name="connsiteX2" fmla="*/ 224314 w 226965"/>
                    <a:gd name="connsiteY2" fmla="*/ 127600 h 135370"/>
                    <a:gd name="connsiteX3" fmla="*/ 169736 w 226965"/>
                    <a:gd name="connsiteY3" fmla="*/ 121695 h 135370"/>
                    <a:gd name="connsiteX4" fmla="*/ 132683 w 226965"/>
                    <a:gd name="connsiteY4" fmla="*/ 94358 h 135370"/>
                    <a:gd name="connsiteX5" fmla="*/ 48768 w 226965"/>
                    <a:gd name="connsiteY5" fmla="*/ 117789 h 1353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6965" h="135370">
                      <a:moveTo>
                        <a:pt x="0" y="43685"/>
                      </a:moveTo>
                      <a:cubicBezTo>
                        <a:pt x="0" y="43685"/>
                        <a:pt x="97536" y="-12894"/>
                        <a:pt x="140399" y="2727"/>
                      </a:cubicBezTo>
                      <a:cubicBezTo>
                        <a:pt x="183261" y="18348"/>
                        <a:pt x="239935" y="113884"/>
                        <a:pt x="224314" y="127600"/>
                      </a:cubicBezTo>
                      <a:cubicBezTo>
                        <a:pt x="208693" y="141316"/>
                        <a:pt x="183356" y="135315"/>
                        <a:pt x="169736" y="121695"/>
                      </a:cubicBezTo>
                      <a:cubicBezTo>
                        <a:pt x="158344" y="111351"/>
                        <a:pt x="145933" y="102188"/>
                        <a:pt x="132683" y="94358"/>
                      </a:cubicBezTo>
                      <a:cubicBezTo>
                        <a:pt x="106994" y="108788"/>
                        <a:pt x="78210" y="116827"/>
                        <a:pt x="48768" y="117789"/>
                      </a:cubicBezTo>
                    </a:path>
                  </a:pathLst>
                </a:custGeom>
                <a:solidFill>
                  <a:srgbClr val="FFFFFF"/>
                </a:solidFill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1" name="任意多边形: 形状 540">
                  <a:extLst>
                    <a:ext uri="{FF2B5EF4-FFF2-40B4-BE49-F238E27FC236}">
                      <a16:creationId xmlns:a16="http://schemas.microsoft.com/office/drawing/2014/main" id="{BBCA66CB-EB80-4338-94DC-44C9717F92AB}"/>
                    </a:ext>
                  </a:extLst>
                </p:cNvPr>
                <p:cNvSpPr/>
                <p:nvPr/>
              </p:nvSpPr>
              <p:spPr>
                <a:xfrm>
                  <a:off x="6191378" y="4784326"/>
                  <a:ext cx="73911" cy="59461"/>
                </a:xfrm>
                <a:custGeom>
                  <a:avLst/>
                  <a:gdLst>
                    <a:gd name="connsiteX0" fmla="*/ 42353 w 73911"/>
                    <a:gd name="connsiteY0" fmla="*/ 56954 h 59461"/>
                    <a:gd name="connsiteX1" fmla="*/ 11397 w 73911"/>
                    <a:gd name="connsiteY1" fmla="*/ 40380 h 59461"/>
                    <a:gd name="connsiteX2" fmla="*/ 2501 w 73911"/>
                    <a:gd name="connsiteY2" fmla="*/ 11405 h 59461"/>
                    <a:gd name="connsiteX3" fmla="*/ 2539 w 73911"/>
                    <a:gd name="connsiteY3" fmla="*/ 11329 h 59461"/>
                    <a:gd name="connsiteX4" fmla="*/ 2539 w 73911"/>
                    <a:gd name="connsiteY4" fmla="*/ 11329 h 59461"/>
                    <a:gd name="connsiteX5" fmla="*/ 31543 w 73911"/>
                    <a:gd name="connsiteY5" fmla="*/ 2537 h 59461"/>
                    <a:gd name="connsiteX6" fmla="*/ 31590 w 73911"/>
                    <a:gd name="connsiteY6" fmla="*/ 2566 h 59461"/>
                    <a:gd name="connsiteX7" fmla="*/ 62546 w 73911"/>
                    <a:gd name="connsiteY7" fmla="*/ 19044 h 59461"/>
                    <a:gd name="connsiteX8" fmla="*/ 71405 w 73911"/>
                    <a:gd name="connsiteY8" fmla="*/ 48096 h 59461"/>
                    <a:gd name="connsiteX9" fmla="*/ 71405 w 73911"/>
                    <a:gd name="connsiteY9" fmla="*/ 48096 h 59461"/>
                    <a:gd name="connsiteX10" fmla="*/ 42353 w 73911"/>
                    <a:gd name="connsiteY10" fmla="*/ 56954 h 59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911" h="59461">
                      <a:moveTo>
                        <a:pt x="42353" y="56954"/>
                      </a:moveTo>
                      <a:lnTo>
                        <a:pt x="11397" y="40380"/>
                      </a:lnTo>
                      <a:cubicBezTo>
                        <a:pt x="939" y="34837"/>
                        <a:pt x="-3043" y="21864"/>
                        <a:pt x="2501" y="11405"/>
                      </a:cubicBezTo>
                      <a:cubicBezTo>
                        <a:pt x="2510" y="11386"/>
                        <a:pt x="2529" y="11357"/>
                        <a:pt x="2539" y="11329"/>
                      </a:cubicBezTo>
                      <a:lnTo>
                        <a:pt x="2539" y="11329"/>
                      </a:lnTo>
                      <a:cubicBezTo>
                        <a:pt x="8120" y="889"/>
                        <a:pt x="21113" y="-3044"/>
                        <a:pt x="31543" y="2537"/>
                      </a:cubicBezTo>
                      <a:cubicBezTo>
                        <a:pt x="31561" y="2547"/>
                        <a:pt x="31571" y="2557"/>
                        <a:pt x="31590" y="2566"/>
                      </a:cubicBezTo>
                      <a:lnTo>
                        <a:pt x="62546" y="19044"/>
                      </a:lnTo>
                      <a:cubicBezTo>
                        <a:pt x="72995" y="24635"/>
                        <a:pt x="76948" y="37628"/>
                        <a:pt x="71405" y="48096"/>
                      </a:cubicBezTo>
                      <a:lnTo>
                        <a:pt x="71405" y="48096"/>
                      </a:lnTo>
                      <a:cubicBezTo>
                        <a:pt x="65813" y="58544"/>
                        <a:pt x="52821" y="62497"/>
                        <a:pt x="42353" y="5695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2" name="任意多边形: 形状 541">
                  <a:extLst>
                    <a:ext uri="{FF2B5EF4-FFF2-40B4-BE49-F238E27FC236}">
                      <a16:creationId xmlns:a16="http://schemas.microsoft.com/office/drawing/2014/main" id="{D4AB0634-EE19-4D57-8520-ED03FC512D18}"/>
                    </a:ext>
                  </a:extLst>
                </p:cNvPr>
                <p:cNvSpPr/>
                <p:nvPr/>
              </p:nvSpPr>
              <p:spPr>
                <a:xfrm>
                  <a:off x="6164264" y="4818178"/>
                  <a:ext cx="73052" cy="58596"/>
                </a:xfrm>
                <a:custGeom>
                  <a:avLst/>
                  <a:gdLst>
                    <a:gd name="connsiteX0" fmla="*/ 42130 w 73052"/>
                    <a:gd name="connsiteY0" fmla="*/ 56249 h 58596"/>
                    <a:gd name="connsiteX1" fmla="*/ 11174 w 73052"/>
                    <a:gd name="connsiteY1" fmla="*/ 39675 h 58596"/>
                    <a:gd name="connsiteX2" fmla="*/ 2315 w 73052"/>
                    <a:gd name="connsiteY2" fmla="*/ 11100 h 58596"/>
                    <a:gd name="connsiteX3" fmla="*/ 2315 w 73052"/>
                    <a:gd name="connsiteY3" fmla="*/ 11100 h 58596"/>
                    <a:gd name="connsiteX4" fmla="*/ 30890 w 73052"/>
                    <a:gd name="connsiteY4" fmla="*/ 2337 h 58596"/>
                    <a:gd name="connsiteX5" fmla="*/ 61847 w 73052"/>
                    <a:gd name="connsiteY5" fmla="*/ 18815 h 58596"/>
                    <a:gd name="connsiteX6" fmla="*/ 70705 w 73052"/>
                    <a:gd name="connsiteY6" fmla="*/ 47390 h 58596"/>
                    <a:gd name="connsiteX7" fmla="*/ 70705 w 73052"/>
                    <a:gd name="connsiteY7" fmla="*/ 47390 h 58596"/>
                    <a:gd name="connsiteX8" fmla="*/ 42130 w 73052"/>
                    <a:gd name="connsiteY8" fmla="*/ 56249 h 585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3052" h="58596">
                      <a:moveTo>
                        <a:pt x="42130" y="56249"/>
                      </a:moveTo>
                      <a:lnTo>
                        <a:pt x="11174" y="39675"/>
                      </a:lnTo>
                      <a:cubicBezTo>
                        <a:pt x="1001" y="34094"/>
                        <a:pt x="-2914" y="21454"/>
                        <a:pt x="2315" y="11100"/>
                      </a:cubicBezTo>
                      <a:lnTo>
                        <a:pt x="2315" y="11100"/>
                      </a:lnTo>
                      <a:cubicBezTo>
                        <a:pt x="7926" y="966"/>
                        <a:pt x="20556" y="-2911"/>
                        <a:pt x="30890" y="2337"/>
                      </a:cubicBezTo>
                      <a:lnTo>
                        <a:pt x="61847" y="18815"/>
                      </a:lnTo>
                      <a:cubicBezTo>
                        <a:pt x="72057" y="24359"/>
                        <a:pt x="75991" y="37037"/>
                        <a:pt x="70705" y="47390"/>
                      </a:cubicBezTo>
                      <a:lnTo>
                        <a:pt x="70705" y="47390"/>
                      </a:lnTo>
                      <a:cubicBezTo>
                        <a:pt x="65161" y="57601"/>
                        <a:pt x="52484" y="61535"/>
                        <a:pt x="42130" y="562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3" name="任意多边形: 形状 542">
                  <a:extLst>
                    <a:ext uri="{FF2B5EF4-FFF2-40B4-BE49-F238E27FC236}">
                      <a16:creationId xmlns:a16="http://schemas.microsoft.com/office/drawing/2014/main" id="{23F5FB51-D1B3-4AFB-9C04-A21DBEBF2DA2}"/>
                    </a:ext>
                  </a:extLst>
                </p:cNvPr>
                <p:cNvSpPr/>
                <p:nvPr/>
              </p:nvSpPr>
              <p:spPr>
                <a:xfrm>
                  <a:off x="6132836" y="4846715"/>
                  <a:ext cx="73933" cy="59519"/>
                </a:xfrm>
                <a:custGeom>
                  <a:avLst/>
                  <a:gdLst>
                    <a:gd name="connsiteX0" fmla="*/ 42317 w 73933"/>
                    <a:gd name="connsiteY0" fmla="*/ 56954 h 59519"/>
                    <a:gd name="connsiteX1" fmla="*/ 11360 w 73933"/>
                    <a:gd name="connsiteY1" fmla="*/ 40380 h 59519"/>
                    <a:gd name="connsiteX2" fmla="*/ 2483 w 73933"/>
                    <a:gd name="connsiteY2" fmla="*/ 11538 h 59519"/>
                    <a:gd name="connsiteX3" fmla="*/ 2597 w 73933"/>
                    <a:gd name="connsiteY3" fmla="*/ 11329 h 59519"/>
                    <a:gd name="connsiteX4" fmla="*/ 2597 w 73933"/>
                    <a:gd name="connsiteY4" fmla="*/ 11329 h 59519"/>
                    <a:gd name="connsiteX5" fmla="*/ 31601 w 73933"/>
                    <a:gd name="connsiteY5" fmla="*/ 2537 h 59519"/>
                    <a:gd name="connsiteX6" fmla="*/ 31649 w 73933"/>
                    <a:gd name="connsiteY6" fmla="*/ 2566 h 59519"/>
                    <a:gd name="connsiteX7" fmla="*/ 62605 w 73933"/>
                    <a:gd name="connsiteY7" fmla="*/ 19139 h 59519"/>
                    <a:gd name="connsiteX8" fmla="*/ 71396 w 73933"/>
                    <a:gd name="connsiteY8" fmla="*/ 48143 h 59519"/>
                    <a:gd name="connsiteX9" fmla="*/ 71368 w 73933"/>
                    <a:gd name="connsiteY9" fmla="*/ 48191 h 59519"/>
                    <a:gd name="connsiteX10" fmla="*/ 71368 w 73933"/>
                    <a:gd name="connsiteY10" fmla="*/ 48191 h 59519"/>
                    <a:gd name="connsiteX11" fmla="*/ 42364 w 73933"/>
                    <a:gd name="connsiteY11" fmla="*/ 56982 h 59519"/>
                    <a:gd name="connsiteX12" fmla="*/ 42317 w 73933"/>
                    <a:gd name="connsiteY12" fmla="*/ 56954 h 595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3933" h="59519">
                      <a:moveTo>
                        <a:pt x="42317" y="56954"/>
                      </a:moveTo>
                      <a:lnTo>
                        <a:pt x="11360" y="40380"/>
                      </a:lnTo>
                      <a:cubicBezTo>
                        <a:pt x="949" y="34865"/>
                        <a:pt x="-3032" y="21959"/>
                        <a:pt x="2483" y="11538"/>
                      </a:cubicBezTo>
                      <a:cubicBezTo>
                        <a:pt x="2521" y="11472"/>
                        <a:pt x="2559" y="11396"/>
                        <a:pt x="2597" y="11329"/>
                      </a:cubicBezTo>
                      <a:lnTo>
                        <a:pt x="2597" y="11329"/>
                      </a:lnTo>
                      <a:cubicBezTo>
                        <a:pt x="8179" y="890"/>
                        <a:pt x="21171" y="-3044"/>
                        <a:pt x="31601" y="2537"/>
                      </a:cubicBezTo>
                      <a:cubicBezTo>
                        <a:pt x="31620" y="2547"/>
                        <a:pt x="31629" y="2556"/>
                        <a:pt x="31649" y="2566"/>
                      </a:cubicBezTo>
                      <a:lnTo>
                        <a:pt x="62605" y="19139"/>
                      </a:lnTo>
                      <a:cubicBezTo>
                        <a:pt x="73044" y="24721"/>
                        <a:pt x="76978" y="37713"/>
                        <a:pt x="71396" y="48143"/>
                      </a:cubicBezTo>
                      <a:cubicBezTo>
                        <a:pt x="71387" y="48162"/>
                        <a:pt x="71377" y="48172"/>
                        <a:pt x="71368" y="48191"/>
                      </a:cubicBezTo>
                      <a:lnTo>
                        <a:pt x="71368" y="48191"/>
                      </a:lnTo>
                      <a:cubicBezTo>
                        <a:pt x="65786" y="58630"/>
                        <a:pt x="52794" y="62564"/>
                        <a:pt x="42364" y="56982"/>
                      </a:cubicBezTo>
                      <a:cubicBezTo>
                        <a:pt x="42345" y="56973"/>
                        <a:pt x="42336" y="56963"/>
                        <a:pt x="42317" y="5695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4" name="任意多边形: 形状 543">
                  <a:extLst>
                    <a:ext uri="{FF2B5EF4-FFF2-40B4-BE49-F238E27FC236}">
                      <a16:creationId xmlns:a16="http://schemas.microsoft.com/office/drawing/2014/main" id="{A0FA6BE3-DC4A-4145-B195-EBFBAEF88680}"/>
                    </a:ext>
                  </a:extLst>
                </p:cNvPr>
                <p:cNvSpPr/>
                <p:nvPr/>
              </p:nvSpPr>
              <p:spPr>
                <a:xfrm>
                  <a:off x="6089937" y="4860394"/>
                  <a:ext cx="51083" cy="47269"/>
                </a:xfrm>
                <a:custGeom>
                  <a:avLst/>
                  <a:gdLst>
                    <a:gd name="connsiteX0" fmla="*/ 19493 w 51083"/>
                    <a:gd name="connsiteY0" fmla="*/ 44703 h 47269"/>
                    <a:gd name="connsiteX1" fmla="*/ 11397 w 51083"/>
                    <a:gd name="connsiteY1" fmla="*/ 40417 h 47269"/>
                    <a:gd name="connsiteX2" fmla="*/ 2501 w 51083"/>
                    <a:gd name="connsiteY2" fmla="*/ 11442 h 47269"/>
                    <a:gd name="connsiteX3" fmla="*/ 2539 w 51083"/>
                    <a:gd name="connsiteY3" fmla="*/ 11366 h 47269"/>
                    <a:gd name="connsiteX4" fmla="*/ 2539 w 51083"/>
                    <a:gd name="connsiteY4" fmla="*/ 11366 h 47269"/>
                    <a:gd name="connsiteX5" fmla="*/ 31590 w 51083"/>
                    <a:gd name="connsiteY5" fmla="*/ 2507 h 47269"/>
                    <a:gd name="connsiteX6" fmla="*/ 39686 w 51083"/>
                    <a:gd name="connsiteY6" fmla="*/ 6889 h 47269"/>
                    <a:gd name="connsiteX7" fmla="*/ 48583 w 51083"/>
                    <a:gd name="connsiteY7" fmla="*/ 35864 h 47269"/>
                    <a:gd name="connsiteX8" fmla="*/ 48545 w 51083"/>
                    <a:gd name="connsiteY8" fmla="*/ 35940 h 47269"/>
                    <a:gd name="connsiteX9" fmla="*/ 48545 w 51083"/>
                    <a:gd name="connsiteY9" fmla="*/ 35940 h 47269"/>
                    <a:gd name="connsiteX10" fmla="*/ 19541 w 51083"/>
                    <a:gd name="connsiteY10" fmla="*/ 44732 h 47269"/>
                    <a:gd name="connsiteX11" fmla="*/ 19493 w 51083"/>
                    <a:gd name="connsiteY11" fmla="*/ 44703 h 47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51083" h="47269">
                      <a:moveTo>
                        <a:pt x="19493" y="44703"/>
                      </a:moveTo>
                      <a:lnTo>
                        <a:pt x="11397" y="40417"/>
                      </a:lnTo>
                      <a:cubicBezTo>
                        <a:pt x="939" y="34873"/>
                        <a:pt x="-3043" y="21900"/>
                        <a:pt x="2501" y="11442"/>
                      </a:cubicBezTo>
                      <a:cubicBezTo>
                        <a:pt x="2510" y="11423"/>
                        <a:pt x="2529" y="11394"/>
                        <a:pt x="2539" y="11366"/>
                      </a:cubicBezTo>
                      <a:lnTo>
                        <a:pt x="2539" y="11366"/>
                      </a:lnTo>
                      <a:cubicBezTo>
                        <a:pt x="8130" y="917"/>
                        <a:pt x="21122" y="-3036"/>
                        <a:pt x="31590" y="2507"/>
                      </a:cubicBezTo>
                      <a:lnTo>
                        <a:pt x="39686" y="6889"/>
                      </a:lnTo>
                      <a:cubicBezTo>
                        <a:pt x="50145" y="12432"/>
                        <a:pt x="54126" y="25405"/>
                        <a:pt x="48583" y="35864"/>
                      </a:cubicBezTo>
                      <a:cubicBezTo>
                        <a:pt x="48573" y="35883"/>
                        <a:pt x="48554" y="35912"/>
                        <a:pt x="48545" y="35940"/>
                      </a:cubicBezTo>
                      <a:lnTo>
                        <a:pt x="48545" y="35940"/>
                      </a:lnTo>
                      <a:cubicBezTo>
                        <a:pt x="42963" y="46380"/>
                        <a:pt x="29971" y="50313"/>
                        <a:pt x="19541" y="44732"/>
                      </a:cubicBezTo>
                      <a:cubicBezTo>
                        <a:pt x="19522" y="44722"/>
                        <a:pt x="19512" y="44713"/>
                        <a:pt x="19493" y="447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5" name="任意多边形: 形状 544">
                  <a:extLst>
                    <a:ext uri="{FF2B5EF4-FFF2-40B4-BE49-F238E27FC236}">
                      <a16:creationId xmlns:a16="http://schemas.microsoft.com/office/drawing/2014/main" id="{609CC2E7-7BB1-423B-B536-18CDC97E6E53}"/>
                    </a:ext>
                  </a:extLst>
                </p:cNvPr>
                <p:cNvSpPr/>
                <p:nvPr/>
              </p:nvSpPr>
              <p:spPr>
                <a:xfrm>
                  <a:off x="5506878" y="4440372"/>
                  <a:ext cx="409384" cy="348614"/>
                </a:xfrm>
                <a:custGeom>
                  <a:avLst/>
                  <a:gdLst>
                    <a:gd name="connsiteX0" fmla="*/ 409385 w 409384"/>
                    <a:gd name="connsiteY0" fmla="*/ 173069 h 348614"/>
                    <a:gd name="connsiteX1" fmla="*/ 0 w 409384"/>
                    <a:gd name="connsiteY1" fmla="*/ 0 h 348614"/>
                    <a:gd name="connsiteX2" fmla="*/ 15145 w 409384"/>
                    <a:gd name="connsiteY2" fmla="*/ 271177 h 348614"/>
                    <a:gd name="connsiteX3" fmla="*/ 353187 w 409384"/>
                    <a:gd name="connsiteY3" fmla="*/ 348615 h 348614"/>
                    <a:gd name="connsiteX4" fmla="*/ 409385 w 409384"/>
                    <a:gd name="connsiteY4" fmla="*/ 173069 h 3486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9384" h="348614">
                      <a:moveTo>
                        <a:pt x="409385" y="173069"/>
                      </a:moveTo>
                      <a:lnTo>
                        <a:pt x="0" y="0"/>
                      </a:lnTo>
                      <a:lnTo>
                        <a:pt x="15145" y="271177"/>
                      </a:lnTo>
                      <a:lnTo>
                        <a:pt x="353187" y="348615"/>
                      </a:lnTo>
                      <a:lnTo>
                        <a:pt x="409385" y="173069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6" name="任意多边形: 形状 545">
                  <a:extLst>
                    <a:ext uri="{FF2B5EF4-FFF2-40B4-BE49-F238E27FC236}">
                      <a16:creationId xmlns:a16="http://schemas.microsoft.com/office/drawing/2014/main" id="{23F055B5-0643-484D-9AB4-F315ED11F811}"/>
                    </a:ext>
                  </a:extLst>
                </p:cNvPr>
                <p:cNvSpPr/>
                <p:nvPr/>
              </p:nvSpPr>
              <p:spPr>
                <a:xfrm>
                  <a:off x="5805487" y="4588105"/>
                  <a:ext cx="110775" cy="200882"/>
                </a:xfrm>
                <a:custGeom>
                  <a:avLst/>
                  <a:gdLst>
                    <a:gd name="connsiteX0" fmla="*/ 54578 w 110775"/>
                    <a:gd name="connsiteY0" fmla="*/ 200882 h 200882"/>
                    <a:gd name="connsiteX1" fmla="*/ 110776 w 110775"/>
                    <a:gd name="connsiteY1" fmla="*/ 25337 h 200882"/>
                    <a:gd name="connsiteX2" fmla="*/ 53530 w 110775"/>
                    <a:gd name="connsiteY2" fmla="*/ 0 h 200882"/>
                    <a:gd name="connsiteX3" fmla="*/ 52388 w 110775"/>
                    <a:gd name="connsiteY3" fmla="*/ 5810 h 200882"/>
                    <a:gd name="connsiteX4" fmla="*/ 0 w 110775"/>
                    <a:gd name="connsiteY4" fmla="*/ 187643 h 200882"/>
                    <a:gd name="connsiteX5" fmla="*/ 54578 w 110775"/>
                    <a:gd name="connsiteY5" fmla="*/ 200882 h 2008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0775" h="200882">
                      <a:moveTo>
                        <a:pt x="54578" y="200882"/>
                      </a:moveTo>
                      <a:lnTo>
                        <a:pt x="110776" y="25337"/>
                      </a:lnTo>
                      <a:lnTo>
                        <a:pt x="53530" y="0"/>
                      </a:lnTo>
                      <a:lnTo>
                        <a:pt x="52388" y="5810"/>
                      </a:lnTo>
                      <a:lnTo>
                        <a:pt x="0" y="187643"/>
                      </a:lnTo>
                      <a:lnTo>
                        <a:pt x="54578" y="20088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7" name="任意多边形: 形状 546">
                  <a:extLst>
                    <a:ext uri="{FF2B5EF4-FFF2-40B4-BE49-F238E27FC236}">
                      <a16:creationId xmlns:a16="http://schemas.microsoft.com/office/drawing/2014/main" id="{3120AE89-0A8D-4704-8E3D-29B87E59E01B}"/>
                    </a:ext>
                  </a:extLst>
                </p:cNvPr>
                <p:cNvSpPr/>
                <p:nvPr/>
              </p:nvSpPr>
              <p:spPr>
                <a:xfrm>
                  <a:off x="5276850" y="3528735"/>
                  <a:ext cx="137105" cy="177083"/>
                </a:xfrm>
                <a:custGeom>
                  <a:avLst/>
                  <a:gdLst>
                    <a:gd name="connsiteX0" fmla="*/ 0 w 137105"/>
                    <a:gd name="connsiteY0" fmla="*/ 0 h 177083"/>
                    <a:gd name="connsiteX1" fmla="*/ 104775 w 137105"/>
                    <a:gd name="connsiteY1" fmla="*/ 48673 h 177083"/>
                    <a:gd name="connsiteX2" fmla="*/ 134112 w 137105"/>
                    <a:gd name="connsiteY2" fmla="*/ 176975 h 177083"/>
                    <a:gd name="connsiteX3" fmla="*/ 9430 w 137105"/>
                    <a:gd name="connsiteY3" fmla="*/ 92678 h 177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7105" h="177083">
                      <a:moveTo>
                        <a:pt x="0" y="0"/>
                      </a:moveTo>
                      <a:lnTo>
                        <a:pt x="104775" y="48673"/>
                      </a:lnTo>
                      <a:cubicBezTo>
                        <a:pt x="104775" y="48673"/>
                        <a:pt x="148780" y="173355"/>
                        <a:pt x="134112" y="176975"/>
                      </a:cubicBezTo>
                      <a:cubicBezTo>
                        <a:pt x="119443" y="180594"/>
                        <a:pt x="9430" y="92678"/>
                        <a:pt x="9430" y="9267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8" name="任意多边形: 形状 547">
                  <a:extLst>
                    <a:ext uri="{FF2B5EF4-FFF2-40B4-BE49-F238E27FC236}">
                      <a16:creationId xmlns:a16="http://schemas.microsoft.com/office/drawing/2014/main" id="{01BE243E-5B98-470D-8810-04F17946E3B0}"/>
                    </a:ext>
                  </a:extLst>
                </p:cNvPr>
                <p:cNvSpPr/>
                <p:nvPr/>
              </p:nvSpPr>
              <p:spPr>
                <a:xfrm>
                  <a:off x="4992052" y="2816325"/>
                  <a:ext cx="604646" cy="855827"/>
                </a:xfrm>
                <a:custGeom>
                  <a:avLst/>
                  <a:gdLst>
                    <a:gd name="connsiteX0" fmla="*/ 345662 w 604646"/>
                    <a:gd name="connsiteY0" fmla="*/ 687454 h 855827"/>
                    <a:gd name="connsiteX1" fmla="*/ 352996 w 604646"/>
                    <a:gd name="connsiteY1" fmla="*/ 645449 h 855827"/>
                    <a:gd name="connsiteX2" fmla="*/ 489013 w 604646"/>
                    <a:gd name="connsiteY2" fmla="*/ 651831 h 855827"/>
                    <a:gd name="connsiteX3" fmla="*/ 561499 w 604646"/>
                    <a:gd name="connsiteY3" fmla="*/ 605349 h 855827"/>
                    <a:gd name="connsiteX4" fmla="*/ 538543 w 604646"/>
                    <a:gd name="connsiteY4" fmla="*/ 423421 h 855827"/>
                    <a:gd name="connsiteX5" fmla="*/ 599027 w 604646"/>
                    <a:gd name="connsiteY5" fmla="*/ 393894 h 855827"/>
                    <a:gd name="connsiteX6" fmla="*/ 569500 w 604646"/>
                    <a:gd name="connsiteY6" fmla="*/ 321218 h 855827"/>
                    <a:gd name="connsiteX7" fmla="*/ 525209 w 604646"/>
                    <a:gd name="connsiteY7" fmla="*/ 226825 h 855827"/>
                    <a:gd name="connsiteX8" fmla="*/ 463582 w 604646"/>
                    <a:gd name="connsiteY8" fmla="*/ 81569 h 855827"/>
                    <a:gd name="connsiteX9" fmla="*/ 441388 w 604646"/>
                    <a:gd name="connsiteY9" fmla="*/ 28324 h 855827"/>
                    <a:gd name="connsiteX10" fmla="*/ 142875 w 604646"/>
                    <a:gd name="connsiteY10" fmla="*/ 37849 h 855827"/>
                    <a:gd name="connsiteX11" fmla="*/ 15526 w 604646"/>
                    <a:gd name="connsiteY11" fmla="*/ 247399 h 855827"/>
                    <a:gd name="connsiteX12" fmla="*/ 63151 w 604646"/>
                    <a:gd name="connsiteY12" fmla="*/ 446186 h 855827"/>
                    <a:gd name="connsiteX13" fmla="*/ 30004 w 604646"/>
                    <a:gd name="connsiteY13" fmla="*/ 579536 h 855827"/>
                    <a:gd name="connsiteX14" fmla="*/ 0 w 604646"/>
                    <a:gd name="connsiteY14" fmla="*/ 640687 h 855827"/>
                    <a:gd name="connsiteX15" fmla="*/ 177736 w 604646"/>
                    <a:gd name="connsiteY15" fmla="*/ 772227 h 855827"/>
                    <a:gd name="connsiteX16" fmla="*/ 333280 w 604646"/>
                    <a:gd name="connsiteY16" fmla="*/ 844998 h 855827"/>
                    <a:gd name="connsiteX17" fmla="*/ 338233 w 604646"/>
                    <a:gd name="connsiteY17" fmla="*/ 722125 h 8558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604646" h="855827">
                      <a:moveTo>
                        <a:pt x="345662" y="687454"/>
                      </a:moveTo>
                      <a:lnTo>
                        <a:pt x="352996" y="645449"/>
                      </a:lnTo>
                      <a:cubicBezTo>
                        <a:pt x="352996" y="645449"/>
                        <a:pt x="450151" y="652117"/>
                        <a:pt x="489013" y="651831"/>
                      </a:cubicBezTo>
                      <a:cubicBezTo>
                        <a:pt x="527876" y="651545"/>
                        <a:pt x="561784" y="646592"/>
                        <a:pt x="561499" y="605349"/>
                      </a:cubicBezTo>
                      <a:cubicBezTo>
                        <a:pt x="561213" y="564105"/>
                        <a:pt x="538543" y="423421"/>
                        <a:pt x="538543" y="423421"/>
                      </a:cubicBezTo>
                      <a:cubicBezTo>
                        <a:pt x="538543" y="423421"/>
                        <a:pt x="582168" y="413420"/>
                        <a:pt x="599027" y="393894"/>
                      </a:cubicBezTo>
                      <a:cubicBezTo>
                        <a:pt x="615886" y="374367"/>
                        <a:pt x="591502" y="350269"/>
                        <a:pt x="569500" y="321218"/>
                      </a:cubicBezTo>
                      <a:cubicBezTo>
                        <a:pt x="547497" y="292167"/>
                        <a:pt x="527780" y="260830"/>
                        <a:pt x="525209" y="226825"/>
                      </a:cubicBezTo>
                      <a:cubicBezTo>
                        <a:pt x="522637" y="192821"/>
                        <a:pt x="463582" y="81569"/>
                        <a:pt x="463582" y="81569"/>
                      </a:cubicBezTo>
                      <a:cubicBezTo>
                        <a:pt x="463582" y="81569"/>
                        <a:pt x="473107" y="64519"/>
                        <a:pt x="441388" y="28324"/>
                      </a:cubicBezTo>
                      <a:cubicBezTo>
                        <a:pt x="409670" y="-7871"/>
                        <a:pt x="246983" y="-14157"/>
                        <a:pt x="142875" y="37849"/>
                      </a:cubicBezTo>
                      <a:cubicBezTo>
                        <a:pt x="38767" y="89856"/>
                        <a:pt x="15049" y="164913"/>
                        <a:pt x="15526" y="247399"/>
                      </a:cubicBezTo>
                      <a:cubicBezTo>
                        <a:pt x="16002" y="329886"/>
                        <a:pt x="63151" y="446186"/>
                        <a:pt x="63151" y="446186"/>
                      </a:cubicBezTo>
                      <a:cubicBezTo>
                        <a:pt x="63151" y="446186"/>
                        <a:pt x="32385" y="572583"/>
                        <a:pt x="30004" y="579536"/>
                      </a:cubicBezTo>
                      <a:cubicBezTo>
                        <a:pt x="27622" y="586489"/>
                        <a:pt x="0" y="640687"/>
                        <a:pt x="0" y="640687"/>
                      </a:cubicBezTo>
                      <a:cubicBezTo>
                        <a:pt x="0" y="640687"/>
                        <a:pt x="130207" y="731460"/>
                        <a:pt x="177736" y="772227"/>
                      </a:cubicBezTo>
                      <a:cubicBezTo>
                        <a:pt x="225266" y="812994"/>
                        <a:pt x="332613" y="882717"/>
                        <a:pt x="333280" y="844998"/>
                      </a:cubicBezTo>
                      <a:cubicBezTo>
                        <a:pt x="333946" y="807279"/>
                        <a:pt x="338233" y="722125"/>
                        <a:pt x="338233" y="7221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9" name="任意多边形: 形状 548">
                  <a:extLst>
                    <a:ext uri="{FF2B5EF4-FFF2-40B4-BE49-F238E27FC236}">
                      <a16:creationId xmlns:a16="http://schemas.microsoft.com/office/drawing/2014/main" id="{D3C041D8-C51B-439E-92E0-99D63D76BEFA}"/>
                    </a:ext>
                  </a:extLst>
                </p:cNvPr>
                <p:cNvSpPr/>
                <p:nvPr/>
              </p:nvSpPr>
              <p:spPr>
                <a:xfrm>
                  <a:off x="5464348" y="3084772"/>
                  <a:ext cx="16973" cy="50868"/>
                </a:xfrm>
                <a:custGeom>
                  <a:avLst/>
                  <a:gdLst>
                    <a:gd name="connsiteX0" fmla="*/ 16908 w 16973"/>
                    <a:gd name="connsiteY0" fmla="*/ 25053 h 50868"/>
                    <a:gd name="connsiteX1" fmla="*/ 9574 w 16973"/>
                    <a:gd name="connsiteY1" fmla="*/ 50866 h 50868"/>
                    <a:gd name="connsiteX2" fmla="*/ 49 w 16973"/>
                    <a:gd name="connsiteY2" fmla="*/ 25815 h 50868"/>
                    <a:gd name="connsiteX3" fmla="*/ 7383 w 16973"/>
                    <a:gd name="connsiteY3" fmla="*/ 2 h 50868"/>
                    <a:gd name="connsiteX4" fmla="*/ 16908 w 16973"/>
                    <a:gd name="connsiteY4" fmla="*/ 25053 h 50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73" h="50868">
                      <a:moveTo>
                        <a:pt x="16908" y="25053"/>
                      </a:moveTo>
                      <a:cubicBezTo>
                        <a:pt x="17480" y="39150"/>
                        <a:pt x="14241" y="50675"/>
                        <a:pt x="9574" y="50866"/>
                      </a:cubicBezTo>
                      <a:cubicBezTo>
                        <a:pt x="4907" y="51056"/>
                        <a:pt x="525" y="39912"/>
                        <a:pt x="49" y="25815"/>
                      </a:cubicBezTo>
                      <a:cubicBezTo>
                        <a:pt x="-427" y="11718"/>
                        <a:pt x="2621" y="193"/>
                        <a:pt x="7383" y="2"/>
                      </a:cubicBezTo>
                      <a:cubicBezTo>
                        <a:pt x="12146" y="-188"/>
                        <a:pt x="16241" y="10956"/>
                        <a:pt x="16908" y="25053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0" name="任意多边形: 形状 549">
                  <a:extLst>
                    <a:ext uri="{FF2B5EF4-FFF2-40B4-BE49-F238E27FC236}">
                      <a16:creationId xmlns:a16="http://schemas.microsoft.com/office/drawing/2014/main" id="{25CDEBBA-528F-4992-8459-74FFDFB5A9DC}"/>
                    </a:ext>
                  </a:extLst>
                </p:cNvPr>
                <p:cNvSpPr/>
                <p:nvPr/>
              </p:nvSpPr>
              <p:spPr>
                <a:xfrm>
                  <a:off x="5412962" y="3041413"/>
                  <a:ext cx="77628" cy="21834"/>
                </a:xfrm>
                <a:custGeom>
                  <a:avLst/>
                  <a:gdLst>
                    <a:gd name="connsiteX0" fmla="*/ 0 w 77628"/>
                    <a:gd name="connsiteY0" fmla="*/ 21835 h 21834"/>
                    <a:gd name="connsiteX1" fmla="*/ 77629 w 77628"/>
                    <a:gd name="connsiteY1" fmla="*/ 6785 h 218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628" h="21834">
                      <a:moveTo>
                        <a:pt x="0" y="21835"/>
                      </a:moveTo>
                      <a:cubicBezTo>
                        <a:pt x="0" y="21835"/>
                        <a:pt x="21622" y="-14741"/>
                        <a:pt x="77629" y="6785"/>
                      </a:cubicBezTo>
                    </a:path>
                  </a:pathLst>
                </a:custGeom>
                <a:noFill/>
                <a:ln w="19050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1" name="任意多边形: 形状 550">
                  <a:extLst>
                    <a:ext uri="{FF2B5EF4-FFF2-40B4-BE49-F238E27FC236}">
                      <a16:creationId xmlns:a16="http://schemas.microsoft.com/office/drawing/2014/main" id="{84E86542-B647-4CC2-9442-F325ABBD6B33}"/>
                    </a:ext>
                  </a:extLst>
                </p:cNvPr>
                <p:cNvSpPr/>
                <p:nvPr/>
              </p:nvSpPr>
              <p:spPr>
                <a:xfrm>
                  <a:off x="5007571" y="2816325"/>
                  <a:ext cx="545981" cy="652125"/>
                </a:xfrm>
                <a:custGeom>
                  <a:avLst/>
                  <a:gdLst>
                    <a:gd name="connsiteX0" fmla="*/ 545980 w 545981"/>
                    <a:gd name="connsiteY0" fmla="*/ 605349 h 652125"/>
                    <a:gd name="connsiteX1" fmla="*/ 523025 w 545981"/>
                    <a:gd name="connsiteY1" fmla="*/ 423421 h 652125"/>
                    <a:gd name="connsiteX2" fmla="*/ 445301 w 545981"/>
                    <a:gd name="connsiteY2" fmla="*/ 421421 h 652125"/>
                    <a:gd name="connsiteX3" fmla="*/ 370720 w 545981"/>
                    <a:gd name="connsiteY3" fmla="*/ 526196 h 652125"/>
                    <a:gd name="connsiteX4" fmla="*/ 273089 w 545981"/>
                    <a:gd name="connsiteY4" fmla="*/ 439423 h 652125"/>
                    <a:gd name="connsiteX5" fmla="*/ 228512 w 545981"/>
                    <a:gd name="connsiteY5" fmla="*/ 294167 h 652125"/>
                    <a:gd name="connsiteX6" fmla="*/ 332334 w 545981"/>
                    <a:gd name="connsiteY6" fmla="*/ 198917 h 652125"/>
                    <a:gd name="connsiteX7" fmla="*/ 302521 w 545981"/>
                    <a:gd name="connsiteY7" fmla="*/ 99476 h 652125"/>
                    <a:gd name="connsiteX8" fmla="*/ 399581 w 545981"/>
                    <a:gd name="connsiteY8" fmla="*/ 89189 h 652125"/>
                    <a:gd name="connsiteX9" fmla="*/ 448063 w 545981"/>
                    <a:gd name="connsiteY9" fmla="*/ 81569 h 652125"/>
                    <a:gd name="connsiteX10" fmla="*/ 425870 w 545981"/>
                    <a:gd name="connsiteY10" fmla="*/ 28324 h 652125"/>
                    <a:gd name="connsiteX11" fmla="*/ 127356 w 545981"/>
                    <a:gd name="connsiteY11" fmla="*/ 37849 h 652125"/>
                    <a:gd name="connsiteX12" fmla="*/ 7 w 545981"/>
                    <a:gd name="connsiteY12" fmla="*/ 247399 h 652125"/>
                    <a:gd name="connsiteX13" fmla="*/ 42965 w 545981"/>
                    <a:gd name="connsiteY13" fmla="*/ 434661 h 652125"/>
                    <a:gd name="connsiteX14" fmla="*/ 74111 w 545981"/>
                    <a:gd name="connsiteY14" fmla="*/ 441138 h 652125"/>
                    <a:gd name="connsiteX15" fmla="*/ 95543 w 545981"/>
                    <a:gd name="connsiteY15" fmla="*/ 380273 h 652125"/>
                    <a:gd name="connsiteX16" fmla="*/ 170409 w 545981"/>
                    <a:gd name="connsiteY16" fmla="*/ 316741 h 652125"/>
                    <a:gd name="connsiteX17" fmla="*/ 183173 w 545981"/>
                    <a:gd name="connsiteY17" fmla="*/ 421040 h 652125"/>
                    <a:gd name="connsiteX18" fmla="*/ 220511 w 545981"/>
                    <a:gd name="connsiteY18" fmla="*/ 563915 h 652125"/>
                    <a:gd name="connsiteX19" fmla="*/ 337478 w 545981"/>
                    <a:gd name="connsiteY19" fmla="*/ 645735 h 652125"/>
                    <a:gd name="connsiteX20" fmla="*/ 473495 w 545981"/>
                    <a:gd name="connsiteY20" fmla="*/ 652117 h 652125"/>
                    <a:gd name="connsiteX21" fmla="*/ 545980 w 545981"/>
                    <a:gd name="connsiteY21" fmla="*/ 605349 h 6521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45981" h="652125">
                      <a:moveTo>
                        <a:pt x="545980" y="605349"/>
                      </a:moveTo>
                      <a:cubicBezTo>
                        <a:pt x="545980" y="564010"/>
                        <a:pt x="523025" y="423421"/>
                        <a:pt x="523025" y="423421"/>
                      </a:cubicBezTo>
                      <a:cubicBezTo>
                        <a:pt x="523025" y="423421"/>
                        <a:pt x="496260" y="409038"/>
                        <a:pt x="445301" y="421421"/>
                      </a:cubicBezTo>
                      <a:cubicBezTo>
                        <a:pt x="394342" y="433804"/>
                        <a:pt x="380436" y="516671"/>
                        <a:pt x="370720" y="526196"/>
                      </a:cubicBezTo>
                      <a:cubicBezTo>
                        <a:pt x="361005" y="535721"/>
                        <a:pt x="297663" y="478571"/>
                        <a:pt x="273089" y="439423"/>
                      </a:cubicBezTo>
                      <a:cubicBezTo>
                        <a:pt x="248514" y="400276"/>
                        <a:pt x="231179" y="333315"/>
                        <a:pt x="228512" y="294167"/>
                      </a:cubicBezTo>
                      <a:cubicBezTo>
                        <a:pt x="225845" y="255019"/>
                        <a:pt x="317952" y="235303"/>
                        <a:pt x="332334" y="198917"/>
                      </a:cubicBezTo>
                      <a:cubicBezTo>
                        <a:pt x="346717" y="162532"/>
                        <a:pt x="278804" y="123765"/>
                        <a:pt x="302521" y="99476"/>
                      </a:cubicBezTo>
                      <a:cubicBezTo>
                        <a:pt x="326238" y="75187"/>
                        <a:pt x="375292" y="84522"/>
                        <a:pt x="399581" y="89189"/>
                      </a:cubicBezTo>
                      <a:cubicBezTo>
                        <a:pt x="416135" y="91427"/>
                        <a:pt x="432995" y="88779"/>
                        <a:pt x="448063" y="81569"/>
                      </a:cubicBezTo>
                      <a:cubicBezTo>
                        <a:pt x="448063" y="81569"/>
                        <a:pt x="457588" y="64519"/>
                        <a:pt x="425870" y="28324"/>
                      </a:cubicBezTo>
                      <a:cubicBezTo>
                        <a:pt x="394152" y="-7871"/>
                        <a:pt x="231465" y="-14157"/>
                        <a:pt x="127356" y="37849"/>
                      </a:cubicBezTo>
                      <a:cubicBezTo>
                        <a:pt x="23248" y="89856"/>
                        <a:pt x="-469" y="164913"/>
                        <a:pt x="7" y="247399"/>
                      </a:cubicBezTo>
                      <a:cubicBezTo>
                        <a:pt x="483" y="314074"/>
                        <a:pt x="31344" y="403228"/>
                        <a:pt x="42965" y="434661"/>
                      </a:cubicBezTo>
                      <a:cubicBezTo>
                        <a:pt x="52795" y="438909"/>
                        <a:pt x="63396" y="441119"/>
                        <a:pt x="74111" y="441138"/>
                      </a:cubicBezTo>
                      <a:cubicBezTo>
                        <a:pt x="83636" y="438661"/>
                        <a:pt x="90876" y="409515"/>
                        <a:pt x="95543" y="380273"/>
                      </a:cubicBezTo>
                      <a:cubicBezTo>
                        <a:pt x="100210" y="351031"/>
                        <a:pt x="170409" y="316741"/>
                        <a:pt x="170409" y="316741"/>
                      </a:cubicBezTo>
                      <a:cubicBezTo>
                        <a:pt x="170409" y="316741"/>
                        <a:pt x="183077" y="404085"/>
                        <a:pt x="183173" y="421040"/>
                      </a:cubicBezTo>
                      <a:cubicBezTo>
                        <a:pt x="183268" y="437995"/>
                        <a:pt x="173648" y="523053"/>
                        <a:pt x="220511" y="563915"/>
                      </a:cubicBezTo>
                      <a:cubicBezTo>
                        <a:pt x="257201" y="594328"/>
                        <a:pt x="296320" y="621694"/>
                        <a:pt x="337478" y="645735"/>
                      </a:cubicBezTo>
                      <a:cubicBezTo>
                        <a:pt x="337478" y="645735"/>
                        <a:pt x="434633" y="652402"/>
                        <a:pt x="473495" y="652117"/>
                      </a:cubicBezTo>
                      <a:cubicBezTo>
                        <a:pt x="512357" y="651831"/>
                        <a:pt x="546266" y="646592"/>
                        <a:pt x="545980" y="605349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2" name="任意多边形: 形状 551">
                  <a:extLst>
                    <a:ext uri="{FF2B5EF4-FFF2-40B4-BE49-F238E27FC236}">
                      <a16:creationId xmlns:a16="http://schemas.microsoft.com/office/drawing/2014/main" id="{A8697C72-7781-4FBF-ABCD-CB634B98B41B}"/>
                    </a:ext>
                  </a:extLst>
                </p:cNvPr>
                <p:cNvSpPr/>
                <p:nvPr/>
              </p:nvSpPr>
              <p:spPr>
                <a:xfrm>
                  <a:off x="5096528" y="3081757"/>
                  <a:ext cx="96406" cy="153537"/>
                </a:xfrm>
                <a:custGeom>
                  <a:avLst/>
                  <a:gdLst>
                    <a:gd name="connsiteX0" fmla="*/ 96406 w 96406"/>
                    <a:gd name="connsiteY0" fmla="*/ 111507 h 153537"/>
                    <a:gd name="connsiteX1" fmla="*/ 42304 w 96406"/>
                    <a:gd name="connsiteY1" fmla="*/ 160 h 153537"/>
                    <a:gd name="connsiteX2" fmla="*/ 6490 w 96406"/>
                    <a:gd name="connsiteY2" fmla="*/ 104935 h 153537"/>
                    <a:gd name="connsiteX3" fmla="*/ 77166 w 96406"/>
                    <a:gd name="connsiteY3" fmla="*/ 150655 h 153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406" h="153537">
                      <a:moveTo>
                        <a:pt x="96406" y="111507"/>
                      </a:moveTo>
                      <a:cubicBezTo>
                        <a:pt x="96406" y="111507"/>
                        <a:pt x="76213" y="-4889"/>
                        <a:pt x="42304" y="160"/>
                      </a:cubicBezTo>
                      <a:cubicBezTo>
                        <a:pt x="8395" y="5208"/>
                        <a:pt x="-10845" y="49023"/>
                        <a:pt x="6490" y="104935"/>
                      </a:cubicBezTo>
                      <a:cubicBezTo>
                        <a:pt x="23826" y="160846"/>
                        <a:pt x="57830" y="155608"/>
                        <a:pt x="77166" y="150655"/>
                      </a:cubicBezTo>
                    </a:path>
                  </a:pathLst>
                </a:custGeom>
                <a:solidFill>
                  <a:srgbClr val="FFFFFF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3" name="任意多边形: 形状 552">
                  <a:extLst>
                    <a:ext uri="{FF2B5EF4-FFF2-40B4-BE49-F238E27FC236}">
                      <a16:creationId xmlns:a16="http://schemas.microsoft.com/office/drawing/2014/main" id="{434186DB-8B04-4EF5-95AD-E9263C38964E}"/>
                    </a:ext>
                  </a:extLst>
                </p:cNvPr>
                <p:cNvSpPr/>
                <p:nvPr/>
              </p:nvSpPr>
              <p:spPr>
                <a:xfrm>
                  <a:off x="5431345" y="3281561"/>
                  <a:ext cx="70484" cy="23910"/>
                </a:xfrm>
                <a:custGeom>
                  <a:avLst/>
                  <a:gdLst>
                    <a:gd name="connsiteX0" fmla="*/ 0 w 70484"/>
                    <a:gd name="connsiteY0" fmla="*/ 0 h 23910"/>
                    <a:gd name="connsiteX1" fmla="*/ 70485 w 70484"/>
                    <a:gd name="connsiteY1" fmla="*/ 23908 h 23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0484" h="23910">
                      <a:moveTo>
                        <a:pt x="0" y="0"/>
                      </a:moveTo>
                      <a:cubicBezTo>
                        <a:pt x="0" y="0"/>
                        <a:pt x="19526" y="24193"/>
                        <a:pt x="70485" y="23908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4" name="任意多边形: 形状 553">
                  <a:extLst>
                    <a:ext uri="{FF2B5EF4-FFF2-40B4-BE49-F238E27FC236}">
                      <a16:creationId xmlns:a16="http://schemas.microsoft.com/office/drawing/2014/main" id="{BBF957B4-1C53-4ACF-B114-3D1EDC821D90}"/>
                    </a:ext>
                  </a:extLst>
                </p:cNvPr>
                <p:cNvSpPr/>
                <p:nvPr/>
              </p:nvSpPr>
              <p:spPr>
                <a:xfrm>
                  <a:off x="4807648" y="4965771"/>
                  <a:ext cx="668940" cy="794956"/>
                </a:xfrm>
                <a:custGeom>
                  <a:avLst/>
                  <a:gdLst>
                    <a:gd name="connsiteX0" fmla="*/ 78677 w 668940"/>
                    <a:gd name="connsiteY0" fmla="*/ 794956 h 794956"/>
                    <a:gd name="connsiteX1" fmla="*/ 593027 w 668940"/>
                    <a:gd name="connsiteY1" fmla="*/ 794956 h 794956"/>
                    <a:gd name="connsiteX2" fmla="*/ 614744 w 668940"/>
                    <a:gd name="connsiteY2" fmla="*/ 595693 h 794956"/>
                    <a:gd name="connsiteX3" fmla="*/ 668941 w 668940"/>
                    <a:gd name="connsiteY3" fmla="*/ 8763 h 794956"/>
                    <a:gd name="connsiteX4" fmla="*/ 0 w 668940"/>
                    <a:gd name="connsiteY4" fmla="*/ 0 h 794956"/>
                    <a:gd name="connsiteX5" fmla="*/ 21908 w 668940"/>
                    <a:gd name="connsiteY5" fmla="*/ 310991 h 794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68940" h="794956">
                      <a:moveTo>
                        <a:pt x="78677" y="794956"/>
                      </a:moveTo>
                      <a:lnTo>
                        <a:pt x="593027" y="794956"/>
                      </a:lnTo>
                      <a:cubicBezTo>
                        <a:pt x="594741" y="767905"/>
                        <a:pt x="614744" y="663892"/>
                        <a:pt x="614744" y="595693"/>
                      </a:cubicBezTo>
                      <a:cubicBezTo>
                        <a:pt x="614744" y="516922"/>
                        <a:pt x="668941" y="8763"/>
                        <a:pt x="668941" y="8763"/>
                      </a:cubicBezTo>
                      <a:lnTo>
                        <a:pt x="0" y="0"/>
                      </a:lnTo>
                      <a:lnTo>
                        <a:pt x="21908" y="310991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5" name="任意多边形: 形状 554">
                  <a:extLst>
                    <a:ext uri="{FF2B5EF4-FFF2-40B4-BE49-F238E27FC236}">
                      <a16:creationId xmlns:a16="http://schemas.microsoft.com/office/drawing/2014/main" id="{9258D52D-0D24-47D6-A61B-AE655435C612}"/>
                    </a:ext>
                  </a:extLst>
                </p:cNvPr>
                <p:cNvSpPr/>
                <p:nvPr/>
              </p:nvSpPr>
              <p:spPr>
                <a:xfrm>
                  <a:off x="4707445" y="3474728"/>
                  <a:ext cx="839533" cy="1591151"/>
                </a:xfrm>
                <a:custGeom>
                  <a:avLst/>
                  <a:gdLst>
                    <a:gd name="connsiteX0" fmla="*/ 245554 w 839533"/>
                    <a:gd name="connsiteY0" fmla="*/ 0 h 1591151"/>
                    <a:gd name="connsiteX1" fmla="*/ 95250 w 839533"/>
                    <a:gd name="connsiteY1" fmla="*/ 234696 h 1591151"/>
                    <a:gd name="connsiteX2" fmla="*/ 43910 w 839533"/>
                    <a:gd name="connsiteY2" fmla="*/ 439960 h 1591151"/>
                    <a:gd name="connsiteX3" fmla="*/ 102679 w 839533"/>
                    <a:gd name="connsiteY3" fmla="*/ 971550 h 1591151"/>
                    <a:gd name="connsiteX4" fmla="*/ 0 w 839533"/>
                    <a:gd name="connsiteY4" fmla="*/ 1525238 h 1591151"/>
                    <a:gd name="connsiteX5" fmla="*/ 377666 w 839533"/>
                    <a:gd name="connsiteY5" fmla="*/ 1591151 h 1591151"/>
                    <a:gd name="connsiteX6" fmla="*/ 696659 w 839533"/>
                    <a:gd name="connsiteY6" fmla="*/ 1565529 h 1591151"/>
                    <a:gd name="connsiteX7" fmla="*/ 839534 w 839533"/>
                    <a:gd name="connsiteY7" fmla="*/ 1525238 h 1591151"/>
                    <a:gd name="connsiteX8" fmla="*/ 799147 w 839533"/>
                    <a:gd name="connsiteY8" fmla="*/ 681990 h 1591151"/>
                    <a:gd name="connsiteX9" fmla="*/ 689229 w 839533"/>
                    <a:gd name="connsiteY9" fmla="*/ 260318 h 1591151"/>
                    <a:gd name="connsiteX10" fmla="*/ 612172 w 839533"/>
                    <a:gd name="connsiteY10" fmla="*/ 88011 h 1591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39533" h="1591151">
                      <a:moveTo>
                        <a:pt x="245554" y="0"/>
                      </a:moveTo>
                      <a:cubicBezTo>
                        <a:pt x="245554" y="0"/>
                        <a:pt x="128302" y="150400"/>
                        <a:pt x="95250" y="234696"/>
                      </a:cubicBezTo>
                      <a:cubicBezTo>
                        <a:pt x="62198" y="318992"/>
                        <a:pt x="36576" y="333661"/>
                        <a:pt x="43910" y="439960"/>
                      </a:cubicBezTo>
                      <a:cubicBezTo>
                        <a:pt x="51244" y="546259"/>
                        <a:pt x="102679" y="971550"/>
                        <a:pt x="102679" y="971550"/>
                      </a:cubicBezTo>
                      <a:lnTo>
                        <a:pt x="0" y="1525238"/>
                      </a:lnTo>
                      <a:cubicBezTo>
                        <a:pt x="121187" y="1568653"/>
                        <a:pt x="248936" y="1590951"/>
                        <a:pt x="377666" y="1591151"/>
                      </a:cubicBezTo>
                      <a:cubicBezTo>
                        <a:pt x="590264" y="1591151"/>
                        <a:pt x="682466" y="1572863"/>
                        <a:pt x="696659" y="1565529"/>
                      </a:cubicBezTo>
                      <a:cubicBezTo>
                        <a:pt x="710851" y="1558195"/>
                        <a:pt x="839534" y="1525238"/>
                        <a:pt x="839534" y="1525238"/>
                      </a:cubicBezTo>
                      <a:cubicBezTo>
                        <a:pt x="839534" y="1525238"/>
                        <a:pt x="839534" y="898303"/>
                        <a:pt x="799147" y="681990"/>
                      </a:cubicBezTo>
                      <a:cubicBezTo>
                        <a:pt x="758762" y="465677"/>
                        <a:pt x="707517" y="300990"/>
                        <a:pt x="689229" y="260318"/>
                      </a:cubicBezTo>
                      <a:cubicBezTo>
                        <a:pt x="670941" y="219646"/>
                        <a:pt x="612172" y="88011"/>
                        <a:pt x="612172" y="8801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6" name="任意多边形: 形状 555">
                  <a:extLst>
                    <a:ext uri="{FF2B5EF4-FFF2-40B4-BE49-F238E27FC236}">
                      <a16:creationId xmlns:a16="http://schemas.microsoft.com/office/drawing/2014/main" id="{30442709-AE6C-473A-B3AD-46027EF16758}"/>
                    </a:ext>
                  </a:extLst>
                </p:cNvPr>
                <p:cNvSpPr/>
                <p:nvPr/>
              </p:nvSpPr>
              <p:spPr>
                <a:xfrm>
                  <a:off x="4898231" y="3474728"/>
                  <a:ext cx="561308" cy="465391"/>
                </a:xfrm>
                <a:custGeom>
                  <a:avLst/>
                  <a:gdLst>
                    <a:gd name="connsiteX0" fmla="*/ 498729 w 561308"/>
                    <a:gd name="connsiteY0" fmla="*/ 260318 h 465391"/>
                    <a:gd name="connsiteX1" fmla="*/ 421672 w 561308"/>
                    <a:gd name="connsiteY1" fmla="*/ 88011 h 465391"/>
                    <a:gd name="connsiteX2" fmla="*/ 54769 w 561308"/>
                    <a:gd name="connsiteY2" fmla="*/ 0 h 465391"/>
                    <a:gd name="connsiteX3" fmla="*/ 0 w 561308"/>
                    <a:gd name="connsiteY3" fmla="*/ 74390 h 465391"/>
                    <a:gd name="connsiteX4" fmla="*/ 289465 w 561308"/>
                    <a:gd name="connsiteY4" fmla="*/ 238315 h 465391"/>
                    <a:gd name="connsiteX5" fmla="*/ 377476 w 561308"/>
                    <a:gd name="connsiteY5" fmla="*/ 234696 h 465391"/>
                    <a:gd name="connsiteX6" fmla="*/ 344710 w 561308"/>
                    <a:gd name="connsiteY6" fmla="*/ 274987 h 465391"/>
                    <a:gd name="connsiteX7" fmla="*/ 462058 w 561308"/>
                    <a:gd name="connsiteY7" fmla="*/ 373952 h 465391"/>
                    <a:gd name="connsiteX8" fmla="*/ 561308 w 561308"/>
                    <a:gd name="connsiteY8" fmla="*/ 465391 h 465391"/>
                    <a:gd name="connsiteX9" fmla="*/ 498729 w 561308"/>
                    <a:gd name="connsiteY9" fmla="*/ 260318 h 4653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61308" h="465391">
                      <a:moveTo>
                        <a:pt x="498729" y="260318"/>
                      </a:moveTo>
                      <a:cubicBezTo>
                        <a:pt x="480346" y="220027"/>
                        <a:pt x="421672" y="88011"/>
                        <a:pt x="421672" y="88011"/>
                      </a:cubicBezTo>
                      <a:lnTo>
                        <a:pt x="54769" y="0"/>
                      </a:lnTo>
                      <a:cubicBezTo>
                        <a:pt x="54769" y="0"/>
                        <a:pt x="30004" y="31813"/>
                        <a:pt x="0" y="74390"/>
                      </a:cubicBezTo>
                      <a:cubicBezTo>
                        <a:pt x="79915" y="120777"/>
                        <a:pt x="277749" y="235458"/>
                        <a:pt x="289465" y="238315"/>
                      </a:cubicBezTo>
                      <a:cubicBezTo>
                        <a:pt x="304133" y="242030"/>
                        <a:pt x="377476" y="234696"/>
                        <a:pt x="377476" y="234696"/>
                      </a:cubicBezTo>
                      <a:lnTo>
                        <a:pt x="344710" y="274987"/>
                      </a:lnTo>
                      <a:cubicBezTo>
                        <a:pt x="344710" y="274987"/>
                        <a:pt x="432721" y="344710"/>
                        <a:pt x="462058" y="373952"/>
                      </a:cubicBezTo>
                      <a:cubicBezTo>
                        <a:pt x="477488" y="389382"/>
                        <a:pt x="522256" y="430149"/>
                        <a:pt x="561308" y="465391"/>
                      </a:cubicBezTo>
                      <a:cubicBezTo>
                        <a:pt x="534734" y="360045"/>
                        <a:pt x="510159" y="285655"/>
                        <a:pt x="498729" y="260318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7" name="任意多边形: 形状 556">
                  <a:extLst>
                    <a:ext uri="{FF2B5EF4-FFF2-40B4-BE49-F238E27FC236}">
                      <a16:creationId xmlns:a16="http://schemas.microsoft.com/office/drawing/2014/main" id="{5D22CCB9-4657-4108-97C8-2DB308EF12E6}"/>
                    </a:ext>
                  </a:extLst>
                </p:cNvPr>
                <p:cNvSpPr/>
                <p:nvPr/>
              </p:nvSpPr>
              <p:spPr>
                <a:xfrm>
                  <a:off x="5228272" y="3581122"/>
                  <a:ext cx="227266" cy="344614"/>
                </a:xfrm>
                <a:custGeom>
                  <a:avLst/>
                  <a:gdLst>
                    <a:gd name="connsiteX0" fmla="*/ 0 w 227266"/>
                    <a:gd name="connsiteY0" fmla="*/ 62293 h 344614"/>
                    <a:gd name="connsiteX1" fmla="*/ 124682 w 227266"/>
                    <a:gd name="connsiteY1" fmla="*/ 161258 h 344614"/>
                    <a:gd name="connsiteX2" fmla="*/ 227267 w 227266"/>
                    <a:gd name="connsiteY2" fmla="*/ 344615 h 344614"/>
                    <a:gd name="connsiteX3" fmla="*/ 161354 w 227266"/>
                    <a:gd name="connsiteY3" fmla="*/ 76962 h 344614"/>
                    <a:gd name="connsiteX4" fmla="*/ 25718 w 227266"/>
                    <a:gd name="connsiteY4" fmla="*/ 0 h 344614"/>
                    <a:gd name="connsiteX5" fmla="*/ 0 w 227266"/>
                    <a:gd name="connsiteY5" fmla="*/ 62293 h 3446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7266" h="344614">
                      <a:moveTo>
                        <a:pt x="0" y="62293"/>
                      </a:moveTo>
                      <a:lnTo>
                        <a:pt x="124682" y="161258"/>
                      </a:lnTo>
                      <a:lnTo>
                        <a:pt x="227267" y="344615"/>
                      </a:lnTo>
                      <a:lnTo>
                        <a:pt x="161354" y="76962"/>
                      </a:lnTo>
                      <a:lnTo>
                        <a:pt x="25718" y="0"/>
                      </a:lnTo>
                      <a:lnTo>
                        <a:pt x="0" y="6229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8" name="任意多边形: 形状 557">
                  <a:extLst>
                    <a:ext uri="{FF2B5EF4-FFF2-40B4-BE49-F238E27FC236}">
                      <a16:creationId xmlns:a16="http://schemas.microsoft.com/office/drawing/2014/main" id="{7F49C7F7-16A7-4788-BC6E-517705E252C6}"/>
                    </a:ext>
                  </a:extLst>
                </p:cNvPr>
                <p:cNvSpPr/>
                <p:nvPr/>
              </p:nvSpPr>
              <p:spPr>
                <a:xfrm>
                  <a:off x="4923948" y="3405100"/>
                  <a:ext cx="438912" cy="308609"/>
                </a:xfrm>
                <a:custGeom>
                  <a:avLst/>
                  <a:gdLst>
                    <a:gd name="connsiteX0" fmla="*/ 55054 w 438912"/>
                    <a:gd name="connsiteY0" fmla="*/ 0 h 308609"/>
                    <a:gd name="connsiteX1" fmla="*/ 438912 w 438912"/>
                    <a:gd name="connsiteY1" fmla="*/ 172974 h 308609"/>
                    <a:gd name="connsiteX2" fmla="*/ 438912 w 438912"/>
                    <a:gd name="connsiteY2" fmla="*/ 308610 h 308609"/>
                    <a:gd name="connsiteX3" fmla="*/ 0 w 438912"/>
                    <a:gd name="connsiteY3" fmla="*/ 84296 h 308609"/>
                    <a:gd name="connsiteX4" fmla="*/ 55054 w 438912"/>
                    <a:gd name="connsiteY4" fmla="*/ 0 h 3086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8912" h="308609">
                      <a:moveTo>
                        <a:pt x="55054" y="0"/>
                      </a:moveTo>
                      <a:lnTo>
                        <a:pt x="438912" y="172974"/>
                      </a:lnTo>
                      <a:lnTo>
                        <a:pt x="438912" y="308610"/>
                      </a:lnTo>
                      <a:lnTo>
                        <a:pt x="0" y="84296"/>
                      </a:lnTo>
                      <a:lnTo>
                        <a:pt x="5505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9" name="任意多边形: 形状 558">
                  <a:extLst>
                    <a:ext uri="{FF2B5EF4-FFF2-40B4-BE49-F238E27FC236}">
                      <a16:creationId xmlns:a16="http://schemas.microsoft.com/office/drawing/2014/main" id="{4CC3C8C4-1B23-4BAC-ABB5-C042673B6B1D}"/>
                    </a:ext>
                  </a:extLst>
                </p:cNvPr>
                <p:cNvSpPr/>
                <p:nvPr/>
              </p:nvSpPr>
              <p:spPr>
                <a:xfrm>
                  <a:off x="4823269" y="4792607"/>
                  <a:ext cx="663320" cy="536733"/>
                </a:xfrm>
                <a:custGeom>
                  <a:avLst/>
                  <a:gdLst>
                    <a:gd name="connsiteX0" fmla="*/ 0 w 663320"/>
                    <a:gd name="connsiteY0" fmla="*/ 0 h 536733"/>
                    <a:gd name="connsiteX1" fmla="*/ 663321 w 663320"/>
                    <a:gd name="connsiteY1" fmla="*/ 0 h 536733"/>
                    <a:gd name="connsiteX2" fmla="*/ 663321 w 663320"/>
                    <a:gd name="connsiteY2" fmla="*/ 536734 h 536733"/>
                    <a:gd name="connsiteX3" fmla="*/ 0 w 663320"/>
                    <a:gd name="connsiteY3" fmla="*/ 536734 h 5367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63320" h="536733">
                      <a:moveTo>
                        <a:pt x="0" y="0"/>
                      </a:moveTo>
                      <a:lnTo>
                        <a:pt x="663321" y="0"/>
                      </a:lnTo>
                      <a:lnTo>
                        <a:pt x="663321" y="536734"/>
                      </a:lnTo>
                      <a:lnTo>
                        <a:pt x="0" y="53673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solidFill>
                    <a:srgbClr val="26323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0" name="任意多边形: 形状 559">
                  <a:extLst>
                    <a:ext uri="{FF2B5EF4-FFF2-40B4-BE49-F238E27FC236}">
                      <a16:creationId xmlns:a16="http://schemas.microsoft.com/office/drawing/2014/main" id="{70132EA4-0CF4-4DD2-BA08-1DAE9D879624}"/>
                    </a:ext>
                  </a:extLst>
                </p:cNvPr>
                <p:cNvSpPr/>
                <p:nvPr/>
              </p:nvSpPr>
              <p:spPr>
                <a:xfrm>
                  <a:off x="5043011" y="5048448"/>
                  <a:ext cx="288854" cy="305404"/>
                </a:xfrm>
                <a:custGeom>
                  <a:avLst/>
                  <a:gdLst>
                    <a:gd name="connsiteX0" fmla="*/ 152591 w 288854"/>
                    <a:gd name="connsiteY0" fmla="*/ 0 h 305404"/>
                    <a:gd name="connsiteX1" fmla="*/ 221266 w 288854"/>
                    <a:gd name="connsiteY1" fmla="*/ 70771 h 305404"/>
                    <a:gd name="connsiteX2" fmla="*/ 259366 w 288854"/>
                    <a:gd name="connsiteY2" fmla="*/ 105061 h 305404"/>
                    <a:gd name="connsiteX3" fmla="*/ 285083 w 288854"/>
                    <a:gd name="connsiteY3" fmla="*/ 220885 h 305404"/>
                    <a:gd name="connsiteX4" fmla="*/ 267938 w 288854"/>
                    <a:gd name="connsiteY4" fmla="*/ 231553 h 305404"/>
                    <a:gd name="connsiteX5" fmla="*/ 229838 w 288854"/>
                    <a:gd name="connsiteY5" fmla="*/ 183928 h 305404"/>
                    <a:gd name="connsiteX6" fmla="*/ 238411 w 288854"/>
                    <a:gd name="connsiteY6" fmla="*/ 269653 h 305404"/>
                    <a:gd name="connsiteX7" fmla="*/ 242697 w 288854"/>
                    <a:gd name="connsiteY7" fmla="*/ 284702 h 305404"/>
                    <a:gd name="connsiteX8" fmla="*/ 201930 w 288854"/>
                    <a:gd name="connsiteY8" fmla="*/ 303752 h 305404"/>
                    <a:gd name="connsiteX9" fmla="*/ 169831 w 288854"/>
                    <a:gd name="connsiteY9" fmla="*/ 280130 h 305404"/>
                    <a:gd name="connsiteX10" fmla="*/ 122206 w 288854"/>
                    <a:gd name="connsiteY10" fmla="*/ 284416 h 305404"/>
                    <a:gd name="connsiteX11" fmla="*/ 81534 w 288854"/>
                    <a:gd name="connsiteY11" fmla="*/ 273653 h 305404"/>
                    <a:gd name="connsiteX12" fmla="*/ 49340 w 288854"/>
                    <a:gd name="connsiteY12" fmla="*/ 247936 h 305404"/>
                    <a:gd name="connsiteX13" fmla="*/ 8573 w 288854"/>
                    <a:gd name="connsiteY13" fmla="*/ 95536 h 305404"/>
                    <a:gd name="connsiteX14" fmla="*/ 0 w 288854"/>
                    <a:gd name="connsiteY14" fmla="*/ 28861 h 3054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88854" h="305404">
                      <a:moveTo>
                        <a:pt x="152591" y="0"/>
                      </a:moveTo>
                      <a:cubicBezTo>
                        <a:pt x="152591" y="0"/>
                        <a:pt x="201930" y="64294"/>
                        <a:pt x="221266" y="70771"/>
                      </a:cubicBezTo>
                      <a:cubicBezTo>
                        <a:pt x="237544" y="77457"/>
                        <a:pt x="251003" y="89573"/>
                        <a:pt x="259366" y="105061"/>
                      </a:cubicBezTo>
                      <a:cubicBezTo>
                        <a:pt x="267938" y="117920"/>
                        <a:pt x="278416" y="214408"/>
                        <a:pt x="285083" y="220885"/>
                      </a:cubicBezTo>
                      <a:cubicBezTo>
                        <a:pt x="291751" y="227362"/>
                        <a:pt x="291560" y="242316"/>
                        <a:pt x="267938" y="231553"/>
                      </a:cubicBezTo>
                      <a:cubicBezTo>
                        <a:pt x="244316" y="220789"/>
                        <a:pt x="229838" y="183928"/>
                        <a:pt x="229838" y="183928"/>
                      </a:cubicBezTo>
                      <a:lnTo>
                        <a:pt x="238411" y="269653"/>
                      </a:lnTo>
                      <a:cubicBezTo>
                        <a:pt x="238411" y="269653"/>
                        <a:pt x="257461" y="273939"/>
                        <a:pt x="242697" y="284702"/>
                      </a:cubicBezTo>
                      <a:cubicBezTo>
                        <a:pt x="227933" y="295465"/>
                        <a:pt x="214789" y="310420"/>
                        <a:pt x="201930" y="303752"/>
                      </a:cubicBezTo>
                      <a:cubicBezTo>
                        <a:pt x="190491" y="296942"/>
                        <a:pt x="179737" y="289027"/>
                        <a:pt x="169831" y="280130"/>
                      </a:cubicBezTo>
                      <a:cubicBezTo>
                        <a:pt x="154515" y="285274"/>
                        <a:pt x="138198" y="286741"/>
                        <a:pt x="122206" y="284416"/>
                      </a:cubicBezTo>
                      <a:cubicBezTo>
                        <a:pt x="98679" y="280130"/>
                        <a:pt x="103156" y="288703"/>
                        <a:pt x="81534" y="273653"/>
                      </a:cubicBezTo>
                      <a:cubicBezTo>
                        <a:pt x="59912" y="258604"/>
                        <a:pt x="60008" y="275844"/>
                        <a:pt x="49340" y="247936"/>
                      </a:cubicBezTo>
                      <a:cubicBezTo>
                        <a:pt x="32718" y="197996"/>
                        <a:pt x="19107" y="147104"/>
                        <a:pt x="8573" y="95536"/>
                      </a:cubicBezTo>
                      <a:cubicBezTo>
                        <a:pt x="4286" y="67628"/>
                        <a:pt x="0" y="28861"/>
                        <a:pt x="0" y="2886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1" name="任意多边形: 形状 560">
                  <a:extLst>
                    <a:ext uri="{FF2B5EF4-FFF2-40B4-BE49-F238E27FC236}">
                      <a16:creationId xmlns:a16="http://schemas.microsoft.com/office/drawing/2014/main" id="{A379A7BD-6CCE-49B5-9507-049F5D7059A1}"/>
                    </a:ext>
                  </a:extLst>
                </p:cNvPr>
                <p:cNvSpPr/>
                <p:nvPr/>
              </p:nvSpPr>
              <p:spPr>
                <a:xfrm>
                  <a:off x="5026247" y="5007681"/>
                  <a:ext cx="192976" cy="92201"/>
                </a:xfrm>
                <a:custGeom>
                  <a:avLst/>
                  <a:gdLst>
                    <a:gd name="connsiteX0" fmla="*/ 178022 w 192976"/>
                    <a:gd name="connsiteY0" fmla="*/ 0 h 92201"/>
                    <a:gd name="connsiteX1" fmla="*/ 192976 w 192976"/>
                    <a:gd name="connsiteY1" fmla="*/ 66484 h 92201"/>
                    <a:gd name="connsiteX2" fmla="*/ 8572 w 192976"/>
                    <a:gd name="connsiteY2" fmla="*/ 92202 h 92201"/>
                    <a:gd name="connsiteX3" fmla="*/ 0 w 192976"/>
                    <a:gd name="connsiteY3" fmla="*/ 25717 h 92201"/>
                    <a:gd name="connsiteX4" fmla="*/ 178022 w 192976"/>
                    <a:gd name="connsiteY4" fmla="*/ 0 h 922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2976" h="92201">
                      <a:moveTo>
                        <a:pt x="178022" y="0"/>
                      </a:moveTo>
                      <a:lnTo>
                        <a:pt x="192976" y="66484"/>
                      </a:lnTo>
                      <a:lnTo>
                        <a:pt x="8572" y="92202"/>
                      </a:lnTo>
                      <a:lnTo>
                        <a:pt x="0" y="25717"/>
                      </a:lnTo>
                      <a:lnTo>
                        <a:pt x="17802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2" name="任意多边形: 形状 561">
                  <a:extLst>
                    <a:ext uri="{FF2B5EF4-FFF2-40B4-BE49-F238E27FC236}">
                      <a16:creationId xmlns:a16="http://schemas.microsoft.com/office/drawing/2014/main" id="{CD586BEF-A2A6-45BE-ADC0-F9F4F7F2EDEB}"/>
                    </a:ext>
                  </a:extLst>
                </p:cNvPr>
                <p:cNvSpPr/>
                <p:nvPr/>
              </p:nvSpPr>
              <p:spPr>
                <a:xfrm>
                  <a:off x="4803633" y="3606840"/>
                  <a:ext cx="412256" cy="1447133"/>
                </a:xfrm>
                <a:custGeom>
                  <a:avLst/>
                  <a:gdLst>
                    <a:gd name="connsiteX0" fmla="*/ 164321 w 412256"/>
                    <a:gd name="connsiteY0" fmla="*/ 0 h 1447133"/>
                    <a:gd name="connsiteX1" fmla="*/ 32399 w 412256"/>
                    <a:gd name="connsiteY1" fmla="*/ 98965 h 1447133"/>
                    <a:gd name="connsiteX2" fmla="*/ 4586 w 412256"/>
                    <a:gd name="connsiteY2" fmla="*/ 916877 h 1447133"/>
                    <a:gd name="connsiteX3" fmla="*/ 203278 w 412256"/>
                    <a:gd name="connsiteY3" fmla="*/ 1447133 h 1447133"/>
                    <a:gd name="connsiteX4" fmla="*/ 412256 w 412256"/>
                    <a:gd name="connsiteY4" fmla="*/ 1421511 h 1447133"/>
                    <a:gd name="connsiteX5" fmla="*/ 301766 w 412256"/>
                    <a:gd name="connsiteY5" fmla="*/ 850773 h 1447133"/>
                    <a:gd name="connsiteX6" fmla="*/ 373585 w 412256"/>
                    <a:gd name="connsiteY6" fmla="*/ 216217 h 14471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12256" h="1447133">
                      <a:moveTo>
                        <a:pt x="164321" y="0"/>
                      </a:moveTo>
                      <a:cubicBezTo>
                        <a:pt x="164321" y="0"/>
                        <a:pt x="36019" y="40291"/>
                        <a:pt x="32399" y="98965"/>
                      </a:cubicBezTo>
                      <a:cubicBezTo>
                        <a:pt x="28780" y="157639"/>
                        <a:pt x="-13797" y="869252"/>
                        <a:pt x="4586" y="916877"/>
                      </a:cubicBezTo>
                      <a:cubicBezTo>
                        <a:pt x="22969" y="964502"/>
                        <a:pt x="203278" y="1447133"/>
                        <a:pt x="203278" y="1447133"/>
                      </a:cubicBezTo>
                      <a:lnTo>
                        <a:pt x="412256" y="1421511"/>
                      </a:lnTo>
                      <a:cubicBezTo>
                        <a:pt x="412256" y="1421511"/>
                        <a:pt x="305195" y="861822"/>
                        <a:pt x="301766" y="850773"/>
                      </a:cubicBezTo>
                      <a:cubicBezTo>
                        <a:pt x="298337" y="839724"/>
                        <a:pt x="373585" y="216217"/>
                        <a:pt x="373585" y="216217"/>
                      </a:cubicBezTo>
                    </a:path>
                  </a:pathLst>
                </a:custGeom>
                <a:solidFill>
                  <a:srgbClr val="263238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3" name="任意多边形: 形状 562">
                  <a:extLst>
                    <a:ext uri="{FF2B5EF4-FFF2-40B4-BE49-F238E27FC236}">
                      <a16:creationId xmlns:a16="http://schemas.microsoft.com/office/drawing/2014/main" id="{F8C1A2B9-4A7F-4F08-A025-598D43C2BEB1}"/>
                    </a:ext>
                  </a:extLst>
                </p:cNvPr>
                <p:cNvSpPr/>
                <p:nvPr/>
              </p:nvSpPr>
              <p:spPr>
                <a:xfrm>
                  <a:off x="5105114" y="4002127"/>
                  <a:ext cx="47243" cy="738473"/>
                </a:xfrm>
                <a:custGeom>
                  <a:avLst/>
                  <a:gdLst>
                    <a:gd name="connsiteX0" fmla="*/ 47244 w 47243"/>
                    <a:gd name="connsiteY0" fmla="*/ 0 h 738473"/>
                    <a:gd name="connsiteX1" fmla="*/ 0 w 47243"/>
                    <a:gd name="connsiteY1" fmla="*/ 455486 h 738473"/>
                    <a:gd name="connsiteX2" fmla="*/ 45053 w 47243"/>
                    <a:gd name="connsiteY2" fmla="*/ 738473 h 738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243" h="738473">
                      <a:moveTo>
                        <a:pt x="47244" y="0"/>
                      </a:moveTo>
                      <a:lnTo>
                        <a:pt x="0" y="455486"/>
                      </a:lnTo>
                      <a:lnTo>
                        <a:pt x="45053" y="738473"/>
                      </a:lnTo>
                    </a:path>
                  </a:pathLst>
                </a:custGeom>
                <a:noFill/>
                <a:ln w="9525" cap="rnd">
                  <a:solidFill>
                    <a:srgbClr val="878787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4" name="任意多边形: 形状 563">
                  <a:extLst>
                    <a:ext uri="{FF2B5EF4-FFF2-40B4-BE49-F238E27FC236}">
                      <a16:creationId xmlns:a16="http://schemas.microsoft.com/office/drawing/2014/main" id="{E29FE7A8-26B9-416D-BBF1-B04634827C96}"/>
                    </a:ext>
                  </a:extLst>
                </p:cNvPr>
                <p:cNvSpPr/>
                <p:nvPr/>
              </p:nvSpPr>
              <p:spPr>
                <a:xfrm>
                  <a:off x="5157120" y="3932404"/>
                  <a:ext cx="2476" cy="24193"/>
                </a:xfrm>
                <a:custGeom>
                  <a:avLst/>
                  <a:gdLst>
                    <a:gd name="connsiteX0" fmla="*/ 2477 w 2476"/>
                    <a:gd name="connsiteY0" fmla="*/ 0 h 24193"/>
                    <a:gd name="connsiteX1" fmla="*/ 0 w 2476"/>
                    <a:gd name="connsiteY1" fmla="*/ 24194 h 241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476" h="24193">
                      <a:moveTo>
                        <a:pt x="2477" y="0"/>
                      </a:moveTo>
                      <a:lnTo>
                        <a:pt x="0" y="24194"/>
                      </a:lnTo>
                    </a:path>
                  </a:pathLst>
                </a:custGeom>
                <a:ln w="9525" cap="rnd">
                  <a:solidFill>
                    <a:srgbClr val="878787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5" name="任意多边形: 形状 564">
                  <a:extLst>
                    <a:ext uri="{FF2B5EF4-FFF2-40B4-BE49-F238E27FC236}">
                      <a16:creationId xmlns:a16="http://schemas.microsoft.com/office/drawing/2014/main" id="{20D38FEC-0974-4641-9209-53F1526DC439}"/>
                    </a:ext>
                  </a:extLst>
                </p:cNvPr>
                <p:cNvSpPr/>
                <p:nvPr/>
              </p:nvSpPr>
              <p:spPr>
                <a:xfrm>
                  <a:off x="4807172" y="3861919"/>
                  <a:ext cx="14097" cy="427672"/>
                </a:xfrm>
                <a:custGeom>
                  <a:avLst/>
                  <a:gdLst>
                    <a:gd name="connsiteX0" fmla="*/ 14097 w 14097"/>
                    <a:gd name="connsiteY0" fmla="*/ 0 h 427672"/>
                    <a:gd name="connsiteX1" fmla="*/ 0 w 14097"/>
                    <a:gd name="connsiteY1" fmla="*/ 427672 h 4276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097" h="427672">
                      <a:moveTo>
                        <a:pt x="14097" y="0"/>
                      </a:moveTo>
                      <a:lnTo>
                        <a:pt x="0" y="427672"/>
                      </a:lnTo>
                    </a:path>
                  </a:pathLst>
                </a:custGeom>
                <a:ln w="9525" cap="rnd">
                  <a:solidFill>
                    <a:srgbClr val="878787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6" name="任意多边形: 形状 565">
                  <a:extLst>
                    <a:ext uri="{FF2B5EF4-FFF2-40B4-BE49-F238E27FC236}">
                      <a16:creationId xmlns:a16="http://schemas.microsoft.com/office/drawing/2014/main" id="{03D330B5-D745-4FA3-8E31-59198D4ED145}"/>
                    </a:ext>
                  </a:extLst>
                </p:cNvPr>
                <p:cNvSpPr/>
                <p:nvPr/>
              </p:nvSpPr>
              <p:spPr>
                <a:xfrm>
                  <a:off x="5220652" y="4660781"/>
                  <a:ext cx="233552" cy="65722"/>
                </a:xfrm>
                <a:custGeom>
                  <a:avLst/>
                  <a:gdLst>
                    <a:gd name="connsiteX0" fmla="*/ 79915 w 233552"/>
                    <a:gd name="connsiteY0" fmla="*/ 5144 h 65722"/>
                    <a:gd name="connsiteX1" fmla="*/ 220885 w 233552"/>
                    <a:gd name="connsiteY1" fmla="*/ 0 h 65722"/>
                    <a:gd name="connsiteX2" fmla="*/ 233553 w 233552"/>
                    <a:gd name="connsiteY2" fmla="*/ 50768 h 65722"/>
                    <a:gd name="connsiteX3" fmla="*/ 0 w 233552"/>
                    <a:gd name="connsiteY3" fmla="*/ 65722 h 65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3552" h="65722">
                      <a:moveTo>
                        <a:pt x="79915" y="5144"/>
                      </a:moveTo>
                      <a:lnTo>
                        <a:pt x="220885" y="0"/>
                      </a:lnTo>
                      <a:lnTo>
                        <a:pt x="233553" y="50768"/>
                      </a:lnTo>
                      <a:lnTo>
                        <a:pt x="0" y="65722"/>
                      </a:lnTo>
                    </a:path>
                  </a:pathLst>
                </a:custGeom>
                <a:noFill/>
                <a:ln w="9525" cap="rnd">
                  <a:solidFill>
                    <a:srgbClr val="878787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7" name="任意多边形: 形状 566">
                  <a:extLst>
                    <a:ext uri="{FF2B5EF4-FFF2-40B4-BE49-F238E27FC236}">
                      <a16:creationId xmlns:a16="http://schemas.microsoft.com/office/drawing/2014/main" id="{6D927304-50C6-4A0C-9AA9-212D4ADA9007}"/>
                    </a:ext>
                  </a:extLst>
                </p:cNvPr>
                <p:cNvSpPr/>
                <p:nvPr/>
              </p:nvSpPr>
              <p:spPr>
                <a:xfrm>
                  <a:off x="5183124" y="4667448"/>
                  <a:ext cx="75056" cy="2666"/>
                </a:xfrm>
                <a:custGeom>
                  <a:avLst/>
                  <a:gdLst>
                    <a:gd name="connsiteX0" fmla="*/ 0 w 75056"/>
                    <a:gd name="connsiteY0" fmla="*/ 2667 h 2666"/>
                    <a:gd name="connsiteX1" fmla="*/ 75057 w 75056"/>
                    <a:gd name="connsiteY1" fmla="*/ 0 h 26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056" h="2666">
                      <a:moveTo>
                        <a:pt x="0" y="2667"/>
                      </a:moveTo>
                      <a:lnTo>
                        <a:pt x="75057" y="0"/>
                      </a:lnTo>
                    </a:path>
                  </a:pathLst>
                </a:custGeom>
                <a:ln w="9525" cap="rnd">
                  <a:solidFill>
                    <a:srgbClr val="878787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8" name="任意多边形: 形状 567">
                  <a:extLst>
                    <a:ext uri="{FF2B5EF4-FFF2-40B4-BE49-F238E27FC236}">
                      <a16:creationId xmlns:a16="http://schemas.microsoft.com/office/drawing/2014/main" id="{B5D8D947-4057-4F8C-B220-F6759EF960DB}"/>
                    </a:ext>
                  </a:extLst>
                </p:cNvPr>
                <p:cNvSpPr/>
                <p:nvPr/>
              </p:nvSpPr>
              <p:spPr>
                <a:xfrm>
                  <a:off x="4929377" y="3561215"/>
                  <a:ext cx="483965" cy="324230"/>
                </a:xfrm>
                <a:custGeom>
                  <a:avLst/>
                  <a:gdLst>
                    <a:gd name="connsiteX0" fmla="*/ 0 w 483965"/>
                    <a:gd name="connsiteY0" fmla="*/ 0 h 324230"/>
                    <a:gd name="connsiteX1" fmla="*/ 258604 w 483965"/>
                    <a:gd name="connsiteY1" fmla="*/ 151828 h 324230"/>
                    <a:gd name="connsiteX2" fmla="*/ 346615 w 483965"/>
                    <a:gd name="connsiteY2" fmla="*/ 148209 h 324230"/>
                    <a:gd name="connsiteX3" fmla="*/ 313563 w 483965"/>
                    <a:gd name="connsiteY3" fmla="*/ 188500 h 324230"/>
                    <a:gd name="connsiteX4" fmla="*/ 483965 w 483965"/>
                    <a:gd name="connsiteY4" fmla="*/ 324231 h 324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3965" h="324230">
                      <a:moveTo>
                        <a:pt x="0" y="0"/>
                      </a:moveTo>
                      <a:lnTo>
                        <a:pt x="258604" y="151828"/>
                      </a:lnTo>
                      <a:lnTo>
                        <a:pt x="346615" y="148209"/>
                      </a:lnTo>
                      <a:lnTo>
                        <a:pt x="313563" y="188500"/>
                      </a:lnTo>
                      <a:lnTo>
                        <a:pt x="483965" y="324231"/>
                      </a:lnTo>
                    </a:path>
                  </a:pathLst>
                </a:custGeom>
                <a:noFill/>
                <a:ln w="9525" cap="rnd">
                  <a:solidFill>
                    <a:srgbClr val="878787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69" name="任意多边形: 形状 568">
                <a:extLst>
                  <a:ext uri="{FF2B5EF4-FFF2-40B4-BE49-F238E27FC236}">
                    <a16:creationId xmlns:a16="http://schemas.microsoft.com/office/drawing/2014/main" id="{6B6DDF20-2BCD-4AA0-ACE6-A4F9340C3A11}"/>
                  </a:ext>
                </a:extLst>
              </p:cNvPr>
              <p:cNvSpPr/>
              <p:nvPr/>
            </p:nvSpPr>
            <p:spPr>
              <a:xfrm>
                <a:off x="1191505" y="2999035"/>
                <a:ext cx="1533711" cy="45719"/>
              </a:xfrm>
              <a:custGeom>
                <a:avLst/>
                <a:gdLst>
                  <a:gd name="connsiteX0" fmla="*/ 0 w 4348067"/>
                  <a:gd name="connsiteY0" fmla="*/ 0 h 9525"/>
                  <a:gd name="connsiteX1" fmla="*/ 4348068 w 4348067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348067" h="9525">
                    <a:moveTo>
                      <a:pt x="0" y="0"/>
                    </a:moveTo>
                    <a:lnTo>
                      <a:pt x="4348068" y="0"/>
                    </a:lnTo>
                  </a:path>
                </a:pathLst>
              </a:custGeom>
              <a:ln w="9525" cap="flat">
                <a:solidFill>
                  <a:srgbClr val="2632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D1E5500-3866-4DB5-AF78-0A53700CC795}"/>
              </a:ext>
            </a:extLst>
          </p:cNvPr>
          <p:cNvGrpSpPr/>
          <p:nvPr/>
        </p:nvGrpSpPr>
        <p:grpSpPr>
          <a:xfrm>
            <a:off x="7358163" y="2404519"/>
            <a:ext cx="2471092" cy="2720224"/>
            <a:chOff x="4049962" y="1852608"/>
            <a:chExt cx="4008275" cy="3861644"/>
          </a:xfrm>
        </p:grpSpPr>
        <p:sp>
          <p:nvSpPr>
            <p:cNvPr id="132" name="任意多边形: 形状 131">
              <a:extLst>
                <a:ext uri="{FF2B5EF4-FFF2-40B4-BE49-F238E27FC236}">
                  <a16:creationId xmlns:a16="http://schemas.microsoft.com/office/drawing/2014/main" id="{895690F7-9B47-4E08-85D4-AEE8A68177D5}"/>
                </a:ext>
              </a:extLst>
            </p:cNvPr>
            <p:cNvSpPr/>
            <p:nvPr/>
          </p:nvSpPr>
          <p:spPr>
            <a:xfrm>
              <a:off x="4093504" y="1852608"/>
              <a:ext cx="3921149" cy="3448579"/>
            </a:xfrm>
            <a:custGeom>
              <a:avLst/>
              <a:gdLst>
                <a:gd name="connsiteX0" fmla="*/ 2370716 w 3921149"/>
                <a:gd name="connsiteY0" fmla="*/ 3442656 h 3448579"/>
                <a:gd name="connsiteX1" fmla="*/ 3728637 w 3921149"/>
                <a:gd name="connsiteY1" fmla="*/ 2541542 h 3448579"/>
                <a:gd name="connsiteX2" fmla="*/ 2679349 w 3921149"/>
                <a:gd name="connsiteY2" fmla="*/ 550010 h 3448579"/>
                <a:gd name="connsiteX3" fmla="*/ 394140 w 3921149"/>
                <a:gd name="connsiteY3" fmla="*/ 198645 h 3448579"/>
                <a:gd name="connsiteX4" fmla="*/ 2370716 w 3921149"/>
                <a:gd name="connsiteY4" fmla="*/ 3442656 h 3448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21149" h="3448579">
                  <a:moveTo>
                    <a:pt x="2370716" y="3442656"/>
                  </a:moveTo>
                  <a:cubicBezTo>
                    <a:pt x="2370716" y="3442656"/>
                    <a:pt x="3202497" y="3481542"/>
                    <a:pt x="3728637" y="2541542"/>
                  </a:cubicBezTo>
                  <a:cubicBezTo>
                    <a:pt x="4254776" y="1601542"/>
                    <a:pt x="3635694" y="736857"/>
                    <a:pt x="2679349" y="550010"/>
                  </a:cubicBezTo>
                  <a:cubicBezTo>
                    <a:pt x="1723003" y="363164"/>
                    <a:pt x="1246540" y="-338391"/>
                    <a:pt x="394140" y="198645"/>
                  </a:cubicBezTo>
                  <a:cubicBezTo>
                    <a:pt x="-458259" y="735681"/>
                    <a:pt x="15427" y="3595744"/>
                    <a:pt x="2370716" y="3442656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06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29" name="图形 3">
              <a:extLst>
                <a:ext uri="{FF2B5EF4-FFF2-40B4-BE49-F238E27FC236}">
                  <a16:creationId xmlns:a16="http://schemas.microsoft.com/office/drawing/2014/main" id="{69EC1C06-029F-48A4-99F1-B2FFA9EE0B98}"/>
                </a:ext>
              </a:extLst>
            </p:cNvPr>
            <p:cNvGrpSpPr/>
            <p:nvPr/>
          </p:nvGrpSpPr>
          <p:grpSpPr>
            <a:xfrm>
              <a:off x="4049962" y="5465765"/>
              <a:ext cx="4008275" cy="248487"/>
              <a:chOff x="4049962" y="5465765"/>
              <a:chExt cx="4008275" cy="248487"/>
            </a:xfrm>
            <a:solidFill>
              <a:schemeClr val="bg1">
                <a:lumMod val="85000"/>
              </a:schemeClr>
            </a:solidFill>
          </p:grpSpPr>
          <p:sp>
            <p:nvSpPr>
              <p:cNvPr id="130" name="任意多边形: 形状 129">
                <a:extLst>
                  <a:ext uri="{FF2B5EF4-FFF2-40B4-BE49-F238E27FC236}">
                    <a16:creationId xmlns:a16="http://schemas.microsoft.com/office/drawing/2014/main" id="{CA7D26BA-19B8-4A8A-9711-9D0E58282C18}"/>
                  </a:ext>
                </a:extLst>
              </p:cNvPr>
              <p:cNvSpPr/>
              <p:nvPr/>
            </p:nvSpPr>
            <p:spPr>
              <a:xfrm>
                <a:off x="4049962" y="5465765"/>
                <a:ext cx="4008275" cy="248487"/>
              </a:xfrm>
              <a:custGeom>
                <a:avLst/>
                <a:gdLst>
                  <a:gd name="connsiteX0" fmla="*/ 4008275 w 4008275"/>
                  <a:gd name="connsiteY0" fmla="*/ 124244 h 248487"/>
                  <a:gd name="connsiteX1" fmla="*/ 2004137 w 4008275"/>
                  <a:gd name="connsiteY1" fmla="*/ 248487 h 248487"/>
                  <a:gd name="connsiteX2" fmla="*/ 0 w 4008275"/>
                  <a:gd name="connsiteY2" fmla="*/ 124244 h 248487"/>
                  <a:gd name="connsiteX3" fmla="*/ 2004137 w 4008275"/>
                  <a:gd name="connsiteY3" fmla="*/ 0 h 248487"/>
                  <a:gd name="connsiteX4" fmla="*/ 4008275 w 4008275"/>
                  <a:gd name="connsiteY4" fmla="*/ 124244 h 248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08275" h="248487">
                    <a:moveTo>
                      <a:pt x="4008275" y="124244"/>
                    </a:moveTo>
                    <a:cubicBezTo>
                      <a:pt x="4008275" y="192862"/>
                      <a:pt x="3110992" y="248487"/>
                      <a:pt x="2004137" y="248487"/>
                    </a:cubicBezTo>
                    <a:cubicBezTo>
                      <a:pt x="897283" y="248487"/>
                      <a:pt x="0" y="192862"/>
                      <a:pt x="0" y="124244"/>
                    </a:cubicBezTo>
                    <a:cubicBezTo>
                      <a:pt x="0" y="55626"/>
                      <a:pt x="897283" y="0"/>
                      <a:pt x="2004137" y="0"/>
                    </a:cubicBezTo>
                    <a:cubicBezTo>
                      <a:pt x="3110992" y="0"/>
                      <a:pt x="4008275" y="55626"/>
                      <a:pt x="4008275" y="124244"/>
                    </a:cubicBezTo>
                    <a:close/>
                  </a:path>
                </a:pathLst>
              </a:custGeom>
              <a:grpFill/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1" name="任意多边形: 形状 130">
                <a:extLst>
                  <a:ext uri="{FF2B5EF4-FFF2-40B4-BE49-F238E27FC236}">
                    <a16:creationId xmlns:a16="http://schemas.microsoft.com/office/drawing/2014/main" id="{44A8FF63-F92D-40B7-9D60-E01D91402E33}"/>
                  </a:ext>
                </a:extLst>
              </p:cNvPr>
              <p:cNvSpPr/>
              <p:nvPr/>
            </p:nvSpPr>
            <p:spPr>
              <a:xfrm>
                <a:off x="4049962" y="5465765"/>
                <a:ext cx="4008275" cy="248487"/>
              </a:xfrm>
              <a:custGeom>
                <a:avLst/>
                <a:gdLst>
                  <a:gd name="connsiteX0" fmla="*/ 4008275 w 4008275"/>
                  <a:gd name="connsiteY0" fmla="*/ 124244 h 248487"/>
                  <a:gd name="connsiteX1" fmla="*/ 2004137 w 4008275"/>
                  <a:gd name="connsiteY1" fmla="*/ 248487 h 248487"/>
                  <a:gd name="connsiteX2" fmla="*/ 0 w 4008275"/>
                  <a:gd name="connsiteY2" fmla="*/ 124244 h 248487"/>
                  <a:gd name="connsiteX3" fmla="*/ 2004137 w 4008275"/>
                  <a:gd name="connsiteY3" fmla="*/ 0 h 248487"/>
                  <a:gd name="connsiteX4" fmla="*/ 4008275 w 4008275"/>
                  <a:gd name="connsiteY4" fmla="*/ 124244 h 248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08275" h="248487">
                    <a:moveTo>
                      <a:pt x="4008275" y="124244"/>
                    </a:moveTo>
                    <a:cubicBezTo>
                      <a:pt x="4008275" y="192862"/>
                      <a:pt x="3110992" y="248487"/>
                      <a:pt x="2004137" y="248487"/>
                    </a:cubicBezTo>
                    <a:cubicBezTo>
                      <a:pt x="897283" y="248487"/>
                      <a:pt x="0" y="192862"/>
                      <a:pt x="0" y="124244"/>
                    </a:cubicBezTo>
                    <a:cubicBezTo>
                      <a:pt x="0" y="55626"/>
                      <a:pt x="897283" y="0"/>
                      <a:pt x="2004137" y="0"/>
                    </a:cubicBezTo>
                    <a:cubicBezTo>
                      <a:pt x="3110992" y="0"/>
                      <a:pt x="4008275" y="55626"/>
                      <a:pt x="4008275" y="124244"/>
                    </a:cubicBezTo>
                    <a:close/>
                  </a:path>
                </a:pathLst>
              </a:custGeom>
              <a:grpFill/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4CCBAE52-9DFC-4E34-95F8-3764718ABAB8}"/>
              </a:ext>
            </a:extLst>
          </p:cNvPr>
          <p:cNvGrpSpPr/>
          <p:nvPr/>
        </p:nvGrpSpPr>
        <p:grpSpPr>
          <a:xfrm>
            <a:off x="7630909" y="2722625"/>
            <a:ext cx="2041335" cy="2316960"/>
            <a:chOff x="3997615" y="1991107"/>
            <a:chExt cx="3478076" cy="3636772"/>
          </a:xfrm>
        </p:grpSpPr>
        <p:grpSp>
          <p:nvGrpSpPr>
            <p:cNvPr id="142" name="图形 3">
              <a:extLst>
                <a:ext uri="{FF2B5EF4-FFF2-40B4-BE49-F238E27FC236}">
                  <a16:creationId xmlns:a16="http://schemas.microsoft.com/office/drawing/2014/main" id="{3072732B-008A-432B-912B-DE718543A8CF}"/>
                </a:ext>
              </a:extLst>
            </p:cNvPr>
            <p:cNvGrpSpPr/>
            <p:nvPr/>
          </p:nvGrpSpPr>
          <p:grpSpPr>
            <a:xfrm>
              <a:off x="4889542" y="1991107"/>
              <a:ext cx="2586149" cy="3054279"/>
              <a:chOff x="4889542" y="1991107"/>
              <a:chExt cx="2586149" cy="3054279"/>
            </a:xfrm>
          </p:grpSpPr>
          <p:sp>
            <p:nvSpPr>
              <p:cNvPr id="174" name="任意多边形: 形状 173">
                <a:extLst>
                  <a:ext uri="{FF2B5EF4-FFF2-40B4-BE49-F238E27FC236}">
                    <a16:creationId xmlns:a16="http://schemas.microsoft.com/office/drawing/2014/main" id="{589FCF50-FCB2-495A-822A-DCF98E9AB061}"/>
                  </a:ext>
                </a:extLst>
              </p:cNvPr>
              <p:cNvSpPr/>
              <p:nvPr/>
            </p:nvSpPr>
            <p:spPr>
              <a:xfrm>
                <a:off x="6487083" y="2130521"/>
                <a:ext cx="482125" cy="481484"/>
              </a:xfrm>
              <a:custGeom>
                <a:avLst/>
                <a:gdLst>
                  <a:gd name="connsiteX0" fmla="*/ 5769 w 482125"/>
                  <a:gd name="connsiteY0" fmla="*/ 186739 h 481484"/>
                  <a:gd name="connsiteX1" fmla="*/ 0 w 482125"/>
                  <a:gd name="connsiteY1" fmla="*/ 235668 h 481484"/>
                  <a:gd name="connsiteX2" fmla="*/ 26494 w 482125"/>
                  <a:gd name="connsiteY2" fmla="*/ 245069 h 481484"/>
                  <a:gd name="connsiteX3" fmla="*/ 33438 w 482125"/>
                  <a:gd name="connsiteY3" fmla="*/ 294745 h 481484"/>
                  <a:gd name="connsiteX4" fmla="*/ 10469 w 482125"/>
                  <a:gd name="connsiteY4" fmla="*/ 311411 h 481484"/>
                  <a:gd name="connsiteX5" fmla="*/ 29805 w 482125"/>
                  <a:gd name="connsiteY5" fmla="*/ 356813 h 481484"/>
                  <a:gd name="connsiteX6" fmla="*/ 57688 w 482125"/>
                  <a:gd name="connsiteY6" fmla="*/ 351579 h 481484"/>
                  <a:gd name="connsiteX7" fmla="*/ 88456 w 482125"/>
                  <a:gd name="connsiteY7" fmla="*/ 391106 h 481484"/>
                  <a:gd name="connsiteX8" fmla="*/ 76811 w 482125"/>
                  <a:gd name="connsiteY8" fmla="*/ 417173 h 481484"/>
                  <a:gd name="connsiteX9" fmla="*/ 116338 w 482125"/>
                  <a:gd name="connsiteY9" fmla="*/ 446658 h 481484"/>
                  <a:gd name="connsiteX10" fmla="*/ 137704 w 482125"/>
                  <a:gd name="connsiteY10" fmla="*/ 428497 h 481484"/>
                  <a:gd name="connsiteX11" fmla="*/ 184175 w 482125"/>
                  <a:gd name="connsiteY11" fmla="*/ 447299 h 481484"/>
                  <a:gd name="connsiteX12" fmla="*/ 187167 w 482125"/>
                  <a:gd name="connsiteY12" fmla="*/ 475609 h 481484"/>
                  <a:gd name="connsiteX13" fmla="*/ 235988 w 482125"/>
                  <a:gd name="connsiteY13" fmla="*/ 481484 h 481484"/>
                  <a:gd name="connsiteX14" fmla="*/ 245496 w 482125"/>
                  <a:gd name="connsiteY14" fmla="*/ 454884 h 481484"/>
                  <a:gd name="connsiteX15" fmla="*/ 295172 w 482125"/>
                  <a:gd name="connsiteY15" fmla="*/ 447940 h 481484"/>
                  <a:gd name="connsiteX16" fmla="*/ 311944 w 482125"/>
                  <a:gd name="connsiteY16" fmla="*/ 470801 h 481484"/>
                  <a:gd name="connsiteX17" fmla="*/ 357454 w 482125"/>
                  <a:gd name="connsiteY17" fmla="*/ 451251 h 481484"/>
                  <a:gd name="connsiteX18" fmla="*/ 352433 w 482125"/>
                  <a:gd name="connsiteY18" fmla="*/ 423475 h 481484"/>
                  <a:gd name="connsiteX19" fmla="*/ 391854 w 482125"/>
                  <a:gd name="connsiteY19" fmla="*/ 392708 h 481484"/>
                  <a:gd name="connsiteX20" fmla="*/ 417920 w 482125"/>
                  <a:gd name="connsiteY20" fmla="*/ 404353 h 481484"/>
                  <a:gd name="connsiteX21" fmla="*/ 447406 w 482125"/>
                  <a:gd name="connsiteY21" fmla="*/ 364826 h 481484"/>
                  <a:gd name="connsiteX22" fmla="*/ 429137 w 482125"/>
                  <a:gd name="connsiteY22" fmla="*/ 343460 h 481484"/>
                  <a:gd name="connsiteX23" fmla="*/ 447940 w 482125"/>
                  <a:gd name="connsiteY23" fmla="*/ 297095 h 481484"/>
                  <a:gd name="connsiteX24" fmla="*/ 476250 w 482125"/>
                  <a:gd name="connsiteY24" fmla="*/ 294104 h 481484"/>
                  <a:gd name="connsiteX25" fmla="*/ 482125 w 482125"/>
                  <a:gd name="connsiteY25" fmla="*/ 245176 h 481484"/>
                  <a:gd name="connsiteX26" fmla="*/ 455525 w 482125"/>
                  <a:gd name="connsiteY26" fmla="*/ 235668 h 481484"/>
                  <a:gd name="connsiteX27" fmla="*/ 448581 w 482125"/>
                  <a:gd name="connsiteY27" fmla="*/ 186098 h 481484"/>
                  <a:gd name="connsiteX28" fmla="*/ 471656 w 482125"/>
                  <a:gd name="connsiteY28" fmla="*/ 169326 h 481484"/>
                  <a:gd name="connsiteX29" fmla="*/ 452213 w 482125"/>
                  <a:gd name="connsiteY29" fmla="*/ 123923 h 481484"/>
                  <a:gd name="connsiteX30" fmla="*/ 424437 w 482125"/>
                  <a:gd name="connsiteY30" fmla="*/ 129051 h 481484"/>
                  <a:gd name="connsiteX31" fmla="*/ 393563 w 482125"/>
                  <a:gd name="connsiteY31" fmla="*/ 89631 h 481484"/>
                  <a:gd name="connsiteX32" fmla="*/ 405101 w 482125"/>
                  <a:gd name="connsiteY32" fmla="*/ 63671 h 481484"/>
                  <a:gd name="connsiteX33" fmla="*/ 365253 w 482125"/>
                  <a:gd name="connsiteY33" fmla="*/ 34613 h 481484"/>
                  <a:gd name="connsiteX34" fmla="*/ 343887 w 482125"/>
                  <a:gd name="connsiteY34" fmla="*/ 52881 h 481484"/>
                  <a:gd name="connsiteX35" fmla="*/ 297736 w 482125"/>
                  <a:gd name="connsiteY35" fmla="*/ 34079 h 481484"/>
                  <a:gd name="connsiteX36" fmla="*/ 294745 w 482125"/>
                  <a:gd name="connsiteY36" fmla="*/ 5769 h 481484"/>
                  <a:gd name="connsiteX37" fmla="*/ 245816 w 482125"/>
                  <a:gd name="connsiteY37" fmla="*/ 0 h 481484"/>
                  <a:gd name="connsiteX38" fmla="*/ 236309 w 482125"/>
                  <a:gd name="connsiteY38" fmla="*/ 26494 h 481484"/>
                  <a:gd name="connsiteX39" fmla="*/ 186739 w 482125"/>
                  <a:gd name="connsiteY39" fmla="*/ 33545 h 481484"/>
                  <a:gd name="connsiteX40" fmla="*/ 169967 w 482125"/>
                  <a:gd name="connsiteY40" fmla="*/ 10576 h 481484"/>
                  <a:gd name="connsiteX41" fmla="*/ 124564 w 482125"/>
                  <a:gd name="connsiteY41" fmla="*/ 29912 h 481484"/>
                  <a:gd name="connsiteX42" fmla="*/ 129692 w 482125"/>
                  <a:gd name="connsiteY42" fmla="*/ 57688 h 481484"/>
                  <a:gd name="connsiteX43" fmla="*/ 90378 w 482125"/>
                  <a:gd name="connsiteY43" fmla="*/ 88028 h 481484"/>
                  <a:gd name="connsiteX44" fmla="*/ 64419 w 482125"/>
                  <a:gd name="connsiteY44" fmla="*/ 76490 h 481484"/>
                  <a:gd name="connsiteX45" fmla="*/ 34826 w 482125"/>
                  <a:gd name="connsiteY45" fmla="*/ 116018 h 481484"/>
                  <a:gd name="connsiteX46" fmla="*/ 53095 w 482125"/>
                  <a:gd name="connsiteY46" fmla="*/ 137384 h 481484"/>
                  <a:gd name="connsiteX47" fmla="*/ 34292 w 482125"/>
                  <a:gd name="connsiteY47" fmla="*/ 183855 h 481484"/>
                  <a:gd name="connsiteX48" fmla="*/ 119329 w 482125"/>
                  <a:gd name="connsiteY48" fmla="*/ 225946 h 481484"/>
                  <a:gd name="connsiteX49" fmla="*/ 255358 w 482125"/>
                  <a:gd name="connsiteY49" fmla="*/ 118833 h 481484"/>
                  <a:gd name="connsiteX50" fmla="*/ 362471 w 482125"/>
                  <a:gd name="connsiteY50" fmla="*/ 254862 h 481484"/>
                  <a:gd name="connsiteX51" fmla="*/ 226442 w 482125"/>
                  <a:gd name="connsiteY51" fmla="*/ 361975 h 481484"/>
                  <a:gd name="connsiteX52" fmla="*/ 226160 w 482125"/>
                  <a:gd name="connsiteY52" fmla="*/ 361941 h 481484"/>
                  <a:gd name="connsiteX53" fmla="*/ 226160 w 482125"/>
                  <a:gd name="connsiteY53" fmla="*/ 361941 h 481484"/>
                  <a:gd name="connsiteX54" fmla="*/ 119329 w 482125"/>
                  <a:gd name="connsiteY54" fmla="*/ 225946 h 481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482125" h="481484">
                    <a:moveTo>
                      <a:pt x="5769" y="186739"/>
                    </a:moveTo>
                    <a:lnTo>
                      <a:pt x="0" y="235668"/>
                    </a:lnTo>
                    <a:lnTo>
                      <a:pt x="26494" y="245069"/>
                    </a:lnTo>
                    <a:cubicBezTo>
                      <a:pt x="26878" y="261840"/>
                      <a:pt x="29208" y="278511"/>
                      <a:pt x="33438" y="294745"/>
                    </a:cubicBezTo>
                    <a:lnTo>
                      <a:pt x="10469" y="311411"/>
                    </a:lnTo>
                    <a:lnTo>
                      <a:pt x="29805" y="356813"/>
                    </a:lnTo>
                    <a:lnTo>
                      <a:pt x="57688" y="351579"/>
                    </a:lnTo>
                    <a:cubicBezTo>
                      <a:pt x="66375" y="365904"/>
                      <a:pt x="76700" y="379169"/>
                      <a:pt x="88456" y="391106"/>
                    </a:cubicBezTo>
                    <a:lnTo>
                      <a:pt x="76811" y="417173"/>
                    </a:lnTo>
                    <a:lnTo>
                      <a:pt x="116338" y="446658"/>
                    </a:lnTo>
                    <a:lnTo>
                      <a:pt x="137704" y="428497"/>
                    </a:lnTo>
                    <a:cubicBezTo>
                      <a:pt x="152392" y="436589"/>
                      <a:pt x="167992" y="442901"/>
                      <a:pt x="184175" y="447299"/>
                    </a:cubicBezTo>
                    <a:lnTo>
                      <a:pt x="187167" y="475609"/>
                    </a:lnTo>
                    <a:lnTo>
                      <a:pt x="235988" y="481484"/>
                    </a:lnTo>
                    <a:lnTo>
                      <a:pt x="245496" y="454884"/>
                    </a:lnTo>
                    <a:cubicBezTo>
                      <a:pt x="262267" y="454499"/>
                      <a:pt x="278938" y="452169"/>
                      <a:pt x="295172" y="447940"/>
                    </a:cubicBezTo>
                    <a:lnTo>
                      <a:pt x="311944" y="470801"/>
                    </a:lnTo>
                    <a:lnTo>
                      <a:pt x="357454" y="451251"/>
                    </a:lnTo>
                    <a:lnTo>
                      <a:pt x="352433" y="423475"/>
                    </a:lnTo>
                    <a:cubicBezTo>
                      <a:pt x="366719" y="414780"/>
                      <a:pt x="379948" y="404455"/>
                      <a:pt x="391854" y="392708"/>
                    </a:cubicBezTo>
                    <a:lnTo>
                      <a:pt x="417920" y="404353"/>
                    </a:lnTo>
                    <a:lnTo>
                      <a:pt x="447406" y="364826"/>
                    </a:lnTo>
                    <a:lnTo>
                      <a:pt x="429137" y="343460"/>
                    </a:lnTo>
                    <a:cubicBezTo>
                      <a:pt x="437247" y="328818"/>
                      <a:pt x="443561" y="313250"/>
                      <a:pt x="447940" y="297095"/>
                    </a:cubicBezTo>
                    <a:lnTo>
                      <a:pt x="476250" y="294104"/>
                    </a:lnTo>
                    <a:lnTo>
                      <a:pt x="482125" y="245176"/>
                    </a:lnTo>
                    <a:lnTo>
                      <a:pt x="455525" y="235668"/>
                    </a:lnTo>
                    <a:cubicBezTo>
                      <a:pt x="455193" y="218927"/>
                      <a:pt x="452862" y="202286"/>
                      <a:pt x="448581" y="186098"/>
                    </a:cubicBezTo>
                    <a:lnTo>
                      <a:pt x="471656" y="169326"/>
                    </a:lnTo>
                    <a:lnTo>
                      <a:pt x="452213" y="123923"/>
                    </a:lnTo>
                    <a:lnTo>
                      <a:pt x="424437" y="129051"/>
                    </a:lnTo>
                    <a:cubicBezTo>
                      <a:pt x="415704" y="114762"/>
                      <a:pt x="405343" y="101533"/>
                      <a:pt x="393563" y="89631"/>
                    </a:cubicBezTo>
                    <a:lnTo>
                      <a:pt x="405101" y="63671"/>
                    </a:lnTo>
                    <a:lnTo>
                      <a:pt x="365253" y="34613"/>
                    </a:lnTo>
                    <a:lnTo>
                      <a:pt x="343887" y="52881"/>
                    </a:lnTo>
                    <a:cubicBezTo>
                      <a:pt x="329268" y="44880"/>
                      <a:pt x="313785" y="38572"/>
                      <a:pt x="297736" y="34079"/>
                    </a:cubicBezTo>
                    <a:lnTo>
                      <a:pt x="294745" y="5769"/>
                    </a:lnTo>
                    <a:lnTo>
                      <a:pt x="245816" y="0"/>
                    </a:lnTo>
                    <a:lnTo>
                      <a:pt x="236309" y="26494"/>
                    </a:lnTo>
                    <a:cubicBezTo>
                      <a:pt x="219568" y="26907"/>
                      <a:pt x="202932" y="29273"/>
                      <a:pt x="186739" y="33545"/>
                    </a:cubicBezTo>
                    <a:lnTo>
                      <a:pt x="169967" y="10576"/>
                    </a:lnTo>
                    <a:lnTo>
                      <a:pt x="124564" y="29912"/>
                    </a:lnTo>
                    <a:lnTo>
                      <a:pt x="129692" y="57688"/>
                    </a:lnTo>
                    <a:cubicBezTo>
                      <a:pt x="115463" y="66255"/>
                      <a:pt x="102272" y="76436"/>
                      <a:pt x="90378" y="88028"/>
                    </a:cubicBezTo>
                    <a:lnTo>
                      <a:pt x="64419" y="76490"/>
                    </a:lnTo>
                    <a:lnTo>
                      <a:pt x="34826" y="116018"/>
                    </a:lnTo>
                    <a:lnTo>
                      <a:pt x="53095" y="137384"/>
                    </a:lnTo>
                    <a:cubicBezTo>
                      <a:pt x="45010" y="152075"/>
                      <a:pt x="38699" y="167675"/>
                      <a:pt x="34292" y="183855"/>
                    </a:cubicBezTo>
                    <a:close/>
                    <a:moveTo>
                      <a:pt x="119329" y="225946"/>
                    </a:moveTo>
                    <a:cubicBezTo>
                      <a:pt x="127314" y="158804"/>
                      <a:pt x="188216" y="110848"/>
                      <a:pt x="255358" y="118833"/>
                    </a:cubicBezTo>
                    <a:cubicBezTo>
                      <a:pt x="322500" y="126818"/>
                      <a:pt x="370456" y="187721"/>
                      <a:pt x="362471" y="254862"/>
                    </a:cubicBezTo>
                    <a:cubicBezTo>
                      <a:pt x="354486" y="322004"/>
                      <a:pt x="293584" y="369960"/>
                      <a:pt x="226442" y="361975"/>
                    </a:cubicBezTo>
                    <a:cubicBezTo>
                      <a:pt x="226348" y="361964"/>
                      <a:pt x="226254" y="361953"/>
                      <a:pt x="226160" y="361941"/>
                    </a:cubicBezTo>
                    <a:lnTo>
                      <a:pt x="226160" y="361941"/>
                    </a:lnTo>
                    <a:cubicBezTo>
                      <a:pt x="159147" y="353814"/>
                      <a:pt x="111357" y="292978"/>
                      <a:pt x="119329" y="225946"/>
                    </a:cubicBezTo>
                    <a:close/>
                  </a:path>
                </a:pathLst>
              </a:custGeom>
              <a:noFill/>
              <a:ln w="16761" cap="flat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" name="任意多边形: 形状 174">
                <a:extLst>
                  <a:ext uri="{FF2B5EF4-FFF2-40B4-BE49-F238E27FC236}">
                    <a16:creationId xmlns:a16="http://schemas.microsoft.com/office/drawing/2014/main" id="{465EF7AA-F0EA-4586-A15B-211D2963B549}"/>
                  </a:ext>
                </a:extLst>
              </p:cNvPr>
              <p:cNvSpPr/>
              <p:nvPr/>
            </p:nvSpPr>
            <p:spPr>
              <a:xfrm>
                <a:off x="5211315" y="3351592"/>
                <a:ext cx="436722" cy="436829"/>
              </a:xfrm>
              <a:custGeom>
                <a:avLst/>
                <a:gdLst>
                  <a:gd name="connsiteX0" fmla="*/ 5235 w 436722"/>
                  <a:gd name="connsiteY0" fmla="*/ 169647 h 436829"/>
                  <a:gd name="connsiteX1" fmla="*/ 0 w 436722"/>
                  <a:gd name="connsiteY1" fmla="*/ 213981 h 436829"/>
                  <a:gd name="connsiteX2" fmla="*/ 24037 w 436722"/>
                  <a:gd name="connsiteY2" fmla="*/ 222528 h 436829"/>
                  <a:gd name="connsiteX3" fmla="*/ 30340 w 436722"/>
                  <a:gd name="connsiteY3" fmla="*/ 267503 h 436829"/>
                  <a:gd name="connsiteX4" fmla="*/ 8974 w 436722"/>
                  <a:gd name="connsiteY4" fmla="*/ 282673 h 436829"/>
                  <a:gd name="connsiteX5" fmla="*/ 26494 w 436722"/>
                  <a:gd name="connsiteY5" fmla="*/ 323803 h 436829"/>
                  <a:gd name="connsiteX6" fmla="*/ 51706 w 436722"/>
                  <a:gd name="connsiteY6" fmla="*/ 318995 h 436829"/>
                  <a:gd name="connsiteX7" fmla="*/ 79589 w 436722"/>
                  <a:gd name="connsiteY7" fmla="*/ 354784 h 436829"/>
                  <a:gd name="connsiteX8" fmla="*/ 68906 w 436722"/>
                  <a:gd name="connsiteY8" fmla="*/ 378393 h 436829"/>
                  <a:gd name="connsiteX9" fmla="*/ 105548 w 436722"/>
                  <a:gd name="connsiteY9" fmla="*/ 405314 h 436829"/>
                  <a:gd name="connsiteX10" fmla="*/ 124885 w 436722"/>
                  <a:gd name="connsiteY10" fmla="*/ 388756 h 436829"/>
                  <a:gd name="connsiteX11" fmla="*/ 166976 w 436722"/>
                  <a:gd name="connsiteY11" fmla="*/ 405849 h 436829"/>
                  <a:gd name="connsiteX12" fmla="*/ 169647 w 436722"/>
                  <a:gd name="connsiteY12" fmla="*/ 431488 h 436829"/>
                  <a:gd name="connsiteX13" fmla="*/ 213981 w 436722"/>
                  <a:gd name="connsiteY13" fmla="*/ 436829 h 436829"/>
                  <a:gd name="connsiteX14" fmla="*/ 222528 w 436722"/>
                  <a:gd name="connsiteY14" fmla="*/ 412686 h 436829"/>
                  <a:gd name="connsiteX15" fmla="*/ 267503 w 436722"/>
                  <a:gd name="connsiteY15" fmla="*/ 406383 h 436829"/>
                  <a:gd name="connsiteX16" fmla="*/ 282673 w 436722"/>
                  <a:gd name="connsiteY16" fmla="*/ 427215 h 436829"/>
                  <a:gd name="connsiteX17" fmla="*/ 323696 w 436722"/>
                  <a:gd name="connsiteY17" fmla="*/ 409588 h 436829"/>
                  <a:gd name="connsiteX18" fmla="*/ 319209 w 436722"/>
                  <a:gd name="connsiteY18" fmla="*/ 383948 h 436829"/>
                  <a:gd name="connsiteX19" fmla="*/ 354997 w 436722"/>
                  <a:gd name="connsiteY19" fmla="*/ 356066 h 436829"/>
                  <a:gd name="connsiteX20" fmla="*/ 378607 w 436722"/>
                  <a:gd name="connsiteY20" fmla="*/ 366749 h 436829"/>
                  <a:gd name="connsiteX21" fmla="*/ 405314 w 436722"/>
                  <a:gd name="connsiteY21" fmla="*/ 331067 h 436829"/>
                  <a:gd name="connsiteX22" fmla="*/ 388756 w 436722"/>
                  <a:gd name="connsiteY22" fmla="*/ 311517 h 436829"/>
                  <a:gd name="connsiteX23" fmla="*/ 405849 w 436722"/>
                  <a:gd name="connsiteY23" fmla="*/ 269533 h 436829"/>
                  <a:gd name="connsiteX24" fmla="*/ 431488 w 436722"/>
                  <a:gd name="connsiteY24" fmla="*/ 266755 h 436829"/>
                  <a:gd name="connsiteX25" fmla="*/ 436723 w 436722"/>
                  <a:gd name="connsiteY25" fmla="*/ 222421 h 436829"/>
                  <a:gd name="connsiteX26" fmla="*/ 412686 w 436722"/>
                  <a:gd name="connsiteY26" fmla="*/ 213874 h 436829"/>
                  <a:gd name="connsiteX27" fmla="*/ 406383 w 436722"/>
                  <a:gd name="connsiteY27" fmla="*/ 168899 h 436829"/>
                  <a:gd name="connsiteX28" fmla="*/ 427749 w 436722"/>
                  <a:gd name="connsiteY28" fmla="*/ 153729 h 436829"/>
                  <a:gd name="connsiteX29" fmla="*/ 410122 w 436722"/>
                  <a:gd name="connsiteY29" fmla="*/ 112599 h 436829"/>
                  <a:gd name="connsiteX30" fmla="*/ 385017 w 436722"/>
                  <a:gd name="connsiteY30" fmla="*/ 117193 h 436829"/>
                  <a:gd name="connsiteX31" fmla="*/ 356920 w 436722"/>
                  <a:gd name="connsiteY31" fmla="*/ 81618 h 436829"/>
                  <a:gd name="connsiteX32" fmla="*/ 367603 w 436722"/>
                  <a:gd name="connsiteY32" fmla="*/ 58009 h 436829"/>
                  <a:gd name="connsiteX33" fmla="*/ 330961 w 436722"/>
                  <a:gd name="connsiteY33" fmla="*/ 31408 h 436829"/>
                  <a:gd name="connsiteX34" fmla="*/ 311517 w 436722"/>
                  <a:gd name="connsiteY34" fmla="*/ 47967 h 436829"/>
                  <a:gd name="connsiteX35" fmla="*/ 269640 w 436722"/>
                  <a:gd name="connsiteY35" fmla="*/ 30981 h 436829"/>
                  <a:gd name="connsiteX36" fmla="*/ 266969 w 436722"/>
                  <a:gd name="connsiteY36" fmla="*/ 5342 h 436829"/>
                  <a:gd name="connsiteX37" fmla="*/ 222635 w 436722"/>
                  <a:gd name="connsiteY37" fmla="*/ 0 h 436829"/>
                  <a:gd name="connsiteX38" fmla="*/ 214088 w 436722"/>
                  <a:gd name="connsiteY38" fmla="*/ 24144 h 436829"/>
                  <a:gd name="connsiteX39" fmla="*/ 169112 w 436722"/>
                  <a:gd name="connsiteY39" fmla="*/ 30447 h 436829"/>
                  <a:gd name="connsiteX40" fmla="*/ 153943 w 436722"/>
                  <a:gd name="connsiteY40" fmla="*/ 10042 h 436829"/>
                  <a:gd name="connsiteX41" fmla="*/ 112813 w 436722"/>
                  <a:gd name="connsiteY41" fmla="*/ 27562 h 436829"/>
                  <a:gd name="connsiteX42" fmla="*/ 117407 w 436722"/>
                  <a:gd name="connsiteY42" fmla="*/ 52774 h 436829"/>
                  <a:gd name="connsiteX43" fmla="*/ 81618 w 436722"/>
                  <a:gd name="connsiteY43" fmla="*/ 80657 h 436829"/>
                  <a:gd name="connsiteX44" fmla="*/ 58009 w 436722"/>
                  <a:gd name="connsiteY44" fmla="*/ 69974 h 436829"/>
                  <a:gd name="connsiteX45" fmla="*/ 31301 w 436722"/>
                  <a:gd name="connsiteY45" fmla="*/ 105762 h 436829"/>
                  <a:gd name="connsiteX46" fmla="*/ 47860 w 436722"/>
                  <a:gd name="connsiteY46" fmla="*/ 125205 h 436829"/>
                  <a:gd name="connsiteX47" fmla="*/ 30767 w 436722"/>
                  <a:gd name="connsiteY47" fmla="*/ 167296 h 436829"/>
                  <a:gd name="connsiteX48" fmla="*/ 108112 w 436722"/>
                  <a:gd name="connsiteY48" fmla="*/ 205114 h 436829"/>
                  <a:gd name="connsiteX49" fmla="*/ 231387 w 436722"/>
                  <a:gd name="connsiteY49" fmla="*/ 108178 h 436829"/>
                  <a:gd name="connsiteX50" fmla="*/ 328323 w 436722"/>
                  <a:gd name="connsiteY50" fmla="*/ 231453 h 436829"/>
                  <a:gd name="connsiteX51" fmla="*/ 205114 w 436722"/>
                  <a:gd name="connsiteY51" fmla="*/ 328396 h 436829"/>
                  <a:gd name="connsiteX52" fmla="*/ 205114 w 436722"/>
                  <a:gd name="connsiteY52" fmla="*/ 328397 h 436829"/>
                  <a:gd name="connsiteX53" fmla="*/ 108112 w 436722"/>
                  <a:gd name="connsiteY53" fmla="*/ 205114 h 436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436722" h="436829">
                    <a:moveTo>
                      <a:pt x="5235" y="169647"/>
                    </a:moveTo>
                    <a:lnTo>
                      <a:pt x="0" y="213981"/>
                    </a:lnTo>
                    <a:lnTo>
                      <a:pt x="24037" y="222528"/>
                    </a:lnTo>
                    <a:cubicBezTo>
                      <a:pt x="24373" y="237714"/>
                      <a:pt x="26488" y="252809"/>
                      <a:pt x="30340" y="267503"/>
                    </a:cubicBezTo>
                    <a:lnTo>
                      <a:pt x="8974" y="282673"/>
                    </a:lnTo>
                    <a:lnTo>
                      <a:pt x="26494" y="323803"/>
                    </a:lnTo>
                    <a:lnTo>
                      <a:pt x="51706" y="318995"/>
                    </a:lnTo>
                    <a:cubicBezTo>
                      <a:pt x="59595" y="331956"/>
                      <a:pt x="68951" y="343965"/>
                      <a:pt x="79589" y="354784"/>
                    </a:cubicBezTo>
                    <a:lnTo>
                      <a:pt x="68906" y="378393"/>
                    </a:lnTo>
                    <a:lnTo>
                      <a:pt x="105548" y="405314"/>
                    </a:lnTo>
                    <a:lnTo>
                      <a:pt x="124885" y="388756"/>
                    </a:lnTo>
                    <a:cubicBezTo>
                      <a:pt x="138178" y="396123"/>
                      <a:pt x="152310" y="401862"/>
                      <a:pt x="166976" y="405849"/>
                    </a:cubicBezTo>
                    <a:lnTo>
                      <a:pt x="169647" y="431488"/>
                    </a:lnTo>
                    <a:lnTo>
                      <a:pt x="213981" y="436829"/>
                    </a:lnTo>
                    <a:lnTo>
                      <a:pt x="222528" y="412686"/>
                    </a:lnTo>
                    <a:cubicBezTo>
                      <a:pt x="237716" y="412369"/>
                      <a:pt x="252813" y="410253"/>
                      <a:pt x="267503" y="406383"/>
                    </a:cubicBezTo>
                    <a:lnTo>
                      <a:pt x="282673" y="427215"/>
                    </a:lnTo>
                    <a:lnTo>
                      <a:pt x="323696" y="409588"/>
                    </a:lnTo>
                    <a:lnTo>
                      <a:pt x="319209" y="383948"/>
                    </a:lnTo>
                    <a:cubicBezTo>
                      <a:pt x="332170" y="376059"/>
                      <a:pt x="344178" y="366704"/>
                      <a:pt x="354997" y="356066"/>
                    </a:cubicBezTo>
                    <a:lnTo>
                      <a:pt x="378607" y="366749"/>
                    </a:lnTo>
                    <a:lnTo>
                      <a:pt x="405314" y="331067"/>
                    </a:lnTo>
                    <a:lnTo>
                      <a:pt x="388756" y="311517"/>
                    </a:lnTo>
                    <a:cubicBezTo>
                      <a:pt x="396096" y="298249"/>
                      <a:pt x="401834" y="284155"/>
                      <a:pt x="405849" y="269533"/>
                    </a:cubicBezTo>
                    <a:lnTo>
                      <a:pt x="431488" y="266755"/>
                    </a:lnTo>
                    <a:lnTo>
                      <a:pt x="436723" y="222421"/>
                    </a:lnTo>
                    <a:lnTo>
                      <a:pt x="412686" y="213874"/>
                    </a:lnTo>
                    <a:cubicBezTo>
                      <a:pt x="412350" y="198688"/>
                      <a:pt x="410234" y="183593"/>
                      <a:pt x="406383" y="168899"/>
                    </a:cubicBezTo>
                    <a:lnTo>
                      <a:pt x="427749" y="153729"/>
                    </a:lnTo>
                    <a:lnTo>
                      <a:pt x="410122" y="112599"/>
                    </a:lnTo>
                    <a:lnTo>
                      <a:pt x="385017" y="117193"/>
                    </a:lnTo>
                    <a:cubicBezTo>
                      <a:pt x="377051" y="104294"/>
                      <a:pt x="367623" y="92357"/>
                      <a:pt x="356920" y="81618"/>
                    </a:cubicBezTo>
                    <a:lnTo>
                      <a:pt x="367603" y="58009"/>
                    </a:lnTo>
                    <a:lnTo>
                      <a:pt x="330961" y="31408"/>
                    </a:lnTo>
                    <a:lnTo>
                      <a:pt x="311517" y="47967"/>
                    </a:lnTo>
                    <a:cubicBezTo>
                      <a:pt x="298283" y="40661"/>
                      <a:pt x="284224" y="34959"/>
                      <a:pt x="269640" y="30981"/>
                    </a:cubicBezTo>
                    <a:lnTo>
                      <a:pt x="266969" y="5342"/>
                    </a:lnTo>
                    <a:lnTo>
                      <a:pt x="222635" y="0"/>
                    </a:lnTo>
                    <a:lnTo>
                      <a:pt x="214088" y="24144"/>
                    </a:lnTo>
                    <a:cubicBezTo>
                      <a:pt x="198901" y="24472"/>
                      <a:pt x="183805" y="26587"/>
                      <a:pt x="169112" y="30447"/>
                    </a:cubicBezTo>
                    <a:lnTo>
                      <a:pt x="153943" y="10042"/>
                    </a:lnTo>
                    <a:lnTo>
                      <a:pt x="112813" y="27562"/>
                    </a:lnTo>
                    <a:lnTo>
                      <a:pt x="117407" y="52774"/>
                    </a:lnTo>
                    <a:cubicBezTo>
                      <a:pt x="104440" y="60655"/>
                      <a:pt x="92431" y="70012"/>
                      <a:pt x="81618" y="80657"/>
                    </a:cubicBezTo>
                    <a:lnTo>
                      <a:pt x="58009" y="69974"/>
                    </a:lnTo>
                    <a:lnTo>
                      <a:pt x="31301" y="105762"/>
                    </a:lnTo>
                    <a:lnTo>
                      <a:pt x="47860" y="125205"/>
                    </a:lnTo>
                    <a:cubicBezTo>
                      <a:pt x="40537" y="138520"/>
                      <a:pt x="34801" y="152646"/>
                      <a:pt x="30767" y="167296"/>
                    </a:cubicBezTo>
                    <a:close/>
                    <a:moveTo>
                      <a:pt x="108112" y="205114"/>
                    </a:moveTo>
                    <a:cubicBezTo>
                      <a:pt x="115386" y="144305"/>
                      <a:pt x="170577" y="100905"/>
                      <a:pt x="231387" y="108178"/>
                    </a:cubicBezTo>
                    <a:cubicBezTo>
                      <a:pt x="292196" y="115451"/>
                      <a:pt x="335596" y="170643"/>
                      <a:pt x="328323" y="231453"/>
                    </a:cubicBezTo>
                    <a:cubicBezTo>
                      <a:pt x="321053" y="292236"/>
                      <a:pt x="265902" y="335630"/>
                      <a:pt x="205114" y="328396"/>
                    </a:cubicBezTo>
                    <a:lnTo>
                      <a:pt x="205114" y="328397"/>
                    </a:lnTo>
                    <a:cubicBezTo>
                      <a:pt x="144306" y="321101"/>
                      <a:pt x="100898" y="265932"/>
                      <a:pt x="108112" y="205114"/>
                    </a:cubicBezTo>
                    <a:close/>
                  </a:path>
                </a:pathLst>
              </a:custGeom>
              <a:solidFill>
                <a:srgbClr val="263238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" name="任意多边形: 形状 175">
                <a:extLst>
                  <a:ext uri="{FF2B5EF4-FFF2-40B4-BE49-F238E27FC236}">
                    <a16:creationId xmlns:a16="http://schemas.microsoft.com/office/drawing/2014/main" id="{AB9E7B01-DF62-49BD-8687-3C18C236F2E1}"/>
                  </a:ext>
                </a:extLst>
              </p:cNvPr>
              <p:cNvSpPr/>
              <p:nvPr/>
            </p:nvSpPr>
            <p:spPr>
              <a:xfrm>
                <a:off x="6496911" y="4067142"/>
                <a:ext cx="978779" cy="978245"/>
              </a:xfrm>
              <a:custGeom>
                <a:avLst/>
                <a:gdLst>
                  <a:gd name="connsiteX0" fmla="*/ 978780 w 978779"/>
                  <a:gd name="connsiteY0" fmla="*/ 541737 h 978245"/>
                  <a:gd name="connsiteX1" fmla="*/ 978780 w 978779"/>
                  <a:gd name="connsiteY1" fmla="*/ 441209 h 978245"/>
                  <a:gd name="connsiteX2" fmla="*/ 922694 w 978779"/>
                  <a:gd name="connsiteY2" fmla="*/ 428496 h 978245"/>
                  <a:gd name="connsiteX3" fmla="*/ 896627 w 978779"/>
                  <a:gd name="connsiteY3" fmla="*/ 329571 h 978245"/>
                  <a:gd name="connsiteX4" fmla="*/ 939360 w 978779"/>
                  <a:gd name="connsiteY4" fmla="*/ 290151 h 978245"/>
                  <a:gd name="connsiteX5" fmla="*/ 888936 w 978779"/>
                  <a:gd name="connsiteY5" fmla="*/ 202550 h 978245"/>
                  <a:gd name="connsiteX6" fmla="*/ 833811 w 978779"/>
                  <a:gd name="connsiteY6" fmla="*/ 219964 h 978245"/>
                  <a:gd name="connsiteX7" fmla="*/ 761808 w 978779"/>
                  <a:gd name="connsiteY7" fmla="*/ 147426 h 978245"/>
                  <a:gd name="connsiteX8" fmla="*/ 779221 w 978779"/>
                  <a:gd name="connsiteY8" fmla="*/ 91767 h 978245"/>
                  <a:gd name="connsiteX9" fmla="*/ 691940 w 978779"/>
                  <a:gd name="connsiteY9" fmla="*/ 41450 h 978245"/>
                  <a:gd name="connsiteX10" fmla="*/ 652947 w 978779"/>
                  <a:gd name="connsiteY10" fmla="*/ 83434 h 978245"/>
                  <a:gd name="connsiteX11" fmla="*/ 554236 w 978779"/>
                  <a:gd name="connsiteY11" fmla="*/ 56620 h 978245"/>
                  <a:gd name="connsiteX12" fmla="*/ 541417 w 978779"/>
                  <a:gd name="connsiteY12" fmla="*/ 0 h 978245"/>
                  <a:gd name="connsiteX13" fmla="*/ 440889 w 978779"/>
                  <a:gd name="connsiteY13" fmla="*/ 0 h 978245"/>
                  <a:gd name="connsiteX14" fmla="*/ 428069 w 978779"/>
                  <a:gd name="connsiteY14" fmla="*/ 56193 h 978245"/>
                  <a:gd name="connsiteX15" fmla="*/ 329144 w 978779"/>
                  <a:gd name="connsiteY15" fmla="*/ 82259 h 978245"/>
                  <a:gd name="connsiteX16" fmla="*/ 289724 w 978779"/>
                  <a:gd name="connsiteY16" fmla="*/ 39527 h 978245"/>
                  <a:gd name="connsiteX17" fmla="*/ 202657 w 978779"/>
                  <a:gd name="connsiteY17" fmla="*/ 89737 h 978245"/>
                  <a:gd name="connsiteX18" fmla="*/ 219643 w 978779"/>
                  <a:gd name="connsiteY18" fmla="*/ 144862 h 978245"/>
                  <a:gd name="connsiteX19" fmla="*/ 147105 w 978779"/>
                  <a:gd name="connsiteY19" fmla="*/ 216759 h 978245"/>
                  <a:gd name="connsiteX20" fmla="*/ 91554 w 978779"/>
                  <a:gd name="connsiteY20" fmla="*/ 199559 h 978245"/>
                  <a:gd name="connsiteX21" fmla="*/ 41343 w 978779"/>
                  <a:gd name="connsiteY21" fmla="*/ 286519 h 978245"/>
                  <a:gd name="connsiteX22" fmla="*/ 83434 w 978779"/>
                  <a:gd name="connsiteY22" fmla="*/ 325726 h 978245"/>
                  <a:gd name="connsiteX23" fmla="*/ 56620 w 978779"/>
                  <a:gd name="connsiteY23" fmla="*/ 424330 h 978245"/>
                  <a:gd name="connsiteX24" fmla="*/ 0 w 978779"/>
                  <a:gd name="connsiteY24" fmla="*/ 437257 h 978245"/>
                  <a:gd name="connsiteX25" fmla="*/ 0 w 978779"/>
                  <a:gd name="connsiteY25" fmla="*/ 537784 h 978245"/>
                  <a:gd name="connsiteX26" fmla="*/ 56086 w 978779"/>
                  <a:gd name="connsiteY26" fmla="*/ 550603 h 978245"/>
                  <a:gd name="connsiteX27" fmla="*/ 82153 w 978779"/>
                  <a:gd name="connsiteY27" fmla="*/ 649422 h 978245"/>
                  <a:gd name="connsiteX28" fmla="*/ 39420 w 978779"/>
                  <a:gd name="connsiteY28" fmla="*/ 688949 h 978245"/>
                  <a:gd name="connsiteX29" fmla="*/ 89737 w 978779"/>
                  <a:gd name="connsiteY29" fmla="*/ 776229 h 978245"/>
                  <a:gd name="connsiteX30" fmla="*/ 144755 w 978779"/>
                  <a:gd name="connsiteY30" fmla="*/ 759243 h 978245"/>
                  <a:gd name="connsiteX31" fmla="*/ 216973 w 978779"/>
                  <a:gd name="connsiteY31" fmla="*/ 831461 h 978245"/>
                  <a:gd name="connsiteX32" fmla="*/ 199773 w 978779"/>
                  <a:gd name="connsiteY32" fmla="*/ 887119 h 978245"/>
                  <a:gd name="connsiteX33" fmla="*/ 287160 w 978779"/>
                  <a:gd name="connsiteY33" fmla="*/ 937436 h 978245"/>
                  <a:gd name="connsiteX34" fmla="*/ 326153 w 978779"/>
                  <a:gd name="connsiteY34" fmla="*/ 894704 h 978245"/>
                  <a:gd name="connsiteX35" fmla="*/ 424330 w 978779"/>
                  <a:gd name="connsiteY35" fmla="*/ 921625 h 978245"/>
                  <a:gd name="connsiteX36" fmla="*/ 437150 w 978779"/>
                  <a:gd name="connsiteY36" fmla="*/ 978245 h 978245"/>
                  <a:gd name="connsiteX37" fmla="*/ 537784 w 978779"/>
                  <a:gd name="connsiteY37" fmla="*/ 978245 h 978245"/>
                  <a:gd name="connsiteX38" fmla="*/ 550497 w 978779"/>
                  <a:gd name="connsiteY38" fmla="*/ 922159 h 978245"/>
                  <a:gd name="connsiteX39" fmla="*/ 649528 w 978779"/>
                  <a:gd name="connsiteY39" fmla="*/ 895879 h 978245"/>
                  <a:gd name="connsiteX40" fmla="*/ 688949 w 978779"/>
                  <a:gd name="connsiteY40" fmla="*/ 938611 h 978245"/>
                  <a:gd name="connsiteX41" fmla="*/ 776229 w 978779"/>
                  <a:gd name="connsiteY41" fmla="*/ 888294 h 978245"/>
                  <a:gd name="connsiteX42" fmla="*/ 759243 w 978779"/>
                  <a:gd name="connsiteY42" fmla="*/ 833277 h 978245"/>
                  <a:gd name="connsiteX43" fmla="*/ 831781 w 978779"/>
                  <a:gd name="connsiteY43" fmla="*/ 761380 h 978245"/>
                  <a:gd name="connsiteX44" fmla="*/ 887333 w 978779"/>
                  <a:gd name="connsiteY44" fmla="*/ 778580 h 978245"/>
                  <a:gd name="connsiteX45" fmla="*/ 937650 w 978779"/>
                  <a:gd name="connsiteY45" fmla="*/ 691192 h 978245"/>
                  <a:gd name="connsiteX46" fmla="*/ 895452 w 978779"/>
                  <a:gd name="connsiteY46" fmla="*/ 652092 h 978245"/>
                  <a:gd name="connsiteX47" fmla="*/ 922373 w 978779"/>
                  <a:gd name="connsiteY47" fmla="*/ 553381 h 978245"/>
                  <a:gd name="connsiteX48" fmla="*/ 804967 w 978779"/>
                  <a:gd name="connsiteY48" fmla="*/ 489817 h 978245"/>
                  <a:gd name="connsiteX49" fmla="*/ 489390 w 978779"/>
                  <a:gd name="connsiteY49" fmla="*/ 805394 h 978245"/>
                  <a:gd name="connsiteX50" fmla="*/ 173813 w 978779"/>
                  <a:gd name="connsiteY50" fmla="*/ 489817 h 978245"/>
                  <a:gd name="connsiteX51" fmla="*/ 489390 w 978779"/>
                  <a:gd name="connsiteY51" fmla="*/ 174240 h 978245"/>
                  <a:gd name="connsiteX52" fmla="*/ 489390 w 978779"/>
                  <a:gd name="connsiteY52" fmla="*/ 174240 h 978245"/>
                  <a:gd name="connsiteX53" fmla="*/ 804967 w 978779"/>
                  <a:gd name="connsiteY53" fmla="*/ 489817 h 978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978779" h="978245">
                    <a:moveTo>
                      <a:pt x="978780" y="541737"/>
                    </a:moveTo>
                    <a:lnTo>
                      <a:pt x="978780" y="441209"/>
                    </a:lnTo>
                    <a:lnTo>
                      <a:pt x="922694" y="428496"/>
                    </a:lnTo>
                    <a:cubicBezTo>
                      <a:pt x="917945" y="394607"/>
                      <a:pt x="909195" y="361400"/>
                      <a:pt x="896627" y="329571"/>
                    </a:cubicBezTo>
                    <a:lnTo>
                      <a:pt x="939360" y="290151"/>
                    </a:lnTo>
                    <a:lnTo>
                      <a:pt x="888936" y="202550"/>
                    </a:lnTo>
                    <a:lnTo>
                      <a:pt x="833811" y="219964"/>
                    </a:lnTo>
                    <a:cubicBezTo>
                      <a:pt x="812706" y="193072"/>
                      <a:pt x="788542" y="168729"/>
                      <a:pt x="761808" y="147426"/>
                    </a:cubicBezTo>
                    <a:lnTo>
                      <a:pt x="779221" y="91767"/>
                    </a:lnTo>
                    <a:lnTo>
                      <a:pt x="691940" y="41450"/>
                    </a:lnTo>
                    <a:lnTo>
                      <a:pt x="652947" y="83434"/>
                    </a:lnTo>
                    <a:cubicBezTo>
                      <a:pt x="621219" y="70626"/>
                      <a:pt x="588084" y="61626"/>
                      <a:pt x="554236" y="56620"/>
                    </a:cubicBezTo>
                    <a:lnTo>
                      <a:pt x="541417" y="0"/>
                    </a:lnTo>
                    <a:lnTo>
                      <a:pt x="440889" y="0"/>
                    </a:lnTo>
                    <a:lnTo>
                      <a:pt x="428069" y="56193"/>
                    </a:lnTo>
                    <a:cubicBezTo>
                      <a:pt x="394173" y="60904"/>
                      <a:pt x="360961" y="69655"/>
                      <a:pt x="329144" y="82259"/>
                    </a:cubicBezTo>
                    <a:lnTo>
                      <a:pt x="289724" y="39527"/>
                    </a:lnTo>
                    <a:lnTo>
                      <a:pt x="202657" y="89737"/>
                    </a:lnTo>
                    <a:lnTo>
                      <a:pt x="219643" y="144862"/>
                    </a:lnTo>
                    <a:cubicBezTo>
                      <a:pt x="192754" y="165929"/>
                      <a:pt x="168411" y="190058"/>
                      <a:pt x="147105" y="216759"/>
                    </a:cubicBezTo>
                    <a:lnTo>
                      <a:pt x="91554" y="199559"/>
                    </a:lnTo>
                    <a:lnTo>
                      <a:pt x="41343" y="286519"/>
                    </a:lnTo>
                    <a:lnTo>
                      <a:pt x="83434" y="325726"/>
                    </a:lnTo>
                    <a:cubicBezTo>
                      <a:pt x="70639" y="357421"/>
                      <a:pt x="61639" y="390520"/>
                      <a:pt x="56620" y="424330"/>
                    </a:cubicBezTo>
                    <a:lnTo>
                      <a:pt x="0" y="437257"/>
                    </a:lnTo>
                    <a:lnTo>
                      <a:pt x="0" y="537784"/>
                    </a:lnTo>
                    <a:lnTo>
                      <a:pt x="56086" y="550603"/>
                    </a:lnTo>
                    <a:cubicBezTo>
                      <a:pt x="60900" y="584445"/>
                      <a:pt x="69648" y="617609"/>
                      <a:pt x="82153" y="649422"/>
                    </a:cubicBezTo>
                    <a:lnTo>
                      <a:pt x="39420" y="688949"/>
                    </a:lnTo>
                    <a:lnTo>
                      <a:pt x="89737" y="776229"/>
                    </a:lnTo>
                    <a:lnTo>
                      <a:pt x="144755" y="759243"/>
                    </a:lnTo>
                    <a:cubicBezTo>
                      <a:pt x="165914" y="786063"/>
                      <a:pt x="190153" y="810302"/>
                      <a:pt x="216973" y="831461"/>
                    </a:cubicBezTo>
                    <a:lnTo>
                      <a:pt x="199773" y="887119"/>
                    </a:lnTo>
                    <a:lnTo>
                      <a:pt x="287160" y="937436"/>
                    </a:lnTo>
                    <a:lnTo>
                      <a:pt x="326153" y="894704"/>
                    </a:lnTo>
                    <a:cubicBezTo>
                      <a:pt x="357698" y="907532"/>
                      <a:pt x="390654" y="916569"/>
                      <a:pt x="424330" y="921625"/>
                    </a:cubicBezTo>
                    <a:lnTo>
                      <a:pt x="437150" y="978245"/>
                    </a:lnTo>
                    <a:lnTo>
                      <a:pt x="537784" y="978245"/>
                    </a:lnTo>
                    <a:lnTo>
                      <a:pt x="550497" y="922159"/>
                    </a:lnTo>
                    <a:cubicBezTo>
                      <a:pt x="584419" y="917287"/>
                      <a:pt x="617654" y="908468"/>
                      <a:pt x="649528" y="895879"/>
                    </a:cubicBezTo>
                    <a:lnTo>
                      <a:pt x="688949" y="938611"/>
                    </a:lnTo>
                    <a:lnTo>
                      <a:pt x="776229" y="888294"/>
                    </a:lnTo>
                    <a:lnTo>
                      <a:pt x="759243" y="833277"/>
                    </a:lnTo>
                    <a:cubicBezTo>
                      <a:pt x="786157" y="812237"/>
                      <a:pt x="810504" y="788106"/>
                      <a:pt x="831781" y="761380"/>
                    </a:cubicBezTo>
                    <a:lnTo>
                      <a:pt x="887333" y="778580"/>
                    </a:lnTo>
                    <a:lnTo>
                      <a:pt x="937650" y="691192"/>
                    </a:lnTo>
                    <a:lnTo>
                      <a:pt x="895452" y="652092"/>
                    </a:lnTo>
                    <a:cubicBezTo>
                      <a:pt x="908246" y="620351"/>
                      <a:pt x="917281" y="587222"/>
                      <a:pt x="922373" y="553381"/>
                    </a:cubicBezTo>
                    <a:close/>
                    <a:moveTo>
                      <a:pt x="804967" y="489817"/>
                    </a:moveTo>
                    <a:cubicBezTo>
                      <a:pt x="804967" y="664106"/>
                      <a:pt x="663678" y="805394"/>
                      <a:pt x="489390" y="805394"/>
                    </a:cubicBezTo>
                    <a:cubicBezTo>
                      <a:pt x="315102" y="805394"/>
                      <a:pt x="173813" y="664106"/>
                      <a:pt x="173813" y="489817"/>
                    </a:cubicBezTo>
                    <a:cubicBezTo>
                      <a:pt x="173813" y="315529"/>
                      <a:pt x="315101" y="174240"/>
                      <a:pt x="489390" y="174240"/>
                    </a:cubicBezTo>
                    <a:lnTo>
                      <a:pt x="489390" y="174240"/>
                    </a:lnTo>
                    <a:cubicBezTo>
                      <a:pt x="663678" y="174240"/>
                      <a:pt x="804967" y="315529"/>
                      <a:pt x="804967" y="4898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" name="任意多边形: 形状 176">
                <a:extLst>
                  <a:ext uri="{FF2B5EF4-FFF2-40B4-BE49-F238E27FC236}">
                    <a16:creationId xmlns:a16="http://schemas.microsoft.com/office/drawing/2014/main" id="{54474EF5-BA90-407F-B97E-480D9EE244D1}"/>
                  </a:ext>
                </a:extLst>
              </p:cNvPr>
              <p:cNvSpPr/>
              <p:nvPr/>
            </p:nvSpPr>
            <p:spPr>
              <a:xfrm>
                <a:off x="5470058" y="2113321"/>
                <a:ext cx="258956" cy="59718"/>
              </a:xfrm>
              <a:custGeom>
                <a:avLst/>
                <a:gdLst>
                  <a:gd name="connsiteX0" fmla="*/ 0 w 258956"/>
                  <a:gd name="connsiteY0" fmla="*/ 0 h 59718"/>
                  <a:gd name="connsiteX1" fmla="*/ 258957 w 258956"/>
                  <a:gd name="connsiteY1" fmla="*/ 0 h 59718"/>
                  <a:gd name="connsiteX2" fmla="*/ 258957 w 258956"/>
                  <a:gd name="connsiteY2" fmla="*/ 59718 h 59718"/>
                  <a:gd name="connsiteX3" fmla="*/ 0 w 258956"/>
                  <a:gd name="connsiteY3" fmla="*/ 59718 h 59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8956" h="59718">
                    <a:moveTo>
                      <a:pt x="0" y="0"/>
                    </a:moveTo>
                    <a:lnTo>
                      <a:pt x="258957" y="0"/>
                    </a:lnTo>
                    <a:lnTo>
                      <a:pt x="258957" y="59718"/>
                    </a:lnTo>
                    <a:lnTo>
                      <a:pt x="0" y="59718"/>
                    </a:lnTo>
                    <a:close/>
                  </a:path>
                </a:pathLst>
              </a:custGeom>
              <a:solidFill>
                <a:srgbClr val="92E3A9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" name="任意多边形: 形状 177">
                <a:extLst>
                  <a:ext uri="{FF2B5EF4-FFF2-40B4-BE49-F238E27FC236}">
                    <a16:creationId xmlns:a16="http://schemas.microsoft.com/office/drawing/2014/main" id="{0EFE59C8-AC50-4616-8C0B-1A1357697FA8}"/>
                  </a:ext>
                </a:extLst>
              </p:cNvPr>
              <p:cNvSpPr/>
              <p:nvPr/>
            </p:nvSpPr>
            <p:spPr>
              <a:xfrm>
                <a:off x="5470058" y="2199640"/>
                <a:ext cx="170180" cy="59718"/>
              </a:xfrm>
              <a:custGeom>
                <a:avLst/>
                <a:gdLst>
                  <a:gd name="connsiteX0" fmla="*/ 0 w 170180"/>
                  <a:gd name="connsiteY0" fmla="*/ 0 h 59718"/>
                  <a:gd name="connsiteX1" fmla="*/ 170181 w 170180"/>
                  <a:gd name="connsiteY1" fmla="*/ 0 h 59718"/>
                  <a:gd name="connsiteX2" fmla="*/ 170181 w 170180"/>
                  <a:gd name="connsiteY2" fmla="*/ 59718 h 59718"/>
                  <a:gd name="connsiteX3" fmla="*/ 0 w 170180"/>
                  <a:gd name="connsiteY3" fmla="*/ 59718 h 59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180" h="59718">
                    <a:moveTo>
                      <a:pt x="0" y="0"/>
                    </a:moveTo>
                    <a:lnTo>
                      <a:pt x="170181" y="0"/>
                    </a:lnTo>
                    <a:lnTo>
                      <a:pt x="170181" y="59718"/>
                    </a:lnTo>
                    <a:lnTo>
                      <a:pt x="0" y="59718"/>
                    </a:lnTo>
                    <a:close/>
                  </a:path>
                </a:pathLst>
              </a:custGeom>
              <a:solidFill>
                <a:srgbClr val="92E3A9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A8B2A8B7-197C-4C56-BEFA-BF2FFEB604A3}"/>
                  </a:ext>
                </a:extLst>
              </p:cNvPr>
              <p:cNvSpPr/>
              <p:nvPr/>
            </p:nvSpPr>
            <p:spPr>
              <a:xfrm>
                <a:off x="5470058" y="2285959"/>
                <a:ext cx="97963" cy="59718"/>
              </a:xfrm>
              <a:custGeom>
                <a:avLst/>
                <a:gdLst>
                  <a:gd name="connsiteX0" fmla="*/ 0 w 97963"/>
                  <a:gd name="connsiteY0" fmla="*/ 0 h 59718"/>
                  <a:gd name="connsiteX1" fmla="*/ 97963 w 97963"/>
                  <a:gd name="connsiteY1" fmla="*/ 0 h 59718"/>
                  <a:gd name="connsiteX2" fmla="*/ 97963 w 97963"/>
                  <a:gd name="connsiteY2" fmla="*/ 59718 h 59718"/>
                  <a:gd name="connsiteX3" fmla="*/ 0 w 97963"/>
                  <a:gd name="connsiteY3" fmla="*/ 59718 h 59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963" h="59718">
                    <a:moveTo>
                      <a:pt x="0" y="0"/>
                    </a:moveTo>
                    <a:lnTo>
                      <a:pt x="97963" y="0"/>
                    </a:lnTo>
                    <a:lnTo>
                      <a:pt x="97963" y="59718"/>
                    </a:lnTo>
                    <a:lnTo>
                      <a:pt x="0" y="59718"/>
                    </a:lnTo>
                    <a:close/>
                  </a:path>
                </a:pathLst>
              </a:custGeom>
              <a:solidFill>
                <a:srgbClr val="92E3A9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" name="任意多边形: 形状 179">
                <a:extLst>
                  <a:ext uri="{FF2B5EF4-FFF2-40B4-BE49-F238E27FC236}">
                    <a16:creationId xmlns:a16="http://schemas.microsoft.com/office/drawing/2014/main" id="{623BBA08-1E2C-4B7F-88AE-27DAD0836FC1}"/>
                  </a:ext>
                </a:extLst>
              </p:cNvPr>
              <p:cNvSpPr/>
              <p:nvPr/>
            </p:nvSpPr>
            <p:spPr>
              <a:xfrm>
                <a:off x="5470058" y="2113321"/>
                <a:ext cx="258956" cy="59718"/>
              </a:xfrm>
              <a:custGeom>
                <a:avLst/>
                <a:gdLst>
                  <a:gd name="connsiteX0" fmla="*/ 0 w 258956"/>
                  <a:gd name="connsiteY0" fmla="*/ 0 h 59718"/>
                  <a:gd name="connsiteX1" fmla="*/ 258957 w 258956"/>
                  <a:gd name="connsiteY1" fmla="*/ 0 h 59718"/>
                  <a:gd name="connsiteX2" fmla="*/ 258957 w 258956"/>
                  <a:gd name="connsiteY2" fmla="*/ 59718 h 59718"/>
                  <a:gd name="connsiteX3" fmla="*/ 0 w 258956"/>
                  <a:gd name="connsiteY3" fmla="*/ 59718 h 59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8956" h="59718">
                    <a:moveTo>
                      <a:pt x="0" y="0"/>
                    </a:moveTo>
                    <a:lnTo>
                      <a:pt x="258957" y="0"/>
                    </a:lnTo>
                    <a:lnTo>
                      <a:pt x="258957" y="59718"/>
                    </a:lnTo>
                    <a:lnTo>
                      <a:pt x="0" y="59718"/>
                    </a:lnTo>
                    <a:close/>
                  </a:path>
                </a:pathLst>
              </a:custGeom>
              <a:solidFill>
                <a:schemeClr val="accent1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" name="任意多边形: 形状 180">
                <a:extLst>
                  <a:ext uri="{FF2B5EF4-FFF2-40B4-BE49-F238E27FC236}">
                    <a16:creationId xmlns:a16="http://schemas.microsoft.com/office/drawing/2014/main" id="{A8FC7562-6731-4F6E-BC1E-B7F0CCFAACE7}"/>
                  </a:ext>
                </a:extLst>
              </p:cNvPr>
              <p:cNvSpPr/>
              <p:nvPr/>
            </p:nvSpPr>
            <p:spPr>
              <a:xfrm>
                <a:off x="5470058" y="2199640"/>
                <a:ext cx="170180" cy="59718"/>
              </a:xfrm>
              <a:custGeom>
                <a:avLst/>
                <a:gdLst>
                  <a:gd name="connsiteX0" fmla="*/ 0 w 170180"/>
                  <a:gd name="connsiteY0" fmla="*/ 0 h 59718"/>
                  <a:gd name="connsiteX1" fmla="*/ 170181 w 170180"/>
                  <a:gd name="connsiteY1" fmla="*/ 0 h 59718"/>
                  <a:gd name="connsiteX2" fmla="*/ 170181 w 170180"/>
                  <a:gd name="connsiteY2" fmla="*/ 59718 h 59718"/>
                  <a:gd name="connsiteX3" fmla="*/ 0 w 170180"/>
                  <a:gd name="connsiteY3" fmla="*/ 59718 h 59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180" h="59718">
                    <a:moveTo>
                      <a:pt x="0" y="0"/>
                    </a:moveTo>
                    <a:lnTo>
                      <a:pt x="170181" y="0"/>
                    </a:lnTo>
                    <a:lnTo>
                      <a:pt x="170181" y="59718"/>
                    </a:lnTo>
                    <a:lnTo>
                      <a:pt x="0" y="59718"/>
                    </a:lnTo>
                    <a:close/>
                  </a:path>
                </a:pathLst>
              </a:custGeom>
              <a:solidFill>
                <a:schemeClr val="accent1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" name="任意多边形: 形状 181">
                <a:extLst>
                  <a:ext uri="{FF2B5EF4-FFF2-40B4-BE49-F238E27FC236}">
                    <a16:creationId xmlns:a16="http://schemas.microsoft.com/office/drawing/2014/main" id="{C1E44325-C074-4BAD-BB12-A1F11E152C06}"/>
                  </a:ext>
                </a:extLst>
              </p:cNvPr>
              <p:cNvSpPr/>
              <p:nvPr/>
            </p:nvSpPr>
            <p:spPr>
              <a:xfrm>
                <a:off x="5470058" y="2285959"/>
                <a:ext cx="97963" cy="59718"/>
              </a:xfrm>
              <a:custGeom>
                <a:avLst/>
                <a:gdLst>
                  <a:gd name="connsiteX0" fmla="*/ 0 w 97963"/>
                  <a:gd name="connsiteY0" fmla="*/ 0 h 59718"/>
                  <a:gd name="connsiteX1" fmla="*/ 97963 w 97963"/>
                  <a:gd name="connsiteY1" fmla="*/ 0 h 59718"/>
                  <a:gd name="connsiteX2" fmla="*/ 97963 w 97963"/>
                  <a:gd name="connsiteY2" fmla="*/ 59718 h 59718"/>
                  <a:gd name="connsiteX3" fmla="*/ 0 w 97963"/>
                  <a:gd name="connsiteY3" fmla="*/ 59718 h 59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963" h="59718">
                    <a:moveTo>
                      <a:pt x="0" y="0"/>
                    </a:moveTo>
                    <a:lnTo>
                      <a:pt x="97963" y="0"/>
                    </a:lnTo>
                    <a:lnTo>
                      <a:pt x="97963" y="59718"/>
                    </a:lnTo>
                    <a:lnTo>
                      <a:pt x="0" y="59718"/>
                    </a:lnTo>
                    <a:close/>
                  </a:path>
                </a:pathLst>
              </a:custGeom>
              <a:solidFill>
                <a:schemeClr val="accent1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" name="任意多边形: 形状 182">
                <a:extLst>
                  <a:ext uri="{FF2B5EF4-FFF2-40B4-BE49-F238E27FC236}">
                    <a16:creationId xmlns:a16="http://schemas.microsoft.com/office/drawing/2014/main" id="{537C1DBF-DB72-42B8-9FF9-0529C3753461}"/>
                  </a:ext>
                </a:extLst>
              </p:cNvPr>
              <p:cNvSpPr/>
              <p:nvPr/>
            </p:nvSpPr>
            <p:spPr>
              <a:xfrm>
                <a:off x="5020409" y="2774815"/>
                <a:ext cx="87814" cy="179902"/>
              </a:xfrm>
              <a:custGeom>
                <a:avLst/>
                <a:gdLst>
                  <a:gd name="connsiteX0" fmla="*/ 0 w 87814"/>
                  <a:gd name="connsiteY0" fmla="*/ 0 h 179902"/>
                  <a:gd name="connsiteX1" fmla="*/ 87815 w 87814"/>
                  <a:gd name="connsiteY1" fmla="*/ 0 h 179902"/>
                  <a:gd name="connsiteX2" fmla="*/ 87815 w 87814"/>
                  <a:gd name="connsiteY2" fmla="*/ 179902 h 179902"/>
                  <a:gd name="connsiteX3" fmla="*/ 0 w 87814"/>
                  <a:gd name="connsiteY3" fmla="*/ 179902 h 179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814" h="179902">
                    <a:moveTo>
                      <a:pt x="0" y="0"/>
                    </a:moveTo>
                    <a:lnTo>
                      <a:pt x="87815" y="0"/>
                    </a:lnTo>
                    <a:lnTo>
                      <a:pt x="87815" y="179902"/>
                    </a:lnTo>
                    <a:lnTo>
                      <a:pt x="0" y="179902"/>
                    </a:lnTo>
                    <a:close/>
                  </a:path>
                </a:pathLst>
              </a:custGeom>
              <a:solidFill>
                <a:srgbClr val="92E3A9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" name="任意多边形: 形状 183">
                <a:extLst>
                  <a:ext uri="{FF2B5EF4-FFF2-40B4-BE49-F238E27FC236}">
                    <a16:creationId xmlns:a16="http://schemas.microsoft.com/office/drawing/2014/main" id="{543AE698-4F3B-4123-A643-0AA2565806FD}"/>
                  </a:ext>
                </a:extLst>
              </p:cNvPr>
              <p:cNvSpPr/>
              <p:nvPr/>
            </p:nvSpPr>
            <p:spPr>
              <a:xfrm>
                <a:off x="5147216" y="2836670"/>
                <a:ext cx="87814" cy="118154"/>
              </a:xfrm>
              <a:custGeom>
                <a:avLst/>
                <a:gdLst>
                  <a:gd name="connsiteX0" fmla="*/ 0 w 87814"/>
                  <a:gd name="connsiteY0" fmla="*/ 0 h 118154"/>
                  <a:gd name="connsiteX1" fmla="*/ 87815 w 87814"/>
                  <a:gd name="connsiteY1" fmla="*/ 0 h 118154"/>
                  <a:gd name="connsiteX2" fmla="*/ 87815 w 87814"/>
                  <a:gd name="connsiteY2" fmla="*/ 118154 h 118154"/>
                  <a:gd name="connsiteX3" fmla="*/ 0 w 87814"/>
                  <a:gd name="connsiteY3" fmla="*/ 118154 h 11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814" h="118154">
                    <a:moveTo>
                      <a:pt x="0" y="0"/>
                    </a:moveTo>
                    <a:lnTo>
                      <a:pt x="87815" y="0"/>
                    </a:lnTo>
                    <a:lnTo>
                      <a:pt x="87815" y="118154"/>
                    </a:lnTo>
                    <a:lnTo>
                      <a:pt x="0" y="118154"/>
                    </a:lnTo>
                    <a:close/>
                  </a:path>
                </a:pathLst>
              </a:custGeom>
              <a:solidFill>
                <a:srgbClr val="92E3A9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" name="任意多边形: 形状 184">
                <a:extLst>
                  <a:ext uri="{FF2B5EF4-FFF2-40B4-BE49-F238E27FC236}">
                    <a16:creationId xmlns:a16="http://schemas.microsoft.com/office/drawing/2014/main" id="{3CE75683-A241-4233-993C-1671DB4FE208}"/>
                  </a:ext>
                </a:extLst>
              </p:cNvPr>
              <p:cNvSpPr/>
              <p:nvPr/>
            </p:nvSpPr>
            <p:spPr>
              <a:xfrm>
                <a:off x="5274131" y="2886773"/>
                <a:ext cx="87814" cy="68050"/>
              </a:xfrm>
              <a:custGeom>
                <a:avLst/>
                <a:gdLst>
                  <a:gd name="connsiteX0" fmla="*/ 0 w 87814"/>
                  <a:gd name="connsiteY0" fmla="*/ 0 h 68050"/>
                  <a:gd name="connsiteX1" fmla="*/ 87815 w 87814"/>
                  <a:gd name="connsiteY1" fmla="*/ 0 h 68050"/>
                  <a:gd name="connsiteX2" fmla="*/ 87815 w 87814"/>
                  <a:gd name="connsiteY2" fmla="*/ 68051 h 68050"/>
                  <a:gd name="connsiteX3" fmla="*/ 0 w 87814"/>
                  <a:gd name="connsiteY3" fmla="*/ 68051 h 68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814" h="68050">
                    <a:moveTo>
                      <a:pt x="0" y="0"/>
                    </a:moveTo>
                    <a:lnTo>
                      <a:pt x="87815" y="0"/>
                    </a:lnTo>
                    <a:lnTo>
                      <a:pt x="87815" y="68051"/>
                    </a:lnTo>
                    <a:lnTo>
                      <a:pt x="0" y="68051"/>
                    </a:lnTo>
                    <a:close/>
                  </a:path>
                </a:pathLst>
              </a:custGeom>
              <a:solidFill>
                <a:srgbClr val="92E3A9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" name="任意多边形: 形状 185">
                <a:extLst>
                  <a:ext uri="{FF2B5EF4-FFF2-40B4-BE49-F238E27FC236}">
                    <a16:creationId xmlns:a16="http://schemas.microsoft.com/office/drawing/2014/main" id="{B7FC5D63-E9ED-4FE7-A229-898ED576E66B}"/>
                  </a:ext>
                </a:extLst>
              </p:cNvPr>
              <p:cNvSpPr/>
              <p:nvPr/>
            </p:nvSpPr>
            <p:spPr>
              <a:xfrm>
                <a:off x="5020409" y="2774815"/>
                <a:ext cx="87814" cy="179902"/>
              </a:xfrm>
              <a:custGeom>
                <a:avLst/>
                <a:gdLst>
                  <a:gd name="connsiteX0" fmla="*/ 0 w 87814"/>
                  <a:gd name="connsiteY0" fmla="*/ 0 h 179902"/>
                  <a:gd name="connsiteX1" fmla="*/ 87815 w 87814"/>
                  <a:gd name="connsiteY1" fmla="*/ 0 h 179902"/>
                  <a:gd name="connsiteX2" fmla="*/ 87815 w 87814"/>
                  <a:gd name="connsiteY2" fmla="*/ 179902 h 179902"/>
                  <a:gd name="connsiteX3" fmla="*/ 0 w 87814"/>
                  <a:gd name="connsiteY3" fmla="*/ 179902 h 179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814" h="179902">
                    <a:moveTo>
                      <a:pt x="0" y="0"/>
                    </a:moveTo>
                    <a:lnTo>
                      <a:pt x="87815" y="0"/>
                    </a:lnTo>
                    <a:lnTo>
                      <a:pt x="87815" y="179902"/>
                    </a:lnTo>
                    <a:lnTo>
                      <a:pt x="0" y="179902"/>
                    </a:lnTo>
                    <a:close/>
                  </a:path>
                </a:pathLst>
              </a:custGeom>
              <a:solidFill>
                <a:schemeClr val="accent1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" name="任意多边形: 形状 186">
                <a:extLst>
                  <a:ext uri="{FF2B5EF4-FFF2-40B4-BE49-F238E27FC236}">
                    <a16:creationId xmlns:a16="http://schemas.microsoft.com/office/drawing/2014/main" id="{497BCA68-3747-4C7F-936E-1955C3029505}"/>
                  </a:ext>
                </a:extLst>
              </p:cNvPr>
              <p:cNvSpPr/>
              <p:nvPr/>
            </p:nvSpPr>
            <p:spPr>
              <a:xfrm>
                <a:off x="5147216" y="2836670"/>
                <a:ext cx="87814" cy="118154"/>
              </a:xfrm>
              <a:custGeom>
                <a:avLst/>
                <a:gdLst>
                  <a:gd name="connsiteX0" fmla="*/ 0 w 87814"/>
                  <a:gd name="connsiteY0" fmla="*/ 0 h 118154"/>
                  <a:gd name="connsiteX1" fmla="*/ 87815 w 87814"/>
                  <a:gd name="connsiteY1" fmla="*/ 0 h 118154"/>
                  <a:gd name="connsiteX2" fmla="*/ 87815 w 87814"/>
                  <a:gd name="connsiteY2" fmla="*/ 118154 h 118154"/>
                  <a:gd name="connsiteX3" fmla="*/ 0 w 87814"/>
                  <a:gd name="connsiteY3" fmla="*/ 118154 h 11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814" h="118154">
                    <a:moveTo>
                      <a:pt x="0" y="0"/>
                    </a:moveTo>
                    <a:lnTo>
                      <a:pt x="87815" y="0"/>
                    </a:lnTo>
                    <a:lnTo>
                      <a:pt x="87815" y="118154"/>
                    </a:lnTo>
                    <a:lnTo>
                      <a:pt x="0" y="118154"/>
                    </a:lnTo>
                    <a:close/>
                  </a:path>
                </a:pathLst>
              </a:custGeom>
              <a:solidFill>
                <a:schemeClr val="accent1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" name="任意多边形: 形状 187">
                <a:extLst>
                  <a:ext uri="{FF2B5EF4-FFF2-40B4-BE49-F238E27FC236}">
                    <a16:creationId xmlns:a16="http://schemas.microsoft.com/office/drawing/2014/main" id="{1079731D-F416-4B0C-9327-501A6AFB173A}"/>
                  </a:ext>
                </a:extLst>
              </p:cNvPr>
              <p:cNvSpPr/>
              <p:nvPr/>
            </p:nvSpPr>
            <p:spPr>
              <a:xfrm>
                <a:off x="5274131" y="2886773"/>
                <a:ext cx="87814" cy="68050"/>
              </a:xfrm>
              <a:custGeom>
                <a:avLst/>
                <a:gdLst>
                  <a:gd name="connsiteX0" fmla="*/ 0 w 87814"/>
                  <a:gd name="connsiteY0" fmla="*/ 0 h 68050"/>
                  <a:gd name="connsiteX1" fmla="*/ 87815 w 87814"/>
                  <a:gd name="connsiteY1" fmla="*/ 0 h 68050"/>
                  <a:gd name="connsiteX2" fmla="*/ 87815 w 87814"/>
                  <a:gd name="connsiteY2" fmla="*/ 68051 h 68050"/>
                  <a:gd name="connsiteX3" fmla="*/ 0 w 87814"/>
                  <a:gd name="connsiteY3" fmla="*/ 68051 h 68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814" h="68050">
                    <a:moveTo>
                      <a:pt x="0" y="0"/>
                    </a:moveTo>
                    <a:lnTo>
                      <a:pt x="87815" y="0"/>
                    </a:lnTo>
                    <a:lnTo>
                      <a:pt x="87815" y="68051"/>
                    </a:lnTo>
                    <a:lnTo>
                      <a:pt x="0" y="68051"/>
                    </a:lnTo>
                    <a:close/>
                  </a:path>
                </a:pathLst>
              </a:custGeom>
              <a:solidFill>
                <a:schemeClr val="accent1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" name="任意多边形: 形状 188">
                <a:extLst>
                  <a:ext uri="{FF2B5EF4-FFF2-40B4-BE49-F238E27FC236}">
                    <a16:creationId xmlns:a16="http://schemas.microsoft.com/office/drawing/2014/main" id="{4BF14760-3727-428C-99A0-7054F847CF24}"/>
                  </a:ext>
                </a:extLst>
              </p:cNvPr>
              <p:cNvSpPr/>
              <p:nvPr/>
            </p:nvSpPr>
            <p:spPr>
              <a:xfrm>
                <a:off x="4889542" y="1991107"/>
                <a:ext cx="1285489" cy="1099818"/>
              </a:xfrm>
              <a:custGeom>
                <a:avLst/>
                <a:gdLst>
                  <a:gd name="connsiteX0" fmla="*/ 1174493 w 1285489"/>
                  <a:gd name="connsiteY0" fmla="*/ 1099819 h 1099818"/>
                  <a:gd name="connsiteX1" fmla="*/ 111210 w 1285489"/>
                  <a:gd name="connsiteY1" fmla="*/ 1099819 h 1099818"/>
                  <a:gd name="connsiteX2" fmla="*/ 0 w 1285489"/>
                  <a:gd name="connsiteY2" fmla="*/ 989036 h 1099818"/>
                  <a:gd name="connsiteX3" fmla="*/ 0 w 1285489"/>
                  <a:gd name="connsiteY3" fmla="*/ 988822 h 1099818"/>
                  <a:gd name="connsiteX4" fmla="*/ 0 w 1285489"/>
                  <a:gd name="connsiteY4" fmla="*/ 110997 h 1099818"/>
                  <a:gd name="connsiteX5" fmla="*/ 110997 w 1285489"/>
                  <a:gd name="connsiteY5" fmla="*/ 0 h 1099818"/>
                  <a:gd name="connsiteX6" fmla="*/ 1174279 w 1285489"/>
                  <a:gd name="connsiteY6" fmla="*/ 0 h 1099818"/>
                  <a:gd name="connsiteX7" fmla="*/ 1285490 w 1285489"/>
                  <a:gd name="connsiteY7" fmla="*/ 110997 h 1099818"/>
                  <a:gd name="connsiteX8" fmla="*/ 1285490 w 1285489"/>
                  <a:gd name="connsiteY8" fmla="*/ 988822 h 1099818"/>
                  <a:gd name="connsiteX9" fmla="*/ 1174493 w 1285489"/>
                  <a:gd name="connsiteY9" fmla="*/ 1099819 h 1099818"/>
                  <a:gd name="connsiteX10" fmla="*/ 111210 w 1285489"/>
                  <a:gd name="connsiteY10" fmla="*/ 10149 h 1099818"/>
                  <a:gd name="connsiteX11" fmla="*/ 9935 w 1285489"/>
                  <a:gd name="connsiteY11" fmla="*/ 111424 h 1099818"/>
                  <a:gd name="connsiteX12" fmla="*/ 9935 w 1285489"/>
                  <a:gd name="connsiteY12" fmla="*/ 989249 h 1099818"/>
                  <a:gd name="connsiteX13" fmla="*/ 111210 w 1285489"/>
                  <a:gd name="connsiteY13" fmla="*/ 1090524 h 1099818"/>
                  <a:gd name="connsiteX14" fmla="*/ 1174493 w 1285489"/>
                  <a:gd name="connsiteY14" fmla="*/ 1090524 h 1099818"/>
                  <a:gd name="connsiteX15" fmla="*/ 1275768 w 1285489"/>
                  <a:gd name="connsiteY15" fmla="*/ 989249 h 1099818"/>
                  <a:gd name="connsiteX16" fmla="*/ 1275768 w 1285489"/>
                  <a:gd name="connsiteY16" fmla="*/ 110997 h 1099818"/>
                  <a:gd name="connsiteX17" fmla="*/ 1174493 w 1285489"/>
                  <a:gd name="connsiteY17" fmla="*/ 9722 h 1099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285489" h="1099818">
                    <a:moveTo>
                      <a:pt x="1174493" y="1099819"/>
                    </a:moveTo>
                    <a:lnTo>
                      <a:pt x="111210" y="1099819"/>
                    </a:lnTo>
                    <a:cubicBezTo>
                      <a:pt x="49909" y="1099937"/>
                      <a:pt x="118" y="1050337"/>
                      <a:pt x="0" y="989036"/>
                    </a:cubicBezTo>
                    <a:cubicBezTo>
                      <a:pt x="0" y="988965"/>
                      <a:pt x="0" y="988893"/>
                      <a:pt x="0" y="988822"/>
                    </a:cubicBezTo>
                    <a:lnTo>
                      <a:pt x="0" y="110997"/>
                    </a:lnTo>
                    <a:cubicBezTo>
                      <a:pt x="118" y="49744"/>
                      <a:pt x="49744" y="118"/>
                      <a:pt x="110997" y="0"/>
                    </a:cubicBezTo>
                    <a:lnTo>
                      <a:pt x="1174279" y="0"/>
                    </a:lnTo>
                    <a:cubicBezTo>
                      <a:pt x="1235640" y="-59"/>
                      <a:pt x="1285431" y="49636"/>
                      <a:pt x="1285490" y="110997"/>
                    </a:cubicBezTo>
                    <a:lnTo>
                      <a:pt x="1285490" y="988822"/>
                    </a:lnTo>
                    <a:cubicBezTo>
                      <a:pt x="1285490" y="1050124"/>
                      <a:pt x="1235795" y="1099819"/>
                      <a:pt x="1174493" y="1099819"/>
                    </a:cubicBezTo>
                    <a:close/>
                    <a:moveTo>
                      <a:pt x="111210" y="10149"/>
                    </a:moveTo>
                    <a:cubicBezTo>
                      <a:pt x="55326" y="10267"/>
                      <a:pt x="10053" y="55540"/>
                      <a:pt x="9935" y="111424"/>
                    </a:cubicBezTo>
                    <a:lnTo>
                      <a:pt x="9935" y="989249"/>
                    </a:lnTo>
                    <a:cubicBezTo>
                      <a:pt x="10053" y="1045133"/>
                      <a:pt x="55326" y="1090407"/>
                      <a:pt x="111210" y="1090524"/>
                    </a:cubicBezTo>
                    <a:lnTo>
                      <a:pt x="1174493" y="1090524"/>
                    </a:lnTo>
                    <a:cubicBezTo>
                      <a:pt x="1230377" y="1090407"/>
                      <a:pt x="1275651" y="1045133"/>
                      <a:pt x="1275768" y="989249"/>
                    </a:cubicBezTo>
                    <a:lnTo>
                      <a:pt x="1275768" y="110997"/>
                    </a:lnTo>
                    <a:cubicBezTo>
                      <a:pt x="1275651" y="55113"/>
                      <a:pt x="1230377" y="9839"/>
                      <a:pt x="1174493" y="9722"/>
                    </a:cubicBezTo>
                    <a:close/>
                  </a:path>
                </a:pathLst>
              </a:custGeom>
              <a:solidFill>
                <a:srgbClr val="263238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" name="任意多边形: 形状 189">
                <a:extLst>
                  <a:ext uri="{FF2B5EF4-FFF2-40B4-BE49-F238E27FC236}">
                    <a16:creationId xmlns:a16="http://schemas.microsoft.com/office/drawing/2014/main" id="{74429889-9516-42AE-91FD-99616C732CBE}"/>
                  </a:ext>
                </a:extLst>
              </p:cNvPr>
              <p:cNvSpPr/>
              <p:nvPr/>
            </p:nvSpPr>
            <p:spPr>
              <a:xfrm>
                <a:off x="5671219" y="2779729"/>
                <a:ext cx="379140" cy="9721"/>
              </a:xfrm>
              <a:custGeom>
                <a:avLst/>
                <a:gdLst>
                  <a:gd name="connsiteX0" fmla="*/ 0 w 379140"/>
                  <a:gd name="connsiteY0" fmla="*/ 0 h 9721"/>
                  <a:gd name="connsiteX1" fmla="*/ 379141 w 379140"/>
                  <a:gd name="connsiteY1" fmla="*/ 0 h 9721"/>
                  <a:gd name="connsiteX2" fmla="*/ 379141 w 379140"/>
                  <a:gd name="connsiteY2" fmla="*/ 9722 h 9721"/>
                  <a:gd name="connsiteX3" fmla="*/ 0 w 379140"/>
                  <a:gd name="connsiteY3" fmla="*/ 9722 h 9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9140" h="9721">
                    <a:moveTo>
                      <a:pt x="0" y="0"/>
                    </a:moveTo>
                    <a:lnTo>
                      <a:pt x="379141" y="0"/>
                    </a:lnTo>
                    <a:lnTo>
                      <a:pt x="379141" y="9722"/>
                    </a:lnTo>
                    <a:lnTo>
                      <a:pt x="0" y="9722"/>
                    </a:lnTo>
                    <a:close/>
                  </a:path>
                </a:pathLst>
              </a:custGeom>
              <a:solidFill>
                <a:srgbClr val="263238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" name="任意多边形: 形状 190">
                <a:extLst>
                  <a:ext uri="{FF2B5EF4-FFF2-40B4-BE49-F238E27FC236}">
                    <a16:creationId xmlns:a16="http://schemas.microsoft.com/office/drawing/2014/main" id="{DE9A62B5-6E3D-4EDB-B7D6-6AE396E6B4CD}"/>
                  </a:ext>
                </a:extLst>
              </p:cNvPr>
              <p:cNvSpPr/>
              <p:nvPr/>
            </p:nvSpPr>
            <p:spPr>
              <a:xfrm>
                <a:off x="5671219" y="2820431"/>
                <a:ext cx="379140" cy="9721"/>
              </a:xfrm>
              <a:custGeom>
                <a:avLst/>
                <a:gdLst>
                  <a:gd name="connsiteX0" fmla="*/ 0 w 379140"/>
                  <a:gd name="connsiteY0" fmla="*/ 0 h 9721"/>
                  <a:gd name="connsiteX1" fmla="*/ 379141 w 379140"/>
                  <a:gd name="connsiteY1" fmla="*/ 0 h 9721"/>
                  <a:gd name="connsiteX2" fmla="*/ 379141 w 379140"/>
                  <a:gd name="connsiteY2" fmla="*/ 9722 h 9721"/>
                  <a:gd name="connsiteX3" fmla="*/ 0 w 379140"/>
                  <a:gd name="connsiteY3" fmla="*/ 9722 h 9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9140" h="9721">
                    <a:moveTo>
                      <a:pt x="0" y="0"/>
                    </a:moveTo>
                    <a:lnTo>
                      <a:pt x="379141" y="0"/>
                    </a:lnTo>
                    <a:lnTo>
                      <a:pt x="379141" y="9722"/>
                    </a:lnTo>
                    <a:lnTo>
                      <a:pt x="0" y="9722"/>
                    </a:lnTo>
                    <a:close/>
                  </a:path>
                </a:pathLst>
              </a:custGeom>
              <a:solidFill>
                <a:srgbClr val="263238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" name="任意多边形: 形状 191">
                <a:extLst>
                  <a:ext uri="{FF2B5EF4-FFF2-40B4-BE49-F238E27FC236}">
                    <a16:creationId xmlns:a16="http://schemas.microsoft.com/office/drawing/2014/main" id="{8CDDE8C6-D73C-4FE2-8BD7-F87ACF8E9730}"/>
                  </a:ext>
                </a:extLst>
              </p:cNvPr>
              <p:cNvSpPr/>
              <p:nvPr/>
            </p:nvSpPr>
            <p:spPr>
              <a:xfrm>
                <a:off x="5671219" y="2861027"/>
                <a:ext cx="379140" cy="9721"/>
              </a:xfrm>
              <a:custGeom>
                <a:avLst/>
                <a:gdLst>
                  <a:gd name="connsiteX0" fmla="*/ 0 w 379140"/>
                  <a:gd name="connsiteY0" fmla="*/ 0 h 9721"/>
                  <a:gd name="connsiteX1" fmla="*/ 379141 w 379140"/>
                  <a:gd name="connsiteY1" fmla="*/ 0 h 9721"/>
                  <a:gd name="connsiteX2" fmla="*/ 379141 w 379140"/>
                  <a:gd name="connsiteY2" fmla="*/ 9722 h 9721"/>
                  <a:gd name="connsiteX3" fmla="*/ 0 w 379140"/>
                  <a:gd name="connsiteY3" fmla="*/ 9722 h 9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9140" h="9721">
                    <a:moveTo>
                      <a:pt x="0" y="0"/>
                    </a:moveTo>
                    <a:lnTo>
                      <a:pt x="379141" y="0"/>
                    </a:lnTo>
                    <a:lnTo>
                      <a:pt x="379141" y="9722"/>
                    </a:lnTo>
                    <a:lnTo>
                      <a:pt x="0" y="9722"/>
                    </a:lnTo>
                    <a:close/>
                  </a:path>
                </a:pathLst>
              </a:custGeom>
              <a:solidFill>
                <a:srgbClr val="263238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" name="任意多边形: 形状 192">
                <a:extLst>
                  <a:ext uri="{FF2B5EF4-FFF2-40B4-BE49-F238E27FC236}">
                    <a16:creationId xmlns:a16="http://schemas.microsoft.com/office/drawing/2014/main" id="{8CD58ABF-5966-4576-9756-B52F7E08BF33}"/>
                  </a:ext>
                </a:extLst>
              </p:cNvPr>
              <p:cNvSpPr/>
              <p:nvPr/>
            </p:nvSpPr>
            <p:spPr>
              <a:xfrm>
                <a:off x="5671219" y="2901623"/>
                <a:ext cx="379140" cy="9721"/>
              </a:xfrm>
              <a:custGeom>
                <a:avLst/>
                <a:gdLst>
                  <a:gd name="connsiteX0" fmla="*/ 0 w 379140"/>
                  <a:gd name="connsiteY0" fmla="*/ 0 h 9721"/>
                  <a:gd name="connsiteX1" fmla="*/ 379141 w 379140"/>
                  <a:gd name="connsiteY1" fmla="*/ 0 h 9721"/>
                  <a:gd name="connsiteX2" fmla="*/ 379141 w 379140"/>
                  <a:gd name="connsiteY2" fmla="*/ 9722 h 9721"/>
                  <a:gd name="connsiteX3" fmla="*/ 0 w 379140"/>
                  <a:gd name="connsiteY3" fmla="*/ 9722 h 9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9140" h="9721">
                    <a:moveTo>
                      <a:pt x="0" y="0"/>
                    </a:moveTo>
                    <a:lnTo>
                      <a:pt x="379141" y="0"/>
                    </a:lnTo>
                    <a:lnTo>
                      <a:pt x="379141" y="9722"/>
                    </a:lnTo>
                    <a:lnTo>
                      <a:pt x="0" y="9722"/>
                    </a:lnTo>
                    <a:close/>
                  </a:path>
                </a:pathLst>
              </a:custGeom>
              <a:solidFill>
                <a:srgbClr val="263238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" name="任意多边形: 形状 193">
                <a:extLst>
                  <a:ext uri="{FF2B5EF4-FFF2-40B4-BE49-F238E27FC236}">
                    <a16:creationId xmlns:a16="http://schemas.microsoft.com/office/drawing/2014/main" id="{92C11ED1-2DE4-46C8-9229-B368BCAEA1FB}"/>
                  </a:ext>
                </a:extLst>
              </p:cNvPr>
              <p:cNvSpPr/>
              <p:nvPr/>
            </p:nvSpPr>
            <p:spPr>
              <a:xfrm>
                <a:off x="5671219" y="2942218"/>
                <a:ext cx="379140" cy="9721"/>
              </a:xfrm>
              <a:custGeom>
                <a:avLst/>
                <a:gdLst>
                  <a:gd name="connsiteX0" fmla="*/ 0 w 379140"/>
                  <a:gd name="connsiteY0" fmla="*/ 0 h 9721"/>
                  <a:gd name="connsiteX1" fmla="*/ 379141 w 379140"/>
                  <a:gd name="connsiteY1" fmla="*/ 0 h 9721"/>
                  <a:gd name="connsiteX2" fmla="*/ 379141 w 379140"/>
                  <a:gd name="connsiteY2" fmla="*/ 9722 h 9721"/>
                  <a:gd name="connsiteX3" fmla="*/ 0 w 379140"/>
                  <a:gd name="connsiteY3" fmla="*/ 9722 h 9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9140" h="9721">
                    <a:moveTo>
                      <a:pt x="0" y="0"/>
                    </a:moveTo>
                    <a:lnTo>
                      <a:pt x="379141" y="0"/>
                    </a:lnTo>
                    <a:lnTo>
                      <a:pt x="379141" y="9722"/>
                    </a:lnTo>
                    <a:lnTo>
                      <a:pt x="0" y="9722"/>
                    </a:lnTo>
                    <a:close/>
                  </a:path>
                </a:pathLst>
              </a:custGeom>
              <a:solidFill>
                <a:srgbClr val="263238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" name="任意多边形: 形状 194">
                <a:extLst>
                  <a:ext uri="{FF2B5EF4-FFF2-40B4-BE49-F238E27FC236}">
                    <a16:creationId xmlns:a16="http://schemas.microsoft.com/office/drawing/2014/main" id="{8632DA91-8D7F-4005-85B2-E81F69D13DA6}"/>
                  </a:ext>
                </a:extLst>
              </p:cNvPr>
              <p:cNvSpPr/>
              <p:nvPr/>
            </p:nvSpPr>
            <p:spPr>
              <a:xfrm>
                <a:off x="5008764" y="2117381"/>
                <a:ext cx="379140" cy="9721"/>
              </a:xfrm>
              <a:custGeom>
                <a:avLst/>
                <a:gdLst>
                  <a:gd name="connsiteX0" fmla="*/ 0 w 379140"/>
                  <a:gd name="connsiteY0" fmla="*/ 0 h 9721"/>
                  <a:gd name="connsiteX1" fmla="*/ 379141 w 379140"/>
                  <a:gd name="connsiteY1" fmla="*/ 0 h 9721"/>
                  <a:gd name="connsiteX2" fmla="*/ 379141 w 379140"/>
                  <a:gd name="connsiteY2" fmla="*/ 9722 h 9721"/>
                  <a:gd name="connsiteX3" fmla="*/ 0 w 379140"/>
                  <a:gd name="connsiteY3" fmla="*/ 9722 h 9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9140" h="9721">
                    <a:moveTo>
                      <a:pt x="0" y="0"/>
                    </a:moveTo>
                    <a:lnTo>
                      <a:pt x="379141" y="0"/>
                    </a:lnTo>
                    <a:lnTo>
                      <a:pt x="379141" y="9722"/>
                    </a:lnTo>
                    <a:lnTo>
                      <a:pt x="0" y="9722"/>
                    </a:lnTo>
                    <a:close/>
                  </a:path>
                </a:pathLst>
              </a:custGeom>
              <a:solidFill>
                <a:srgbClr val="263238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" name="任意多边形: 形状 195">
                <a:extLst>
                  <a:ext uri="{FF2B5EF4-FFF2-40B4-BE49-F238E27FC236}">
                    <a16:creationId xmlns:a16="http://schemas.microsoft.com/office/drawing/2014/main" id="{14376B96-A73A-402A-B5DA-76A13B6E823A}"/>
                  </a:ext>
                </a:extLst>
              </p:cNvPr>
              <p:cNvSpPr/>
              <p:nvPr/>
            </p:nvSpPr>
            <p:spPr>
              <a:xfrm>
                <a:off x="5008764" y="2157976"/>
                <a:ext cx="379140" cy="9721"/>
              </a:xfrm>
              <a:custGeom>
                <a:avLst/>
                <a:gdLst>
                  <a:gd name="connsiteX0" fmla="*/ 0 w 379140"/>
                  <a:gd name="connsiteY0" fmla="*/ 0 h 9721"/>
                  <a:gd name="connsiteX1" fmla="*/ 379141 w 379140"/>
                  <a:gd name="connsiteY1" fmla="*/ 0 h 9721"/>
                  <a:gd name="connsiteX2" fmla="*/ 379141 w 379140"/>
                  <a:gd name="connsiteY2" fmla="*/ 9722 h 9721"/>
                  <a:gd name="connsiteX3" fmla="*/ 0 w 379140"/>
                  <a:gd name="connsiteY3" fmla="*/ 9722 h 9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9140" h="9721">
                    <a:moveTo>
                      <a:pt x="0" y="0"/>
                    </a:moveTo>
                    <a:lnTo>
                      <a:pt x="379141" y="0"/>
                    </a:lnTo>
                    <a:lnTo>
                      <a:pt x="379141" y="9722"/>
                    </a:lnTo>
                    <a:lnTo>
                      <a:pt x="0" y="9722"/>
                    </a:lnTo>
                    <a:close/>
                  </a:path>
                </a:pathLst>
              </a:custGeom>
              <a:solidFill>
                <a:srgbClr val="263238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" name="任意多边形: 形状 196">
                <a:extLst>
                  <a:ext uri="{FF2B5EF4-FFF2-40B4-BE49-F238E27FC236}">
                    <a16:creationId xmlns:a16="http://schemas.microsoft.com/office/drawing/2014/main" id="{C434867F-E06F-433B-B79B-1145036ABBC3}"/>
                  </a:ext>
                </a:extLst>
              </p:cNvPr>
              <p:cNvSpPr/>
              <p:nvPr/>
            </p:nvSpPr>
            <p:spPr>
              <a:xfrm>
                <a:off x="5008764" y="2198572"/>
                <a:ext cx="379140" cy="9721"/>
              </a:xfrm>
              <a:custGeom>
                <a:avLst/>
                <a:gdLst>
                  <a:gd name="connsiteX0" fmla="*/ 0 w 379140"/>
                  <a:gd name="connsiteY0" fmla="*/ 0 h 9721"/>
                  <a:gd name="connsiteX1" fmla="*/ 379141 w 379140"/>
                  <a:gd name="connsiteY1" fmla="*/ 0 h 9721"/>
                  <a:gd name="connsiteX2" fmla="*/ 379141 w 379140"/>
                  <a:gd name="connsiteY2" fmla="*/ 9722 h 9721"/>
                  <a:gd name="connsiteX3" fmla="*/ 0 w 379140"/>
                  <a:gd name="connsiteY3" fmla="*/ 9722 h 9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9140" h="9721">
                    <a:moveTo>
                      <a:pt x="0" y="0"/>
                    </a:moveTo>
                    <a:lnTo>
                      <a:pt x="379141" y="0"/>
                    </a:lnTo>
                    <a:lnTo>
                      <a:pt x="379141" y="9722"/>
                    </a:lnTo>
                    <a:lnTo>
                      <a:pt x="0" y="9722"/>
                    </a:lnTo>
                    <a:close/>
                  </a:path>
                </a:pathLst>
              </a:custGeom>
              <a:solidFill>
                <a:srgbClr val="263238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" name="任意多边形: 形状 197">
                <a:extLst>
                  <a:ext uri="{FF2B5EF4-FFF2-40B4-BE49-F238E27FC236}">
                    <a16:creationId xmlns:a16="http://schemas.microsoft.com/office/drawing/2014/main" id="{F437CEAA-A4A9-49A4-B6D0-78B4DD36E797}"/>
                  </a:ext>
                </a:extLst>
              </p:cNvPr>
              <p:cNvSpPr/>
              <p:nvPr/>
            </p:nvSpPr>
            <p:spPr>
              <a:xfrm>
                <a:off x="5008764" y="2239168"/>
                <a:ext cx="379140" cy="9721"/>
              </a:xfrm>
              <a:custGeom>
                <a:avLst/>
                <a:gdLst>
                  <a:gd name="connsiteX0" fmla="*/ 0 w 379140"/>
                  <a:gd name="connsiteY0" fmla="*/ 0 h 9721"/>
                  <a:gd name="connsiteX1" fmla="*/ 379141 w 379140"/>
                  <a:gd name="connsiteY1" fmla="*/ 0 h 9721"/>
                  <a:gd name="connsiteX2" fmla="*/ 379141 w 379140"/>
                  <a:gd name="connsiteY2" fmla="*/ 9722 h 9721"/>
                  <a:gd name="connsiteX3" fmla="*/ 0 w 379140"/>
                  <a:gd name="connsiteY3" fmla="*/ 9722 h 9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9140" h="9721">
                    <a:moveTo>
                      <a:pt x="0" y="0"/>
                    </a:moveTo>
                    <a:lnTo>
                      <a:pt x="379141" y="0"/>
                    </a:lnTo>
                    <a:lnTo>
                      <a:pt x="379141" y="9722"/>
                    </a:lnTo>
                    <a:lnTo>
                      <a:pt x="0" y="9722"/>
                    </a:lnTo>
                    <a:close/>
                  </a:path>
                </a:pathLst>
              </a:custGeom>
              <a:solidFill>
                <a:srgbClr val="263238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" name="任意多边形: 形状 198">
                <a:extLst>
                  <a:ext uri="{FF2B5EF4-FFF2-40B4-BE49-F238E27FC236}">
                    <a16:creationId xmlns:a16="http://schemas.microsoft.com/office/drawing/2014/main" id="{359565EC-318E-4F33-969A-C297030716B6}"/>
                  </a:ext>
                </a:extLst>
              </p:cNvPr>
              <p:cNvSpPr/>
              <p:nvPr/>
            </p:nvSpPr>
            <p:spPr>
              <a:xfrm>
                <a:off x="5008764" y="2279763"/>
                <a:ext cx="379140" cy="9721"/>
              </a:xfrm>
              <a:custGeom>
                <a:avLst/>
                <a:gdLst>
                  <a:gd name="connsiteX0" fmla="*/ 0 w 379140"/>
                  <a:gd name="connsiteY0" fmla="*/ 0 h 9721"/>
                  <a:gd name="connsiteX1" fmla="*/ 379141 w 379140"/>
                  <a:gd name="connsiteY1" fmla="*/ 0 h 9721"/>
                  <a:gd name="connsiteX2" fmla="*/ 379141 w 379140"/>
                  <a:gd name="connsiteY2" fmla="*/ 9722 h 9721"/>
                  <a:gd name="connsiteX3" fmla="*/ 0 w 379140"/>
                  <a:gd name="connsiteY3" fmla="*/ 9722 h 9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9140" h="9721">
                    <a:moveTo>
                      <a:pt x="0" y="0"/>
                    </a:moveTo>
                    <a:lnTo>
                      <a:pt x="379141" y="0"/>
                    </a:lnTo>
                    <a:lnTo>
                      <a:pt x="379141" y="9722"/>
                    </a:lnTo>
                    <a:lnTo>
                      <a:pt x="0" y="9722"/>
                    </a:lnTo>
                    <a:close/>
                  </a:path>
                </a:pathLst>
              </a:custGeom>
              <a:solidFill>
                <a:srgbClr val="263238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" name="任意多边形: 形状 199">
                <a:extLst>
                  <a:ext uri="{FF2B5EF4-FFF2-40B4-BE49-F238E27FC236}">
                    <a16:creationId xmlns:a16="http://schemas.microsoft.com/office/drawing/2014/main" id="{F30E8B66-D97E-4236-B188-EF27BC0725B8}"/>
                  </a:ext>
                </a:extLst>
              </p:cNvPr>
              <p:cNvSpPr/>
              <p:nvPr/>
            </p:nvSpPr>
            <p:spPr>
              <a:xfrm>
                <a:off x="5066406" y="2289378"/>
                <a:ext cx="977009" cy="430085"/>
              </a:xfrm>
              <a:custGeom>
                <a:avLst/>
                <a:gdLst>
                  <a:gd name="connsiteX0" fmla="*/ 909066 w 977009"/>
                  <a:gd name="connsiteY0" fmla="*/ 155972 h 430085"/>
                  <a:gd name="connsiteX1" fmla="*/ 977010 w 977009"/>
                  <a:gd name="connsiteY1" fmla="*/ 191654 h 430085"/>
                  <a:gd name="connsiteX2" fmla="*/ 969211 w 977009"/>
                  <a:gd name="connsiteY2" fmla="*/ 0 h 430085"/>
                  <a:gd name="connsiteX3" fmla="*/ 807150 w 977009"/>
                  <a:gd name="connsiteY3" fmla="*/ 102557 h 430085"/>
                  <a:gd name="connsiteX4" fmla="*/ 875094 w 977009"/>
                  <a:gd name="connsiteY4" fmla="*/ 138132 h 430085"/>
                  <a:gd name="connsiteX5" fmla="*/ 823922 w 977009"/>
                  <a:gd name="connsiteY5" fmla="*/ 235454 h 430085"/>
                  <a:gd name="connsiteX6" fmla="*/ 823922 w 977009"/>
                  <a:gd name="connsiteY6" fmla="*/ 235454 h 430085"/>
                  <a:gd name="connsiteX7" fmla="*/ 799031 w 977009"/>
                  <a:gd name="connsiteY7" fmla="*/ 244001 h 430085"/>
                  <a:gd name="connsiteX8" fmla="*/ 708759 w 977009"/>
                  <a:gd name="connsiteY8" fmla="*/ 202230 h 430085"/>
                  <a:gd name="connsiteX9" fmla="*/ 708759 w 977009"/>
                  <a:gd name="connsiteY9" fmla="*/ 201696 h 430085"/>
                  <a:gd name="connsiteX10" fmla="*/ 668813 w 977009"/>
                  <a:gd name="connsiteY10" fmla="*/ 158794 h 430085"/>
                  <a:gd name="connsiteX11" fmla="*/ 625965 w 977009"/>
                  <a:gd name="connsiteY11" fmla="*/ 197636 h 430085"/>
                  <a:gd name="connsiteX12" fmla="*/ 625965 w 977009"/>
                  <a:gd name="connsiteY12" fmla="*/ 197636 h 430085"/>
                  <a:gd name="connsiteX13" fmla="*/ 625965 w 977009"/>
                  <a:gd name="connsiteY13" fmla="*/ 201696 h 430085"/>
                  <a:gd name="connsiteX14" fmla="*/ 629705 w 977009"/>
                  <a:gd name="connsiteY14" fmla="*/ 218896 h 430085"/>
                  <a:gd name="connsiteX15" fmla="*/ 512191 w 977009"/>
                  <a:gd name="connsiteY15" fmla="*/ 347092 h 430085"/>
                  <a:gd name="connsiteX16" fmla="*/ 500547 w 977009"/>
                  <a:gd name="connsiteY16" fmla="*/ 345276 h 430085"/>
                  <a:gd name="connsiteX17" fmla="*/ 494457 w 977009"/>
                  <a:gd name="connsiteY17" fmla="*/ 345917 h 430085"/>
                  <a:gd name="connsiteX18" fmla="*/ 325238 w 977009"/>
                  <a:gd name="connsiteY18" fmla="*/ 131081 h 430085"/>
                  <a:gd name="connsiteX19" fmla="*/ 301707 w 977009"/>
                  <a:gd name="connsiteY19" fmla="*/ 77557 h 430085"/>
                  <a:gd name="connsiteX20" fmla="*/ 249602 w 977009"/>
                  <a:gd name="connsiteY20" fmla="*/ 97857 h 430085"/>
                  <a:gd name="connsiteX21" fmla="*/ 246077 w 977009"/>
                  <a:gd name="connsiteY21" fmla="*/ 114309 h 430085"/>
                  <a:gd name="connsiteX22" fmla="*/ 248213 w 977009"/>
                  <a:gd name="connsiteY22" fmla="*/ 126808 h 430085"/>
                  <a:gd name="connsiteX23" fmla="*/ 55385 w 977009"/>
                  <a:gd name="connsiteY23" fmla="*/ 324444 h 430085"/>
                  <a:gd name="connsiteX24" fmla="*/ 2465 w 977009"/>
                  <a:gd name="connsiteY24" fmla="*/ 349304 h 430085"/>
                  <a:gd name="connsiteX25" fmla="*/ 27325 w 977009"/>
                  <a:gd name="connsiteY25" fmla="*/ 402224 h 430085"/>
                  <a:gd name="connsiteX26" fmla="*/ 80062 w 977009"/>
                  <a:gd name="connsiteY26" fmla="*/ 377859 h 430085"/>
                  <a:gd name="connsiteX27" fmla="*/ 80062 w 977009"/>
                  <a:gd name="connsiteY27" fmla="*/ 377859 h 430085"/>
                  <a:gd name="connsiteX28" fmla="*/ 82519 w 977009"/>
                  <a:gd name="connsiteY28" fmla="*/ 363651 h 430085"/>
                  <a:gd name="connsiteX29" fmla="*/ 81131 w 977009"/>
                  <a:gd name="connsiteY29" fmla="*/ 353608 h 430085"/>
                  <a:gd name="connsiteX30" fmla="*/ 276096 w 977009"/>
                  <a:gd name="connsiteY30" fmla="*/ 153515 h 430085"/>
                  <a:gd name="connsiteX31" fmla="*/ 287954 w 977009"/>
                  <a:gd name="connsiteY31" fmla="*/ 155438 h 430085"/>
                  <a:gd name="connsiteX32" fmla="*/ 295539 w 977009"/>
                  <a:gd name="connsiteY32" fmla="*/ 154690 h 430085"/>
                  <a:gd name="connsiteX33" fmla="*/ 463797 w 977009"/>
                  <a:gd name="connsiteY33" fmla="*/ 368351 h 430085"/>
                  <a:gd name="connsiteX34" fmla="*/ 480623 w 977009"/>
                  <a:gd name="connsiteY34" fmla="*/ 425025 h 430085"/>
                  <a:gd name="connsiteX35" fmla="*/ 537296 w 977009"/>
                  <a:gd name="connsiteY35" fmla="*/ 408199 h 430085"/>
                  <a:gd name="connsiteX36" fmla="*/ 542317 w 977009"/>
                  <a:gd name="connsiteY36" fmla="*/ 390572 h 430085"/>
                  <a:gd name="connsiteX37" fmla="*/ 542317 w 977009"/>
                  <a:gd name="connsiteY37" fmla="*/ 386405 h 430085"/>
                  <a:gd name="connsiteX38" fmla="*/ 540181 w 977009"/>
                  <a:gd name="connsiteY38" fmla="*/ 373693 h 430085"/>
                  <a:gd name="connsiteX39" fmla="*/ 660472 w 977009"/>
                  <a:gd name="connsiteY39" fmla="*/ 242719 h 430085"/>
                  <a:gd name="connsiteX40" fmla="*/ 667416 w 977009"/>
                  <a:gd name="connsiteY40" fmla="*/ 243360 h 430085"/>
                  <a:gd name="connsiteX41" fmla="*/ 690491 w 977009"/>
                  <a:gd name="connsiteY41" fmla="*/ 236309 h 430085"/>
                  <a:gd name="connsiteX42" fmla="*/ 782365 w 977009"/>
                  <a:gd name="connsiteY42" fmla="*/ 279041 h 430085"/>
                  <a:gd name="connsiteX43" fmla="*/ 824954 w 977009"/>
                  <a:gd name="connsiteY43" fmla="*/ 319100 h 430085"/>
                  <a:gd name="connsiteX44" fmla="*/ 865013 w 977009"/>
                  <a:gd name="connsiteY44" fmla="*/ 276512 h 430085"/>
                  <a:gd name="connsiteX45" fmla="*/ 864945 w 977009"/>
                  <a:gd name="connsiteY45" fmla="*/ 275088 h 430085"/>
                  <a:gd name="connsiteX46" fmla="*/ 857574 w 977009"/>
                  <a:gd name="connsiteY46" fmla="*/ 253722 h 430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977009" h="430085">
                    <a:moveTo>
                      <a:pt x="909066" y="155972"/>
                    </a:moveTo>
                    <a:lnTo>
                      <a:pt x="977010" y="191654"/>
                    </a:lnTo>
                    <a:lnTo>
                      <a:pt x="969211" y="0"/>
                    </a:lnTo>
                    <a:lnTo>
                      <a:pt x="807150" y="102557"/>
                    </a:lnTo>
                    <a:lnTo>
                      <a:pt x="875094" y="138132"/>
                    </a:lnTo>
                    <a:lnTo>
                      <a:pt x="823922" y="235454"/>
                    </a:lnTo>
                    <a:lnTo>
                      <a:pt x="823922" y="235454"/>
                    </a:lnTo>
                    <a:cubicBezTo>
                      <a:pt x="814903" y="235443"/>
                      <a:pt x="806141" y="238452"/>
                      <a:pt x="799031" y="244001"/>
                    </a:cubicBezTo>
                    <a:lnTo>
                      <a:pt x="708759" y="202230"/>
                    </a:lnTo>
                    <a:lnTo>
                      <a:pt x="708759" y="201696"/>
                    </a:lnTo>
                    <a:cubicBezTo>
                      <a:pt x="709575" y="178818"/>
                      <a:pt x="691691" y="159610"/>
                      <a:pt x="668813" y="158794"/>
                    </a:cubicBezTo>
                    <a:cubicBezTo>
                      <a:pt x="646365" y="157993"/>
                      <a:pt x="627364" y="175218"/>
                      <a:pt x="625965" y="197636"/>
                    </a:cubicBezTo>
                    <a:lnTo>
                      <a:pt x="625965" y="197636"/>
                    </a:lnTo>
                    <a:cubicBezTo>
                      <a:pt x="625859" y="198987"/>
                      <a:pt x="625859" y="200345"/>
                      <a:pt x="625965" y="201696"/>
                    </a:cubicBezTo>
                    <a:cubicBezTo>
                      <a:pt x="626020" y="207625"/>
                      <a:pt x="627293" y="213479"/>
                      <a:pt x="629705" y="218896"/>
                    </a:cubicBezTo>
                    <a:lnTo>
                      <a:pt x="512191" y="347092"/>
                    </a:lnTo>
                    <a:cubicBezTo>
                      <a:pt x="508422" y="345908"/>
                      <a:pt x="504497" y="345296"/>
                      <a:pt x="500547" y="345276"/>
                    </a:cubicBezTo>
                    <a:cubicBezTo>
                      <a:pt x="498500" y="345278"/>
                      <a:pt x="496459" y="345492"/>
                      <a:pt x="494457" y="345917"/>
                    </a:cubicBezTo>
                    <a:lnTo>
                      <a:pt x="325238" y="131081"/>
                    </a:lnTo>
                    <a:cubicBezTo>
                      <a:pt x="333521" y="109803"/>
                      <a:pt x="322985" y="85839"/>
                      <a:pt x="301707" y="77557"/>
                    </a:cubicBezTo>
                    <a:cubicBezTo>
                      <a:pt x="281703" y="69770"/>
                      <a:pt x="259066" y="78589"/>
                      <a:pt x="249602" y="97857"/>
                    </a:cubicBezTo>
                    <a:cubicBezTo>
                      <a:pt x="247263" y="103025"/>
                      <a:pt x="246061" y="108635"/>
                      <a:pt x="246077" y="114309"/>
                    </a:cubicBezTo>
                    <a:cubicBezTo>
                      <a:pt x="246206" y="118554"/>
                      <a:pt x="246925" y="122760"/>
                      <a:pt x="248213" y="126808"/>
                    </a:cubicBezTo>
                    <a:lnTo>
                      <a:pt x="55385" y="324444"/>
                    </a:lnTo>
                    <a:cubicBezTo>
                      <a:pt x="33906" y="316695"/>
                      <a:pt x="10213" y="327825"/>
                      <a:pt x="2465" y="349304"/>
                    </a:cubicBezTo>
                    <a:cubicBezTo>
                      <a:pt x="-5284" y="370782"/>
                      <a:pt x="5846" y="394475"/>
                      <a:pt x="27325" y="402224"/>
                    </a:cubicBezTo>
                    <a:cubicBezTo>
                      <a:pt x="48609" y="409903"/>
                      <a:pt x="72113" y="399044"/>
                      <a:pt x="80062" y="377859"/>
                    </a:cubicBezTo>
                    <a:lnTo>
                      <a:pt x="80062" y="377859"/>
                    </a:lnTo>
                    <a:cubicBezTo>
                      <a:pt x="81680" y="373296"/>
                      <a:pt x="82511" y="368492"/>
                      <a:pt x="82519" y="363651"/>
                    </a:cubicBezTo>
                    <a:cubicBezTo>
                      <a:pt x="82531" y="360255"/>
                      <a:pt x="82063" y="356874"/>
                      <a:pt x="81131" y="353608"/>
                    </a:cubicBezTo>
                    <a:lnTo>
                      <a:pt x="276096" y="153515"/>
                    </a:lnTo>
                    <a:cubicBezTo>
                      <a:pt x="279921" y="154786"/>
                      <a:pt x="283924" y="155435"/>
                      <a:pt x="287954" y="155438"/>
                    </a:cubicBezTo>
                    <a:cubicBezTo>
                      <a:pt x="290502" y="155454"/>
                      <a:pt x="293044" y="155203"/>
                      <a:pt x="295539" y="154690"/>
                    </a:cubicBezTo>
                    <a:lnTo>
                      <a:pt x="463797" y="368351"/>
                    </a:lnTo>
                    <a:cubicBezTo>
                      <a:pt x="452793" y="388647"/>
                      <a:pt x="460327" y="414021"/>
                      <a:pt x="480623" y="425025"/>
                    </a:cubicBezTo>
                    <a:cubicBezTo>
                      <a:pt x="500919" y="436028"/>
                      <a:pt x="526293" y="428495"/>
                      <a:pt x="537296" y="408199"/>
                    </a:cubicBezTo>
                    <a:cubicBezTo>
                      <a:pt x="540281" y="402778"/>
                      <a:pt x="541998" y="396752"/>
                      <a:pt x="542317" y="390572"/>
                    </a:cubicBezTo>
                    <a:cubicBezTo>
                      <a:pt x="542424" y="389185"/>
                      <a:pt x="542424" y="387792"/>
                      <a:pt x="542317" y="386405"/>
                    </a:cubicBezTo>
                    <a:cubicBezTo>
                      <a:pt x="542252" y="382084"/>
                      <a:pt x="541532" y="377798"/>
                      <a:pt x="540181" y="373693"/>
                    </a:cubicBezTo>
                    <a:lnTo>
                      <a:pt x="660472" y="242719"/>
                    </a:lnTo>
                    <a:cubicBezTo>
                      <a:pt x="662762" y="243144"/>
                      <a:pt x="665086" y="243358"/>
                      <a:pt x="667416" y="243360"/>
                    </a:cubicBezTo>
                    <a:cubicBezTo>
                      <a:pt x="675637" y="243356"/>
                      <a:pt x="683671" y="240901"/>
                      <a:pt x="690491" y="236309"/>
                    </a:cubicBezTo>
                    <a:lnTo>
                      <a:pt x="782365" y="279041"/>
                    </a:lnTo>
                    <a:cubicBezTo>
                      <a:pt x="783063" y="301864"/>
                      <a:pt x="802131" y="319799"/>
                      <a:pt x="824954" y="319100"/>
                    </a:cubicBezTo>
                    <a:cubicBezTo>
                      <a:pt x="847776" y="318402"/>
                      <a:pt x="865712" y="299334"/>
                      <a:pt x="865013" y="276512"/>
                    </a:cubicBezTo>
                    <a:cubicBezTo>
                      <a:pt x="864999" y="276037"/>
                      <a:pt x="864976" y="275562"/>
                      <a:pt x="864945" y="275088"/>
                    </a:cubicBezTo>
                    <a:cubicBezTo>
                      <a:pt x="864543" y="267415"/>
                      <a:pt x="861988" y="260011"/>
                      <a:pt x="857574" y="253722"/>
                    </a:cubicBezTo>
                    <a:close/>
                  </a:path>
                </a:pathLst>
              </a:custGeom>
              <a:solidFill>
                <a:srgbClr val="263238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01" name="图形 3">
                <a:extLst>
                  <a:ext uri="{FF2B5EF4-FFF2-40B4-BE49-F238E27FC236}">
                    <a16:creationId xmlns:a16="http://schemas.microsoft.com/office/drawing/2014/main" id="{0C48DC32-2D11-4CE5-A4BE-0094201475CD}"/>
                  </a:ext>
                </a:extLst>
              </p:cNvPr>
              <p:cNvGrpSpPr/>
              <p:nvPr/>
            </p:nvGrpSpPr>
            <p:grpSpPr>
              <a:xfrm>
                <a:off x="6003462" y="3204059"/>
                <a:ext cx="788515" cy="673458"/>
                <a:chOff x="6003462" y="3204059"/>
                <a:chExt cx="788515" cy="673458"/>
              </a:xfrm>
            </p:grpSpPr>
            <p:sp>
              <p:nvSpPr>
                <p:cNvPr id="228" name="任意多边形: 形状 227">
                  <a:extLst>
                    <a:ext uri="{FF2B5EF4-FFF2-40B4-BE49-F238E27FC236}">
                      <a16:creationId xmlns:a16="http://schemas.microsoft.com/office/drawing/2014/main" id="{840A327F-3DBE-4F89-97D6-C8A0A7E31C39}"/>
                    </a:ext>
                  </a:extLst>
                </p:cNvPr>
                <p:cNvSpPr/>
                <p:nvPr/>
              </p:nvSpPr>
              <p:spPr>
                <a:xfrm>
                  <a:off x="6003462" y="3204059"/>
                  <a:ext cx="788515" cy="673458"/>
                </a:xfrm>
                <a:custGeom>
                  <a:avLst/>
                  <a:gdLst>
                    <a:gd name="connsiteX0" fmla="*/ 63030 w 788515"/>
                    <a:gd name="connsiteY0" fmla="*/ 214 h 673458"/>
                    <a:gd name="connsiteX1" fmla="*/ 0 w 788515"/>
                    <a:gd name="connsiteY1" fmla="*/ 63350 h 673458"/>
                    <a:gd name="connsiteX2" fmla="*/ 0 w 788515"/>
                    <a:gd name="connsiteY2" fmla="*/ 610429 h 673458"/>
                    <a:gd name="connsiteX3" fmla="*/ 63030 w 788515"/>
                    <a:gd name="connsiteY3" fmla="*/ 673459 h 673458"/>
                    <a:gd name="connsiteX4" fmla="*/ 725378 w 788515"/>
                    <a:gd name="connsiteY4" fmla="*/ 673459 h 673458"/>
                    <a:gd name="connsiteX5" fmla="*/ 788515 w 788515"/>
                    <a:gd name="connsiteY5" fmla="*/ 610429 h 673458"/>
                    <a:gd name="connsiteX6" fmla="*/ 788515 w 788515"/>
                    <a:gd name="connsiteY6" fmla="*/ 63030 h 673458"/>
                    <a:gd name="connsiteX7" fmla="*/ 725378 w 788515"/>
                    <a:gd name="connsiteY7" fmla="*/ 0 h 673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88515" h="673458">
                      <a:moveTo>
                        <a:pt x="63030" y="214"/>
                      </a:moveTo>
                      <a:cubicBezTo>
                        <a:pt x="28202" y="273"/>
                        <a:pt x="0" y="28523"/>
                        <a:pt x="0" y="63350"/>
                      </a:cubicBezTo>
                      <a:lnTo>
                        <a:pt x="0" y="610429"/>
                      </a:lnTo>
                      <a:cubicBezTo>
                        <a:pt x="0" y="645239"/>
                        <a:pt x="28220" y="673459"/>
                        <a:pt x="63030" y="673459"/>
                      </a:cubicBezTo>
                      <a:lnTo>
                        <a:pt x="725378" y="673459"/>
                      </a:lnTo>
                      <a:cubicBezTo>
                        <a:pt x="760206" y="673459"/>
                        <a:pt x="788456" y="645257"/>
                        <a:pt x="788515" y="610429"/>
                      </a:cubicBezTo>
                      <a:lnTo>
                        <a:pt x="788515" y="63030"/>
                      </a:lnTo>
                      <a:cubicBezTo>
                        <a:pt x="788456" y="28202"/>
                        <a:pt x="760206" y="0"/>
                        <a:pt x="725378" y="0"/>
                      </a:cubicBezTo>
                      <a:close/>
                    </a:path>
                  </a:pathLst>
                </a:custGeom>
                <a:noFill/>
                <a:ln w="10668" cap="flat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9" name="任意多边形: 形状 228">
                  <a:extLst>
                    <a:ext uri="{FF2B5EF4-FFF2-40B4-BE49-F238E27FC236}">
                      <a16:creationId xmlns:a16="http://schemas.microsoft.com/office/drawing/2014/main" id="{691DD737-4F81-496C-A2A0-865D3187403E}"/>
                    </a:ext>
                  </a:extLst>
                </p:cNvPr>
                <p:cNvSpPr/>
                <p:nvPr/>
              </p:nvSpPr>
              <p:spPr>
                <a:xfrm>
                  <a:off x="6055702" y="3278841"/>
                  <a:ext cx="50317" cy="6730"/>
                </a:xfrm>
                <a:custGeom>
                  <a:avLst/>
                  <a:gdLst>
                    <a:gd name="connsiteX0" fmla="*/ 0 w 50317"/>
                    <a:gd name="connsiteY0" fmla="*/ 0 h 6730"/>
                    <a:gd name="connsiteX1" fmla="*/ 50317 w 50317"/>
                    <a:gd name="connsiteY1" fmla="*/ 0 h 6730"/>
                    <a:gd name="connsiteX2" fmla="*/ 50317 w 50317"/>
                    <a:gd name="connsiteY2" fmla="*/ 6730 h 6730"/>
                    <a:gd name="connsiteX3" fmla="*/ 0 w 50317"/>
                    <a:gd name="connsiteY3" fmla="*/ 6730 h 6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317" h="6730">
                      <a:moveTo>
                        <a:pt x="0" y="0"/>
                      </a:moveTo>
                      <a:lnTo>
                        <a:pt x="50317" y="0"/>
                      </a:lnTo>
                      <a:lnTo>
                        <a:pt x="50317" y="6730"/>
                      </a:lnTo>
                      <a:lnTo>
                        <a:pt x="0" y="6730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106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0" name="任意多边形: 形状 229">
                  <a:extLst>
                    <a:ext uri="{FF2B5EF4-FFF2-40B4-BE49-F238E27FC236}">
                      <a16:creationId xmlns:a16="http://schemas.microsoft.com/office/drawing/2014/main" id="{E6306F30-EB95-4375-9970-037A39582DB7}"/>
                    </a:ext>
                  </a:extLst>
                </p:cNvPr>
                <p:cNvSpPr/>
                <p:nvPr/>
              </p:nvSpPr>
              <p:spPr>
                <a:xfrm>
                  <a:off x="6055702" y="3333751"/>
                  <a:ext cx="50317" cy="6730"/>
                </a:xfrm>
                <a:custGeom>
                  <a:avLst/>
                  <a:gdLst>
                    <a:gd name="connsiteX0" fmla="*/ 0 w 50317"/>
                    <a:gd name="connsiteY0" fmla="*/ 0 h 6730"/>
                    <a:gd name="connsiteX1" fmla="*/ 50317 w 50317"/>
                    <a:gd name="connsiteY1" fmla="*/ 0 h 6730"/>
                    <a:gd name="connsiteX2" fmla="*/ 50317 w 50317"/>
                    <a:gd name="connsiteY2" fmla="*/ 6730 h 6730"/>
                    <a:gd name="connsiteX3" fmla="*/ 0 w 50317"/>
                    <a:gd name="connsiteY3" fmla="*/ 6730 h 6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317" h="6730">
                      <a:moveTo>
                        <a:pt x="0" y="0"/>
                      </a:moveTo>
                      <a:lnTo>
                        <a:pt x="50317" y="0"/>
                      </a:lnTo>
                      <a:lnTo>
                        <a:pt x="50317" y="6730"/>
                      </a:lnTo>
                      <a:lnTo>
                        <a:pt x="0" y="6730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106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1" name="任意多边形: 形状 230">
                  <a:extLst>
                    <a:ext uri="{FF2B5EF4-FFF2-40B4-BE49-F238E27FC236}">
                      <a16:creationId xmlns:a16="http://schemas.microsoft.com/office/drawing/2014/main" id="{1289A03F-A1F8-4553-8963-4E6AC994C166}"/>
                    </a:ext>
                  </a:extLst>
                </p:cNvPr>
                <p:cNvSpPr/>
                <p:nvPr/>
              </p:nvSpPr>
              <p:spPr>
                <a:xfrm>
                  <a:off x="6055702" y="3388662"/>
                  <a:ext cx="50317" cy="6730"/>
                </a:xfrm>
                <a:custGeom>
                  <a:avLst/>
                  <a:gdLst>
                    <a:gd name="connsiteX0" fmla="*/ 0 w 50317"/>
                    <a:gd name="connsiteY0" fmla="*/ 0 h 6730"/>
                    <a:gd name="connsiteX1" fmla="*/ 50317 w 50317"/>
                    <a:gd name="connsiteY1" fmla="*/ 0 h 6730"/>
                    <a:gd name="connsiteX2" fmla="*/ 50317 w 50317"/>
                    <a:gd name="connsiteY2" fmla="*/ 6730 h 6730"/>
                    <a:gd name="connsiteX3" fmla="*/ 0 w 50317"/>
                    <a:gd name="connsiteY3" fmla="*/ 6730 h 6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317" h="6730">
                      <a:moveTo>
                        <a:pt x="0" y="0"/>
                      </a:moveTo>
                      <a:lnTo>
                        <a:pt x="50317" y="0"/>
                      </a:lnTo>
                      <a:lnTo>
                        <a:pt x="50317" y="6730"/>
                      </a:lnTo>
                      <a:lnTo>
                        <a:pt x="0" y="6730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106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2" name="任意多边形: 形状 231">
                  <a:extLst>
                    <a:ext uri="{FF2B5EF4-FFF2-40B4-BE49-F238E27FC236}">
                      <a16:creationId xmlns:a16="http://schemas.microsoft.com/office/drawing/2014/main" id="{488754A8-D66E-4770-8245-A7A38BEF2714}"/>
                    </a:ext>
                  </a:extLst>
                </p:cNvPr>
                <p:cNvSpPr/>
                <p:nvPr/>
              </p:nvSpPr>
              <p:spPr>
                <a:xfrm>
                  <a:off x="6055702" y="3443680"/>
                  <a:ext cx="50317" cy="6730"/>
                </a:xfrm>
                <a:custGeom>
                  <a:avLst/>
                  <a:gdLst>
                    <a:gd name="connsiteX0" fmla="*/ 0 w 50317"/>
                    <a:gd name="connsiteY0" fmla="*/ 0 h 6730"/>
                    <a:gd name="connsiteX1" fmla="*/ 50317 w 50317"/>
                    <a:gd name="connsiteY1" fmla="*/ 0 h 6730"/>
                    <a:gd name="connsiteX2" fmla="*/ 50317 w 50317"/>
                    <a:gd name="connsiteY2" fmla="*/ 6730 h 6730"/>
                    <a:gd name="connsiteX3" fmla="*/ 0 w 50317"/>
                    <a:gd name="connsiteY3" fmla="*/ 6730 h 6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317" h="6730">
                      <a:moveTo>
                        <a:pt x="0" y="0"/>
                      </a:moveTo>
                      <a:lnTo>
                        <a:pt x="50317" y="0"/>
                      </a:lnTo>
                      <a:lnTo>
                        <a:pt x="50317" y="6730"/>
                      </a:lnTo>
                      <a:lnTo>
                        <a:pt x="0" y="6730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106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3" name="任意多边形: 形状 232">
                  <a:extLst>
                    <a:ext uri="{FF2B5EF4-FFF2-40B4-BE49-F238E27FC236}">
                      <a16:creationId xmlns:a16="http://schemas.microsoft.com/office/drawing/2014/main" id="{0DDA73AE-6343-4CC3-B909-CF483FF29860}"/>
                    </a:ext>
                  </a:extLst>
                </p:cNvPr>
                <p:cNvSpPr/>
                <p:nvPr/>
              </p:nvSpPr>
              <p:spPr>
                <a:xfrm>
                  <a:off x="6053779" y="3333751"/>
                  <a:ext cx="50317" cy="6730"/>
                </a:xfrm>
                <a:custGeom>
                  <a:avLst/>
                  <a:gdLst>
                    <a:gd name="connsiteX0" fmla="*/ 0 w 50317"/>
                    <a:gd name="connsiteY0" fmla="*/ 0 h 6730"/>
                    <a:gd name="connsiteX1" fmla="*/ 50317 w 50317"/>
                    <a:gd name="connsiteY1" fmla="*/ 0 h 6730"/>
                    <a:gd name="connsiteX2" fmla="*/ 50317 w 50317"/>
                    <a:gd name="connsiteY2" fmla="*/ 6730 h 6730"/>
                    <a:gd name="connsiteX3" fmla="*/ 0 w 50317"/>
                    <a:gd name="connsiteY3" fmla="*/ 6730 h 6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317" h="6730">
                      <a:moveTo>
                        <a:pt x="0" y="0"/>
                      </a:moveTo>
                      <a:lnTo>
                        <a:pt x="50317" y="0"/>
                      </a:lnTo>
                      <a:lnTo>
                        <a:pt x="50317" y="6730"/>
                      </a:lnTo>
                      <a:lnTo>
                        <a:pt x="0" y="6730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106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4" name="任意多边形: 形状 233">
                  <a:extLst>
                    <a:ext uri="{FF2B5EF4-FFF2-40B4-BE49-F238E27FC236}">
                      <a16:creationId xmlns:a16="http://schemas.microsoft.com/office/drawing/2014/main" id="{452F0B7A-C7AC-482F-B9D3-F554894B4562}"/>
                    </a:ext>
                  </a:extLst>
                </p:cNvPr>
                <p:cNvSpPr/>
                <p:nvPr/>
              </p:nvSpPr>
              <p:spPr>
                <a:xfrm>
                  <a:off x="6055702" y="3498591"/>
                  <a:ext cx="50317" cy="6730"/>
                </a:xfrm>
                <a:custGeom>
                  <a:avLst/>
                  <a:gdLst>
                    <a:gd name="connsiteX0" fmla="*/ 0 w 50317"/>
                    <a:gd name="connsiteY0" fmla="*/ 0 h 6730"/>
                    <a:gd name="connsiteX1" fmla="*/ 50317 w 50317"/>
                    <a:gd name="connsiteY1" fmla="*/ 0 h 6730"/>
                    <a:gd name="connsiteX2" fmla="*/ 50317 w 50317"/>
                    <a:gd name="connsiteY2" fmla="*/ 6730 h 6730"/>
                    <a:gd name="connsiteX3" fmla="*/ 0 w 50317"/>
                    <a:gd name="connsiteY3" fmla="*/ 6730 h 6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317" h="6730">
                      <a:moveTo>
                        <a:pt x="0" y="0"/>
                      </a:moveTo>
                      <a:lnTo>
                        <a:pt x="50317" y="0"/>
                      </a:lnTo>
                      <a:lnTo>
                        <a:pt x="50317" y="6730"/>
                      </a:lnTo>
                      <a:lnTo>
                        <a:pt x="0" y="6730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106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02" name="任意多边形: 形状 201">
                <a:extLst>
                  <a:ext uri="{FF2B5EF4-FFF2-40B4-BE49-F238E27FC236}">
                    <a16:creationId xmlns:a16="http://schemas.microsoft.com/office/drawing/2014/main" id="{2ABABE89-834C-4501-A0E9-4BD6BB859C0B}"/>
                  </a:ext>
                </a:extLst>
              </p:cNvPr>
              <p:cNvSpPr/>
              <p:nvPr/>
            </p:nvSpPr>
            <p:spPr>
              <a:xfrm>
                <a:off x="6199666" y="3313183"/>
                <a:ext cx="482663" cy="482661"/>
              </a:xfrm>
              <a:custGeom>
                <a:avLst/>
                <a:gdLst>
                  <a:gd name="connsiteX0" fmla="*/ 236352 w 482663"/>
                  <a:gd name="connsiteY0" fmla="*/ 482609 h 482661"/>
                  <a:gd name="connsiteX1" fmla="*/ 482611 w 482663"/>
                  <a:gd name="connsiteY1" fmla="*/ 246311 h 482661"/>
                  <a:gd name="connsiteX2" fmla="*/ 246313 w 482663"/>
                  <a:gd name="connsiteY2" fmla="*/ 52 h 482661"/>
                  <a:gd name="connsiteX3" fmla="*/ 54 w 482663"/>
                  <a:gd name="connsiteY3" fmla="*/ 236351 h 482661"/>
                  <a:gd name="connsiteX4" fmla="*/ 44 w 482663"/>
                  <a:gd name="connsiteY4" fmla="*/ 236899 h 482661"/>
                  <a:gd name="connsiteX5" fmla="*/ 236352 w 482663"/>
                  <a:gd name="connsiteY5" fmla="*/ 482609 h 482661"/>
                  <a:gd name="connsiteX6" fmla="*/ 244792 w 482663"/>
                  <a:gd name="connsiteY6" fmla="*/ 70885 h 482661"/>
                  <a:gd name="connsiteX7" fmla="*/ 412231 w 482663"/>
                  <a:gd name="connsiteY7" fmla="*/ 245233 h 482661"/>
                  <a:gd name="connsiteX8" fmla="*/ 237883 w 482663"/>
                  <a:gd name="connsiteY8" fmla="*/ 412672 h 482661"/>
                  <a:gd name="connsiteX9" fmla="*/ 70444 w 482663"/>
                  <a:gd name="connsiteY9" fmla="*/ 238325 h 482661"/>
                  <a:gd name="connsiteX10" fmla="*/ 70444 w 482663"/>
                  <a:gd name="connsiteY10" fmla="*/ 238288 h 482661"/>
                  <a:gd name="connsiteX11" fmla="*/ 244792 w 482663"/>
                  <a:gd name="connsiteY11" fmla="*/ 70885 h 482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82663" h="482661">
                    <a:moveTo>
                      <a:pt x="236352" y="482609"/>
                    </a:moveTo>
                    <a:cubicBezTo>
                      <a:pt x="369607" y="485360"/>
                      <a:pt x="479860" y="379566"/>
                      <a:pt x="482611" y="246311"/>
                    </a:cubicBezTo>
                    <a:cubicBezTo>
                      <a:pt x="485362" y="113057"/>
                      <a:pt x="379567" y="2803"/>
                      <a:pt x="246313" y="52"/>
                    </a:cubicBezTo>
                    <a:cubicBezTo>
                      <a:pt x="113059" y="-2698"/>
                      <a:pt x="2805" y="103096"/>
                      <a:pt x="54" y="236351"/>
                    </a:cubicBezTo>
                    <a:cubicBezTo>
                      <a:pt x="50" y="236533"/>
                      <a:pt x="47" y="236717"/>
                      <a:pt x="44" y="236899"/>
                    </a:cubicBezTo>
                    <a:cubicBezTo>
                      <a:pt x="-2459" y="369969"/>
                      <a:pt x="103287" y="479921"/>
                      <a:pt x="236352" y="482609"/>
                    </a:cubicBezTo>
                    <a:close/>
                    <a:moveTo>
                      <a:pt x="244792" y="70885"/>
                    </a:moveTo>
                    <a:cubicBezTo>
                      <a:pt x="339174" y="72793"/>
                      <a:pt x="414139" y="150851"/>
                      <a:pt x="412231" y="245233"/>
                    </a:cubicBezTo>
                    <a:cubicBezTo>
                      <a:pt x="410323" y="339615"/>
                      <a:pt x="332265" y="414580"/>
                      <a:pt x="237883" y="412672"/>
                    </a:cubicBezTo>
                    <a:cubicBezTo>
                      <a:pt x="143501" y="410765"/>
                      <a:pt x="68536" y="332707"/>
                      <a:pt x="70444" y="238325"/>
                    </a:cubicBezTo>
                    <a:cubicBezTo>
                      <a:pt x="70444" y="238313"/>
                      <a:pt x="70444" y="238300"/>
                      <a:pt x="70444" y="238288"/>
                    </a:cubicBezTo>
                    <a:cubicBezTo>
                      <a:pt x="72372" y="143921"/>
                      <a:pt x="150424" y="68978"/>
                      <a:pt x="244792" y="70885"/>
                    </a:cubicBezTo>
                    <a:close/>
                  </a:path>
                </a:pathLst>
              </a:custGeom>
              <a:solidFill>
                <a:srgbClr val="92E3A9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" name="任意多边形: 形状 202">
                <a:extLst>
                  <a:ext uri="{FF2B5EF4-FFF2-40B4-BE49-F238E27FC236}">
                    <a16:creationId xmlns:a16="http://schemas.microsoft.com/office/drawing/2014/main" id="{AE98D59D-1C86-4C7C-9C54-0E07ABF7CFBD}"/>
                  </a:ext>
                </a:extLst>
              </p:cNvPr>
              <p:cNvSpPr/>
              <p:nvPr/>
            </p:nvSpPr>
            <p:spPr>
              <a:xfrm>
                <a:off x="6199666" y="3313183"/>
                <a:ext cx="482663" cy="482661"/>
              </a:xfrm>
              <a:custGeom>
                <a:avLst/>
                <a:gdLst>
                  <a:gd name="connsiteX0" fmla="*/ 236352 w 482663"/>
                  <a:gd name="connsiteY0" fmla="*/ 482609 h 482661"/>
                  <a:gd name="connsiteX1" fmla="*/ 482611 w 482663"/>
                  <a:gd name="connsiteY1" fmla="*/ 246311 h 482661"/>
                  <a:gd name="connsiteX2" fmla="*/ 246313 w 482663"/>
                  <a:gd name="connsiteY2" fmla="*/ 52 h 482661"/>
                  <a:gd name="connsiteX3" fmla="*/ 54 w 482663"/>
                  <a:gd name="connsiteY3" fmla="*/ 236351 h 482661"/>
                  <a:gd name="connsiteX4" fmla="*/ 44 w 482663"/>
                  <a:gd name="connsiteY4" fmla="*/ 236899 h 482661"/>
                  <a:gd name="connsiteX5" fmla="*/ 236352 w 482663"/>
                  <a:gd name="connsiteY5" fmla="*/ 482609 h 482661"/>
                  <a:gd name="connsiteX6" fmla="*/ 244792 w 482663"/>
                  <a:gd name="connsiteY6" fmla="*/ 70885 h 482661"/>
                  <a:gd name="connsiteX7" fmla="*/ 412231 w 482663"/>
                  <a:gd name="connsiteY7" fmla="*/ 245233 h 482661"/>
                  <a:gd name="connsiteX8" fmla="*/ 237883 w 482663"/>
                  <a:gd name="connsiteY8" fmla="*/ 412672 h 482661"/>
                  <a:gd name="connsiteX9" fmla="*/ 70444 w 482663"/>
                  <a:gd name="connsiteY9" fmla="*/ 238325 h 482661"/>
                  <a:gd name="connsiteX10" fmla="*/ 70444 w 482663"/>
                  <a:gd name="connsiteY10" fmla="*/ 238288 h 482661"/>
                  <a:gd name="connsiteX11" fmla="*/ 244792 w 482663"/>
                  <a:gd name="connsiteY11" fmla="*/ 70885 h 482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82663" h="482661">
                    <a:moveTo>
                      <a:pt x="236352" y="482609"/>
                    </a:moveTo>
                    <a:cubicBezTo>
                      <a:pt x="369607" y="485360"/>
                      <a:pt x="479860" y="379566"/>
                      <a:pt x="482611" y="246311"/>
                    </a:cubicBezTo>
                    <a:cubicBezTo>
                      <a:pt x="485362" y="113057"/>
                      <a:pt x="379567" y="2803"/>
                      <a:pt x="246313" y="52"/>
                    </a:cubicBezTo>
                    <a:cubicBezTo>
                      <a:pt x="113059" y="-2698"/>
                      <a:pt x="2805" y="103096"/>
                      <a:pt x="54" y="236351"/>
                    </a:cubicBezTo>
                    <a:cubicBezTo>
                      <a:pt x="50" y="236533"/>
                      <a:pt x="47" y="236717"/>
                      <a:pt x="44" y="236899"/>
                    </a:cubicBezTo>
                    <a:cubicBezTo>
                      <a:pt x="-2459" y="369969"/>
                      <a:pt x="103287" y="479921"/>
                      <a:pt x="236352" y="482609"/>
                    </a:cubicBezTo>
                    <a:close/>
                    <a:moveTo>
                      <a:pt x="244792" y="70885"/>
                    </a:moveTo>
                    <a:cubicBezTo>
                      <a:pt x="339174" y="72793"/>
                      <a:pt x="414139" y="150851"/>
                      <a:pt x="412231" y="245233"/>
                    </a:cubicBezTo>
                    <a:cubicBezTo>
                      <a:pt x="410323" y="339615"/>
                      <a:pt x="332265" y="414580"/>
                      <a:pt x="237883" y="412672"/>
                    </a:cubicBezTo>
                    <a:cubicBezTo>
                      <a:pt x="143501" y="410765"/>
                      <a:pt x="68536" y="332707"/>
                      <a:pt x="70444" y="238325"/>
                    </a:cubicBezTo>
                    <a:cubicBezTo>
                      <a:pt x="70444" y="238313"/>
                      <a:pt x="70444" y="238300"/>
                      <a:pt x="70444" y="238288"/>
                    </a:cubicBezTo>
                    <a:cubicBezTo>
                      <a:pt x="72372" y="143921"/>
                      <a:pt x="150424" y="68978"/>
                      <a:pt x="244792" y="708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" name="任意多边形: 形状 203">
                <a:extLst>
                  <a:ext uri="{FF2B5EF4-FFF2-40B4-BE49-F238E27FC236}">
                    <a16:creationId xmlns:a16="http://schemas.microsoft.com/office/drawing/2014/main" id="{797D3BC5-8999-49FE-864A-DEB8B01517BD}"/>
                  </a:ext>
                </a:extLst>
              </p:cNvPr>
              <p:cNvSpPr/>
              <p:nvPr/>
            </p:nvSpPr>
            <p:spPr>
              <a:xfrm>
                <a:off x="6196008" y="3308077"/>
                <a:ext cx="420469" cy="491865"/>
              </a:xfrm>
              <a:custGeom>
                <a:avLst/>
                <a:gdLst>
                  <a:gd name="connsiteX0" fmla="*/ 71645 w 420469"/>
                  <a:gd name="connsiteY0" fmla="*/ 419131 h 491865"/>
                  <a:gd name="connsiteX1" fmla="*/ 419127 w 420469"/>
                  <a:gd name="connsiteY1" fmla="*/ 420663 h 491865"/>
                  <a:gd name="connsiteX2" fmla="*/ 419164 w 420469"/>
                  <a:gd name="connsiteY2" fmla="*/ 420626 h 491865"/>
                  <a:gd name="connsiteX3" fmla="*/ 419164 w 420469"/>
                  <a:gd name="connsiteY3" fmla="*/ 413789 h 491865"/>
                  <a:gd name="connsiteX4" fmla="*/ 369060 w 420469"/>
                  <a:gd name="connsiteY4" fmla="*/ 363365 h 491865"/>
                  <a:gd name="connsiteX5" fmla="*/ 365642 w 420469"/>
                  <a:gd name="connsiteY5" fmla="*/ 361870 h 491865"/>
                  <a:gd name="connsiteX6" fmla="*/ 362117 w 420469"/>
                  <a:gd name="connsiteY6" fmla="*/ 363259 h 491865"/>
                  <a:gd name="connsiteX7" fmla="*/ 241612 w 420469"/>
                  <a:gd name="connsiteY7" fmla="*/ 411439 h 491865"/>
                  <a:gd name="connsiteX8" fmla="*/ 229754 w 420469"/>
                  <a:gd name="connsiteY8" fmla="*/ 411439 h 491865"/>
                  <a:gd name="connsiteX9" fmla="*/ 131363 w 420469"/>
                  <a:gd name="connsiteY9" fmla="*/ 371805 h 491865"/>
                  <a:gd name="connsiteX10" fmla="*/ 123992 w 420469"/>
                  <a:gd name="connsiteY10" fmla="*/ 364968 h 491865"/>
                  <a:gd name="connsiteX11" fmla="*/ 105296 w 420469"/>
                  <a:gd name="connsiteY11" fmla="*/ 148423 h 491865"/>
                  <a:gd name="connsiteX12" fmla="*/ 105830 w 420469"/>
                  <a:gd name="connsiteY12" fmla="*/ 147461 h 491865"/>
                  <a:gd name="connsiteX13" fmla="*/ 109356 w 420469"/>
                  <a:gd name="connsiteY13" fmla="*/ 143188 h 491865"/>
                  <a:gd name="connsiteX14" fmla="*/ 248235 w 420469"/>
                  <a:gd name="connsiteY14" fmla="*/ 80585 h 491865"/>
                  <a:gd name="connsiteX15" fmla="*/ 253149 w 420469"/>
                  <a:gd name="connsiteY15" fmla="*/ 75887 h 491865"/>
                  <a:gd name="connsiteX16" fmla="*/ 253149 w 420469"/>
                  <a:gd name="connsiteY16" fmla="*/ 75885 h 491865"/>
                  <a:gd name="connsiteX17" fmla="*/ 253149 w 420469"/>
                  <a:gd name="connsiteY17" fmla="*/ 75885 h 491865"/>
                  <a:gd name="connsiteX18" fmla="*/ 254538 w 420469"/>
                  <a:gd name="connsiteY18" fmla="*/ 5056 h 491865"/>
                  <a:gd name="connsiteX19" fmla="*/ 249838 w 420469"/>
                  <a:gd name="connsiteY19" fmla="*/ 35 h 491865"/>
                  <a:gd name="connsiteX20" fmla="*/ 249838 w 420469"/>
                  <a:gd name="connsiteY20" fmla="*/ 35 h 491865"/>
                  <a:gd name="connsiteX21" fmla="*/ 35 w 420469"/>
                  <a:gd name="connsiteY21" fmla="*/ 241583 h 491865"/>
                  <a:gd name="connsiteX22" fmla="*/ 71645 w 420469"/>
                  <a:gd name="connsiteY22" fmla="*/ 419131 h 491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20469" h="491865">
                    <a:moveTo>
                      <a:pt x="71645" y="419131"/>
                    </a:moveTo>
                    <a:cubicBezTo>
                      <a:pt x="167177" y="515509"/>
                      <a:pt x="322750" y="516194"/>
                      <a:pt x="419127" y="420663"/>
                    </a:cubicBezTo>
                    <a:cubicBezTo>
                      <a:pt x="419139" y="420650"/>
                      <a:pt x="419152" y="420639"/>
                      <a:pt x="419164" y="420626"/>
                    </a:cubicBezTo>
                    <a:cubicBezTo>
                      <a:pt x="420905" y="418680"/>
                      <a:pt x="420905" y="415736"/>
                      <a:pt x="419164" y="413789"/>
                    </a:cubicBezTo>
                    <a:lnTo>
                      <a:pt x="369060" y="363365"/>
                    </a:lnTo>
                    <a:cubicBezTo>
                      <a:pt x="368169" y="362427"/>
                      <a:pt x="366936" y="361888"/>
                      <a:pt x="365642" y="361870"/>
                    </a:cubicBezTo>
                    <a:cubicBezTo>
                      <a:pt x="364349" y="361946"/>
                      <a:pt x="363114" y="362432"/>
                      <a:pt x="362117" y="363259"/>
                    </a:cubicBezTo>
                    <a:cubicBezTo>
                      <a:pt x="330276" y="395196"/>
                      <a:pt x="286694" y="412621"/>
                      <a:pt x="241612" y="411439"/>
                    </a:cubicBezTo>
                    <a:lnTo>
                      <a:pt x="229754" y="411439"/>
                    </a:lnTo>
                    <a:cubicBezTo>
                      <a:pt x="193489" y="409413"/>
                      <a:pt x="158905" y="395482"/>
                      <a:pt x="131363" y="371805"/>
                    </a:cubicBezTo>
                    <a:cubicBezTo>
                      <a:pt x="128906" y="369562"/>
                      <a:pt x="126342" y="367318"/>
                      <a:pt x="123992" y="364968"/>
                    </a:cubicBezTo>
                    <a:cubicBezTo>
                      <a:pt x="65890" y="306955"/>
                      <a:pt x="57998" y="215535"/>
                      <a:pt x="105296" y="148423"/>
                    </a:cubicBezTo>
                    <a:cubicBezTo>
                      <a:pt x="105514" y="148126"/>
                      <a:pt x="105693" y="147803"/>
                      <a:pt x="105830" y="147461"/>
                    </a:cubicBezTo>
                    <a:cubicBezTo>
                      <a:pt x="106899" y="145966"/>
                      <a:pt x="108074" y="144684"/>
                      <a:pt x="109356" y="143188"/>
                    </a:cubicBezTo>
                    <a:cubicBezTo>
                      <a:pt x="142698" y="100957"/>
                      <a:pt x="194511" y="77601"/>
                      <a:pt x="248235" y="80585"/>
                    </a:cubicBezTo>
                    <a:cubicBezTo>
                      <a:pt x="250890" y="80645"/>
                      <a:pt x="253090" y="78542"/>
                      <a:pt x="253149" y="75887"/>
                    </a:cubicBezTo>
                    <a:cubicBezTo>
                      <a:pt x="253149" y="75886"/>
                      <a:pt x="253149" y="75886"/>
                      <a:pt x="253149" y="75885"/>
                    </a:cubicBezTo>
                    <a:lnTo>
                      <a:pt x="253149" y="75885"/>
                    </a:lnTo>
                    <a:lnTo>
                      <a:pt x="254538" y="5056"/>
                    </a:lnTo>
                    <a:cubicBezTo>
                      <a:pt x="254599" y="2382"/>
                      <a:pt x="252510" y="151"/>
                      <a:pt x="249838" y="35"/>
                    </a:cubicBezTo>
                    <a:lnTo>
                      <a:pt x="249838" y="35"/>
                    </a:lnTo>
                    <a:cubicBezTo>
                      <a:pt x="114155" y="-2244"/>
                      <a:pt x="2315" y="105900"/>
                      <a:pt x="35" y="241583"/>
                    </a:cubicBezTo>
                    <a:cubicBezTo>
                      <a:pt x="-1082" y="308013"/>
                      <a:pt x="24752" y="372064"/>
                      <a:pt x="71645" y="419131"/>
                    </a:cubicBezTo>
                    <a:close/>
                  </a:path>
                </a:pathLst>
              </a:custGeom>
              <a:solidFill>
                <a:srgbClr val="263238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" name="任意多边形: 形状 204">
                <a:extLst>
                  <a:ext uri="{FF2B5EF4-FFF2-40B4-BE49-F238E27FC236}">
                    <a16:creationId xmlns:a16="http://schemas.microsoft.com/office/drawing/2014/main" id="{F8485682-855F-46B3-AD92-40DC7903EA24}"/>
                  </a:ext>
                </a:extLst>
              </p:cNvPr>
              <p:cNvSpPr/>
              <p:nvPr/>
            </p:nvSpPr>
            <p:spPr>
              <a:xfrm>
                <a:off x="6194528" y="3308219"/>
                <a:ext cx="502316" cy="502316"/>
              </a:xfrm>
              <a:custGeom>
                <a:avLst/>
                <a:gdLst>
                  <a:gd name="connsiteX0" fmla="*/ 251425 w 502316"/>
                  <a:gd name="connsiteY0" fmla="*/ 0 h 502316"/>
                  <a:gd name="connsiteX1" fmla="*/ 502316 w 502316"/>
                  <a:gd name="connsiteY1" fmla="*/ 251425 h 502316"/>
                  <a:gd name="connsiteX2" fmla="*/ 250891 w 502316"/>
                  <a:gd name="connsiteY2" fmla="*/ 502316 h 502316"/>
                  <a:gd name="connsiteX3" fmla="*/ 0 w 502316"/>
                  <a:gd name="connsiteY3" fmla="*/ 250891 h 502316"/>
                  <a:gd name="connsiteX4" fmla="*/ 250891 w 502316"/>
                  <a:gd name="connsiteY4" fmla="*/ 0 h 502316"/>
                  <a:gd name="connsiteX5" fmla="*/ 241597 w 502316"/>
                  <a:gd name="connsiteY5" fmla="*/ 482553 h 502316"/>
                  <a:gd name="connsiteX6" fmla="*/ 482935 w 502316"/>
                  <a:gd name="connsiteY6" fmla="*/ 250947 h 502316"/>
                  <a:gd name="connsiteX7" fmla="*/ 251330 w 502316"/>
                  <a:gd name="connsiteY7" fmla="*/ 9608 h 502316"/>
                  <a:gd name="connsiteX8" fmla="*/ 9991 w 502316"/>
                  <a:gd name="connsiteY8" fmla="*/ 241214 h 502316"/>
                  <a:gd name="connsiteX9" fmla="*/ 9988 w 502316"/>
                  <a:gd name="connsiteY9" fmla="*/ 241330 h 502316"/>
                  <a:gd name="connsiteX10" fmla="*/ 9988 w 502316"/>
                  <a:gd name="connsiteY10" fmla="*/ 241330 h 502316"/>
                  <a:gd name="connsiteX11" fmla="*/ 241597 w 502316"/>
                  <a:gd name="connsiteY11" fmla="*/ 482660 h 502316"/>
                  <a:gd name="connsiteX12" fmla="*/ 250036 w 502316"/>
                  <a:gd name="connsiteY12" fmla="*/ 70829 h 502316"/>
                  <a:gd name="connsiteX13" fmla="*/ 421853 w 502316"/>
                  <a:gd name="connsiteY13" fmla="*/ 249770 h 502316"/>
                  <a:gd name="connsiteX14" fmla="*/ 242912 w 502316"/>
                  <a:gd name="connsiteY14" fmla="*/ 421587 h 502316"/>
                  <a:gd name="connsiteX15" fmla="*/ 71095 w 502316"/>
                  <a:gd name="connsiteY15" fmla="*/ 242646 h 502316"/>
                  <a:gd name="connsiteX16" fmla="*/ 71095 w 502316"/>
                  <a:gd name="connsiteY16" fmla="*/ 242612 h 502316"/>
                  <a:gd name="connsiteX17" fmla="*/ 250036 w 502316"/>
                  <a:gd name="connsiteY17" fmla="*/ 70829 h 502316"/>
                  <a:gd name="connsiteX18" fmla="*/ 243092 w 502316"/>
                  <a:gd name="connsiteY18" fmla="*/ 411724 h 502316"/>
                  <a:gd name="connsiteX19" fmla="*/ 412137 w 502316"/>
                  <a:gd name="connsiteY19" fmla="*/ 249450 h 502316"/>
                  <a:gd name="connsiteX20" fmla="*/ 249862 w 502316"/>
                  <a:gd name="connsiteY20" fmla="*/ 80406 h 502316"/>
                  <a:gd name="connsiteX21" fmla="*/ 80818 w 502316"/>
                  <a:gd name="connsiteY21" fmla="*/ 242680 h 502316"/>
                  <a:gd name="connsiteX22" fmla="*/ 80817 w 502316"/>
                  <a:gd name="connsiteY22" fmla="*/ 242719 h 502316"/>
                  <a:gd name="connsiteX23" fmla="*/ 80817 w 502316"/>
                  <a:gd name="connsiteY23" fmla="*/ 242719 h 502316"/>
                  <a:gd name="connsiteX24" fmla="*/ 243092 w 502316"/>
                  <a:gd name="connsiteY24" fmla="*/ 411617 h 502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02316" h="502316">
                    <a:moveTo>
                      <a:pt x="251425" y="0"/>
                    </a:moveTo>
                    <a:cubicBezTo>
                      <a:pt x="390136" y="148"/>
                      <a:pt x="502463" y="112714"/>
                      <a:pt x="502316" y="251425"/>
                    </a:cubicBezTo>
                    <a:cubicBezTo>
                      <a:pt x="502169" y="390136"/>
                      <a:pt x="389602" y="502464"/>
                      <a:pt x="250891" y="502316"/>
                    </a:cubicBezTo>
                    <a:cubicBezTo>
                      <a:pt x="112181" y="502169"/>
                      <a:pt x="-147" y="389602"/>
                      <a:pt x="0" y="250891"/>
                    </a:cubicBezTo>
                    <a:cubicBezTo>
                      <a:pt x="148" y="112389"/>
                      <a:pt x="112389" y="147"/>
                      <a:pt x="250891" y="0"/>
                    </a:cubicBezTo>
                    <a:close/>
                    <a:moveTo>
                      <a:pt x="241597" y="482553"/>
                    </a:moveTo>
                    <a:cubicBezTo>
                      <a:pt x="372197" y="485240"/>
                      <a:pt x="480248" y="381547"/>
                      <a:pt x="482935" y="250947"/>
                    </a:cubicBezTo>
                    <a:cubicBezTo>
                      <a:pt x="485623" y="120347"/>
                      <a:pt x="381930" y="12296"/>
                      <a:pt x="251330" y="9608"/>
                    </a:cubicBezTo>
                    <a:cubicBezTo>
                      <a:pt x="120729" y="6920"/>
                      <a:pt x="12678" y="110614"/>
                      <a:pt x="9991" y="241214"/>
                    </a:cubicBezTo>
                    <a:cubicBezTo>
                      <a:pt x="9990" y="241252"/>
                      <a:pt x="9989" y="241291"/>
                      <a:pt x="9988" y="241330"/>
                    </a:cubicBezTo>
                    <a:lnTo>
                      <a:pt x="9988" y="241330"/>
                    </a:lnTo>
                    <a:cubicBezTo>
                      <a:pt x="7365" y="371904"/>
                      <a:pt x="111025" y="479915"/>
                      <a:pt x="241597" y="482660"/>
                    </a:cubicBezTo>
                    <a:close/>
                    <a:moveTo>
                      <a:pt x="250036" y="70829"/>
                    </a:moveTo>
                    <a:cubicBezTo>
                      <a:pt x="346896" y="72796"/>
                      <a:pt x="423821" y="152911"/>
                      <a:pt x="421853" y="249770"/>
                    </a:cubicBezTo>
                    <a:cubicBezTo>
                      <a:pt x="419886" y="346629"/>
                      <a:pt x="339771" y="423554"/>
                      <a:pt x="242912" y="421587"/>
                    </a:cubicBezTo>
                    <a:cubicBezTo>
                      <a:pt x="146052" y="419620"/>
                      <a:pt x="69127" y="339505"/>
                      <a:pt x="71095" y="242646"/>
                    </a:cubicBezTo>
                    <a:cubicBezTo>
                      <a:pt x="71095" y="242634"/>
                      <a:pt x="71095" y="242623"/>
                      <a:pt x="71095" y="242612"/>
                    </a:cubicBezTo>
                    <a:cubicBezTo>
                      <a:pt x="73081" y="145766"/>
                      <a:pt x="153190" y="68862"/>
                      <a:pt x="250036" y="70829"/>
                    </a:cubicBezTo>
                    <a:close/>
                    <a:moveTo>
                      <a:pt x="243092" y="411724"/>
                    </a:moveTo>
                    <a:cubicBezTo>
                      <a:pt x="334583" y="413594"/>
                      <a:pt x="410267" y="340941"/>
                      <a:pt x="412137" y="249450"/>
                    </a:cubicBezTo>
                    <a:cubicBezTo>
                      <a:pt x="414006" y="157959"/>
                      <a:pt x="341353" y="82275"/>
                      <a:pt x="249862" y="80406"/>
                    </a:cubicBezTo>
                    <a:cubicBezTo>
                      <a:pt x="158371" y="78536"/>
                      <a:pt x="82687" y="151189"/>
                      <a:pt x="80818" y="242680"/>
                    </a:cubicBezTo>
                    <a:cubicBezTo>
                      <a:pt x="80817" y="242693"/>
                      <a:pt x="80817" y="242706"/>
                      <a:pt x="80817" y="242719"/>
                    </a:cubicBezTo>
                    <a:lnTo>
                      <a:pt x="80817" y="242719"/>
                    </a:lnTo>
                    <a:cubicBezTo>
                      <a:pt x="79029" y="334154"/>
                      <a:pt x="151659" y="409748"/>
                      <a:pt x="243092" y="411617"/>
                    </a:cubicBezTo>
                    <a:close/>
                  </a:path>
                </a:pathLst>
              </a:custGeom>
              <a:solidFill>
                <a:srgbClr val="263238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" name="任意多边形: 形状 205">
                <a:extLst>
                  <a:ext uri="{FF2B5EF4-FFF2-40B4-BE49-F238E27FC236}">
                    <a16:creationId xmlns:a16="http://schemas.microsoft.com/office/drawing/2014/main" id="{2C93B966-6F11-4042-ADED-9F43D3320F10}"/>
                  </a:ext>
                </a:extLst>
              </p:cNvPr>
              <p:cNvSpPr/>
              <p:nvPr/>
            </p:nvSpPr>
            <p:spPr>
              <a:xfrm>
                <a:off x="5195824" y="4078786"/>
                <a:ext cx="10683" cy="648032"/>
              </a:xfrm>
              <a:custGeom>
                <a:avLst/>
                <a:gdLst>
                  <a:gd name="connsiteX0" fmla="*/ 0 w 10683"/>
                  <a:gd name="connsiteY0" fmla="*/ 0 h 648032"/>
                  <a:gd name="connsiteX1" fmla="*/ 0 w 10683"/>
                  <a:gd name="connsiteY1" fmla="*/ 648033 h 648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683" h="648032">
                    <a:moveTo>
                      <a:pt x="0" y="0"/>
                    </a:moveTo>
                    <a:lnTo>
                      <a:pt x="0" y="648033"/>
                    </a:lnTo>
                  </a:path>
                </a:pathLst>
              </a:custGeom>
              <a:ln w="9379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" name="任意多边形: 形状 206">
                <a:extLst>
                  <a:ext uri="{FF2B5EF4-FFF2-40B4-BE49-F238E27FC236}">
                    <a16:creationId xmlns:a16="http://schemas.microsoft.com/office/drawing/2014/main" id="{4A6D9D3F-1F82-4167-9559-8DE76CE4C5AB}"/>
                  </a:ext>
                </a:extLst>
              </p:cNvPr>
              <p:cNvSpPr/>
              <p:nvPr/>
            </p:nvSpPr>
            <p:spPr>
              <a:xfrm>
                <a:off x="5244966" y="4323321"/>
                <a:ext cx="55017" cy="371021"/>
              </a:xfrm>
              <a:custGeom>
                <a:avLst/>
                <a:gdLst>
                  <a:gd name="connsiteX0" fmla="*/ 0 w 55017"/>
                  <a:gd name="connsiteY0" fmla="*/ 0 h 371021"/>
                  <a:gd name="connsiteX1" fmla="*/ 55018 w 55017"/>
                  <a:gd name="connsiteY1" fmla="*/ 0 h 371021"/>
                  <a:gd name="connsiteX2" fmla="*/ 55018 w 55017"/>
                  <a:gd name="connsiteY2" fmla="*/ 371022 h 371021"/>
                  <a:gd name="connsiteX3" fmla="*/ 0 w 55017"/>
                  <a:gd name="connsiteY3" fmla="*/ 371022 h 371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017" h="371021">
                    <a:moveTo>
                      <a:pt x="0" y="0"/>
                    </a:moveTo>
                    <a:lnTo>
                      <a:pt x="55018" y="0"/>
                    </a:lnTo>
                    <a:lnTo>
                      <a:pt x="55018" y="371022"/>
                    </a:lnTo>
                    <a:lnTo>
                      <a:pt x="0" y="371022"/>
                    </a:lnTo>
                    <a:close/>
                  </a:path>
                </a:pathLst>
              </a:custGeom>
              <a:solidFill>
                <a:srgbClr val="263238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" name="任意多边形: 形状 207">
                <a:extLst>
                  <a:ext uri="{FF2B5EF4-FFF2-40B4-BE49-F238E27FC236}">
                    <a16:creationId xmlns:a16="http://schemas.microsoft.com/office/drawing/2014/main" id="{7913B207-2829-407C-8BA9-682C3BC02442}"/>
                  </a:ext>
                </a:extLst>
              </p:cNvPr>
              <p:cNvSpPr/>
              <p:nvPr/>
            </p:nvSpPr>
            <p:spPr>
              <a:xfrm>
                <a:off x="5323593" y="4474700"/>
                <a:ext cx="55017" cy="219536"/>
              </a:xfrm>
              <a:custGeom>
                <a:avLst/>
                <a:gdLst>
                  <a:gd name="connsiteX0" fmla="*/ 0 w 55017"/>
                  <a:gd name="connsiteY0" fmla="*/ 0 h 219536"/>
                  <a:gd name="connsiteX1" fmla="*/ 55018 w 55017"/>
                  <a:gd name="connsiteY1" fmla="*/ 0 h 219536"/>
                  <a:gd name="connsiteX2" fmla="*/ 55018 w 55017"/>
                  <a:gd name="connsiteY2" fmla="*/ 219536 h 219536"/>
                  <a:gd name="connsiteX3" fmla="*/ 0 w 55017"/>
                  <a:gd name="connsiteY3" fmla="*/ 219536 h 219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017" h="219536">
                    <a:moveTo>
                      <a:pt x="0" y="0"/>
                    </a:moveTo>
                    <a:lnTo>
                      <a:pt x="55018" y="0"/>
                    </a:lnTo>
                    <a:lnTo>
                      <a:pt x="55018" y="219536"/>
                    </a:lnTo>
                    <a:lnTo>
                      <a:pt x="0" y="219536"/>
                    </a:lnTo>
                    <a:close/>
                  </a:path>
                </a:pathLst>
              </a:custGeom>
              <a:solidFill>
                <a:srgbClr val="92E3A9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" name="任意多边形: 形状 208">
                <a:extLst>
                  <a:ext uri="{FF2B5EF4-FFF2-40B4-BE49-F238E27FC236}">
                    <a16:creationId xmlns:a16="http://schemas.microsoft.com/office/drawing/2014/main" id="{D46E54B5-C133-44D8-A9CB-94DAB00DAE63}"/>
                  </a:ext>
                </a:extLst>
              </p:cNvPr>
              <p:cNvSpPr/>
              <p:nvPr/>
            </p:nvSpPr>
            <p:spPr>
              <a:xfrm>
                <a:off x="5416002" y="4203351"/>
                <a:ext cx="55017" cy="490992"/>
              </a:xfrm>
              <a:custGeom>
                <a:avLst/>
                <a:gdLst>
                  <a:gd name="connsiteX0" fmla="*/ 0 w 55017"/>
                  <a:gd name="connsiteY0" fmla="*/ 0 h 490992"/>
                  <a:gd name="connsiteX1" fmla="*/ 55018 w 55017"/>
                  <a:gd name="connsiteY1" fmla="*/ 0 h 490992"/>
                  <a:gd name="connsiteX2" fmla="*/ 55018 w 55017"/>
                  <a:gd name="connsiteY2" fmla="*/ 490992 h 490992"/>
                  <a:gd name="connsiteX3" fmla="*/ 0 w 55017"/>
                  <a:gd name="connsiteY3" fmla="*/ 490992 h 490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017" h="490992">
                    <a:moveTo>
                      <a:pt x="0" y="0"/>
                    </a:moveTo>
                    <a:lnTo>
                      <a:pt x="55018" y="0"/>
                    </a:lnTo>
                    <a:lnTo>
                      <a:pt x="55018" y="490992"/>
                    </a:lnTo>
                    <a:lnTo>
                      <a:pt x="0" y="490992"/>
                    </a:lnTo>
                    <a:close/>
                  </a:path>
                </a:pathLst>
              </a:custGeom>
              <a:solidFill>
                <a:srgbClr val="FFFFFF"/>
              </a:solidFill>
              <a:ln w="9379" cap="flat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" name="任意多边形: 形状 209">
                <a:extLst>
                  <a:ext uri="{FF2B5EF4-FFF2-40B4-BE49-F238E27FC236}">
                    <a16:creationId xmlns:a16="http://schemas.microsoft.com/office/drawing/2014/main" id="{12D51B79-CF86-41D8-97D6-EA43577F5777}"/>
                  </a:ext>
                </a:extLst>
              </p:cNvPr>
              <p:cNvSpPr/>
              <p:nvPr/>
            </p:nvSpPr>
            <p:spPr>
              <a:xfrm>
                <a:off x="5569410" y="4132522"/>
                <a:ext cx="55017" cy="561714"/>
              </a:xfrm>
              <a:custGeom>
                <a:avLst/>
                <a:gdLst>
                  <a:gd name="connsiteX0" fmla="*/ 0 w 55017"/>
                  <a:gd name="connsiteY0" fmla="*/ 0 h 561714"/>
                  <a:gd name="connsiteX1" fmla="*/ 55018 w 55017"/>
                  <a:gd name="connsiteY1" fmla="*/ 0 h 561714"/>
                  <a:gd name="connsiteX2" fmla="*/ 55018 w 55017"/>
                  <a:gd name="connsiteY2" fmla="*/ 561714 h 561714"/>
                  <a:gd name="connsiteX3" fmla="*/ 0 w 55017"/>
                  <a:gd name="connsiteY3" fmla="*/ 561714 h 56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017" h="561714">
                    <a:moveTo>
                      <a:pt x="0" y="0"/>
                    </a:moveTo>
                    <a:lnTo>
                      <a:pt x="55018" y="0"/>
                    </a:lnTo>
                    <a:lnTo>
                      <a:pt x="55018" y="561714"/>
                    </a:lnTo>
                    <a:lnTo>
                      <a:pt x="0" y="561714"/>
                    </a:lnTo>
                    <a:close/>
                  </a:path>
                </a:pathLst>
              </a:custGeom>
              <a:solidFill>
                <a:srgbClr val="263238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" name="任意多边形: 形状 210">
                <a:extLst>
                  <a:ext uri="{FF2B5EF4-FFF2-40B4-BE49-F238E27FC236}">
                    <a16:creationId xmlns:a16="http://schemas.microsoft.com/office/drawing/2014/main" id="{BC34653E-DAE5-4471-B2DF-CA878B532109}"/>
                  </a:ext>
                </a:extLst>
              </p:cNvPr>
              <p:cNvSpPr/>
              <p:nvPr/>
            </p:nvSpPr>
            <p:spPr>
              <a:xfrm>
                <a:off x="5648144" y="4555357"/>
                <a:ext cx="55017" cy="138986"/>
              </a:xfrm>
              <a:custGeom>
                <a:avLst/>
                <a:gdLst>
                  <a:gd name="connsiteX0" fmla="*/ 0 w 55017"/>
                  <a:gd name="connsiteY0" fmla="*/ 0 h 138986"/>
                  <a:gd name="connsiteX1" fmla="*/ 55018 w 55017"/>
                  <a:gd name="connsiteY1" fmla="*/ 0 h 138986"/>
                  <a:gd name="connsiteX2" fmla="*/ 55018 w 55017"/>
                  <a:gd name="connsiteY2" fmla="*/ 138986 h 138986"/>
                  <a:gd name="connsiteX3" fmla="*/ 0 w 55017"/>
                  <a:gd name="connsiteY3" fmla="*/ 138986 h 138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017" h="138986">
                    <a:moveTo>
                      <a:pt x="0" y="0"/>
                    </a:moveTo>
                    <a:lnTo>
                      <a:pt x="55018" y="0"/>
                    </a:lnTo>
                    <a:lnTo>
                      <a:pt x="55018" y="138986"/>
                    </a:lnTo>
                    <a:lnTo>
                      <a:pt x="0" y="138986"/>
                    </a:lnTo>
                    <a:close/>
                  </a:path>
                </a:pathLst>
              </a:custGeom>
              <a:solidFill>
                <a:srgbClr val="92E3A9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" name="任意多边形: 形状 211">
                <a:extLst>
                  <a:ext uri="{FF2B5EF4-FFF2-40B4-BE49-F238E27FC236}">
                    <a16:creationId xmlns:a16="http://schemas.microsoft.com/office/drawing/2014/main" id="{57488A37-9ADD-4939-9810-9A524C9F0D8F}"/>
                  </a:ext>
                </a:extLst>
              </p:cNvPr>
              <p:cNvSpPr/>
              <p:nvPr/>
            </p:nvSpPr>
            <p:spPr>
              <a:xfrm>
                <a:off x="5740552" y="4362635"/>
                <a:ext cx="55017" cy="331708"/>
              </a:xfrm>
              <a:custGeom>
                <a:avLst/>
                <a:gdLst>
                  <a:gd name="connsiteX0" fmla="*/ 0 w 55017"/>
                  <a:gd name="connsiteY0" fmla="*/ 0 h 331708"/>
                  <a:gd name="connsiteX1" fmla="*/ 55018 w 55017"/>
                  <a:gd name="connsiteY1" fmla="*/ 0 h 331708"/>
                  <a:gd name="connsiteX2" fmla="*/ 55018 w 55017"/>
                  <a:gd name="connsiteY2" fmla="*/ 331708 h 331708"/>
                  <a:gd name="connsiteX3" fmla="*/ 0 w 55017"/>
                  <a:gd name="connsiteY3" fmla="*/ 331708 h 331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017" h="331708">
                    <a:moveTo>
                      <a:pt x="0" y="0"/>
                    </a:moveTo>
                    <a:lnTo>
                      <a:pt x="55018" y="0"/>
                    </a:lnTo>
                    <a:lnTo>
                      <a:pt x="55018" y="331708"/>
                    </a:lnTo>
                    <a:lnTo>
                      <a:pt x="0" y="331708"/>
                    </a:lnTo>
                    <a:close/>
                  </a:path>
                </a:pathLst>
              </a:custGeom>
              <a:solidFill>
                <a:srgbClr val="FFFFFF"/>
              </a:solidFill>
              <a:ln w="9379" cap="flat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" name="任意多边形: 形状 212">
                <a:extLst>
                  <a:ext uri="{FF2B5EF4-FFF2-40B4-BE49-F238E27FC236}">
                    <a16:creationId xmlns:a16="http://schemas.microsoft.com/office/drawing/2014/main" id="{F52E180A-1271-4076-89A6-823E4496EAEC}"/>
                  </a:ext>
                </a:extLst>
              </p:cNvPr>
              <p:cNvSpPr/>
              <p:nvPr/>
            </p:nvSpPr>
            <p:spPr>
              <a:xfrm>
                <a:off x="5964682" y="4413379"/>
                <a:ext cx="55017" cy="280857"/>
              </a:xfrm>
              <a:custGeom>
                <a:avLst/>
                <a:gdLst>
                  <a:gd name="connsiteX0" fmla="*/ 0 w 55017"/>
                  <a:gd name="connsiteY0" fmla="*/ 0 h 280857"/>
                  <a:gd name="connsiteX1" fmla="*/ 55018 w 55017"/>
                  <a:gd name="connsiteY1" fmla="*/ 0 h 280857"/>
                  <a:gd name="connsiteX2" fmla="*/ 55018 w 55017"/>
                  <a:gd name="connsiteY2" fmla="*/ 280857 h 280857"/>
                  <a:gd name="connsiteX3" fmla="*/ 0 w 55017"/>
                  <a:gd name="connsiteY3" fmla="*/ 280857 h 280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017" h="280857">
                    <a:moveTo>
                      <a:pt x="0" y="0"/>
                    </a:moveTo>
                    <a:lnTo>
                      <a:pt x="55018" y="0"/>
                    </a:lnTo>
                    <a:lnTo>
                      <a:pt x="55018" y="280857"/>
                    </a:lnTo>
                    <a:lnTo>
                      <a:pt x="0" y="280857"/>
                    </a:lnTo>
                    <a:close/>
                  </a:path>
                </a:pathLst>
              </a:custGeom>
              <a:solidFill>
                <a:srgbClr val="263238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" name="任意多边形: 形状 213">
                <a:extLst>
                  <a:ext uri="{FF2B5EF4-FFF2-40B4-BE49-F238E27FC236}">
                    <a16:creationId xmlns:a16="http://schemas.microsoft.com/office/drawing/2014/main" id="{E7D1270A-4358-43BA-B7F5-A3EDF5520231}"/>
                  </a:ext>
                </a:extLst>
              </p:cNvPr>
              <p:cNvSpPr/>
              <p:nvPr/>
            </p:nvSpPr>
            <p:spPr>
              <a:xfrm>
                <a:off x="6043416" y="4195445"/>
                <a:ext cx="55017" cy="498790"/>
              </a:xfrm>
              <a:custGeom>
                <a:avLst/>
                <a:gdLst>
                  <a:gd name="connsiteX0" fmla="*/ 0 w 55017"/>
                  <a:gd name="connsiteY0" fmla="*/ 0 h 498790"/>
                  <a:gd name="connsiteX1" fmla="*/ 55018 w 55017"/>
                  <a:gd name="connsiteY1" fmla="*/ 0 h 498790"/>
                  <a:gd name="connsiteX2" fmla="*/ 55018 w 55017"/>
                  <a:gd name="connsiteY2" fmla="*/ 498791 h 498790"/>
                  <a:gd name="connsiteX3" fmla="*/ 0 w 55017"/>
                  <a:gd name="connsiteY3" fmla="*/ 498791 h 498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017" h="498790">
                    <a:moveTo>
                      <a:pt x="0" y="0"/>
                    </a:moveTo>
                    <a:lnTo>
                      <a:pt x="55018" y="0"/>
                    </a:lnTo>
                    <a:lnTo>
                      <a:pt x="55018" y="498791"/>
                    </a:lnTo>
                    <a:lnTo>
                      <a:pt x="0" y="498791"/>
                    </a:lnTo>
                    <a:close/>
                  </a:path>
                </a:pathLst>
              </a:custGeom>
              <a:solidFill>
                <a:srgbClr val="92E3A9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5" name="任意多边形: 形状 214">
                <a:extLst>
                  <a:ext uri="{FF2B5EF4-FFF2-40B4-BE49-F238E27FC236}">
                    <a16:creationId xmlns:a16="http://schemas.microsoft.com/office/drawing/2014/main" id="{738C2000-ECD0-4D03-87FF-04E45C863CEB}"/>
                  </a:ext>
                </a:extLst>
              </p:cNvPr>
              <p:cNvSpPr/>
              <p:nvPr/>
            </p:nvSpPr>
            <p:spPr>
              <a:xfrm>
                <a:off x="6135825" y="4305587"/>
                <a:ext cx="55017" cy="388648"/>
              </a:xfrm>
              <a:custGeom>
                <a:avLst/>
                <a:gdLst>
                  <a:gd name="connsiteX0" fmla="*/ 0 w 55017"/>
                  <a:gd name="connsiteY0" fmla="*/ 0 h 388648"/>
                  <a:gd name="connsiteX1" fmla="*/ 55018 w 55017"/>
                  <a:gd name="connsiteY1" fmla="*/ 0 h 388648"/>
                  <a:gd name="connsiteX2" fmla="*/ 55018 w 55017"/>
                  <a:gd name="connsiteY2" fmla="*/ 388649 h 388648"/>
                  <a:gd name="connsiteX3" fmla="*/ 0 w 55017"/>
                  <a:gd name="connsiteY3" fmla="*/ 388649 h 38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017" h="388648">
                    <a:moveTo>
                      <a:pt x="0" y="0"/>
                    </a:moveTo>
                    <a:lnTo>
                      <a:pt x="55018" y="0"/>
                    </a:lnTo>
                    <a:lnTo>
                      <a:pt x="55018" y="388649"/>
                    </a:lnTo>
                    <a:lnTo>
                      <a:pt x="0" y="388649"/>
                    </a:lnTo>
                    <a:close/>
                  </a:path>
                </a:pathLst>
              </a:custGeom>
              <a:solidFill>
                <a:srgbClr val="FFFFFF"/>
              </a:solidFill>
              <a:ln w="9379" cap="flat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6" name="任意多边形: 形状 215">
                <a:extLst>
                  <a:ext uri="{FF2B5EF4-FFF2-40B4-BE49-F238E27FC236}">
                    <a16:creationId xmlns:a16="http://schemas.microsoft.com/office/drawing/2014/main" id="{C0E5E7EA-0F79-4275-963A-098D0C4BA399}"/>
                  </a:ext>
                </a:extLst>
              </p:cNvPr>
              <p:cNvSpPr/>
              <p:nvPr/>
            </p:nvSpPr>
            <p:spPr>
              <a:xfrm>
                <a:off x="5136747" y="4608451"/>
                <a:ext cx="30767" cy="10683"/>
              </a:xfrm>
              <a:custGeom>
                <a:avLst/>
                <a:gdLst>
                  <a:gd name="connsiteX0" fmla="*/ 0 w 30767"/>
                  <a:gd name="connsiteY0" fmla="*/ 0 h 10683"/>
                  <a:gd name="connsiteX1" fmla="*/ 30767 w 30767"/>
                  <a:gd name="connsiteY1" fmla="*/ 0 h 10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767" h="10683">
                    <a:moveTo>
                      <a:pt x="0" y="0"/>
                    </a:moveTo>
                    <a:lnTo>
                      <a:pt x="30767" y="0"/>
                    </a:lnTo>
                  </a:path>
                </a:pathLst>
              </a:custGeom>
              <a:ln w="9379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7" name="任意多边形: 形状 216">
                <a:extLst>
                  <a:ext uri="{FF2B5EF4-FFF2-40B4-BE49-F238E27FC236}">
                    <a16:creationId xmlns:a16="http://schemas.microsoft.com/office/drawing/2014/main" id="{CD7843D1-7656-4077-8C23-38E720D73DF7}"/>
                  </a:ext>
                </a:extLst>
              </p:cNvPr>
              <p:cNvSpPr/>
              <p:nvPr/>
            </p:nvSpPr>
            <p:spPr>
              <a:xfrm>
                <a:off x="5136747" y="4528435"/>
                <a:ext cx="30767" cy="10683"/>
              </a:xfrm>
              <a:custGeom>
                <a:avLst/>
                <a:gdLst>
                  <a:gd name="connsiteX0" fmla="*/ 0 w 30767"/>
                  <a:gd name="connsiteY0" fmla="*/ 0 h 10683"/>
                  <a:gd name="connsiteX1" fmla="*/ 30767 w 30767"/>
                  <a:gd name="connsiteY1" fmla="*/ 0 h 10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767" h="10683">
                    <a:moveTo>
                      <a:pt x="0" y="0"/>
                    </a:moveTo>
                    <a:lnTo>
                      <a:pt x="30767" y="0"/>
                    </a:lnTo>
                  </a:path>
                </a:pathLst>
              </a:custGeom>
              <a:ln w="9379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8" name="任意多边形: 形状 217">
                <a:extLst>
                  <a:ext uri="{FF2B5EF4-FFF2-40B4-BE49-F238E27FC236}">
                    <a16:creationId xmlns:a16="http://schemas.microsoft.com/office/drawing/2014/main" id="{F66EDA55-7ABA-471F-8C9D-A44B2A96D9C9}"/>
                  </a:ext>
                </a:extLst>
              </p:cNvPr>
              <p:cNvSpPr/>
              <p:nvPr/>
            </p:nvSpPr>
            <p:spPr>
              <a:xfrm>
                <a:off x="5136747" y="4448526"/>
                <a:ext cx="30767" cy="10683"/>
              </a:xfrm>
              <a:custGeom>
                <a:avLst/>
                <a:gdLst>
                  <a:gd name="connsiteX0" fmla="*/ 0 w 30767"/>
                  <a:gd name="connsiteY0" fmla="*/ 0 h 10683"/>
                  <a:gd name="connsiteX1" fmla="*/ 30767 w 30767"/>
                  <a:gd name="connsiteY1" fmla="*/ 0 h 10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767" h="10683">
                    <a:moveTo>
                      <a:pt x="0" y="0"/>
                    </a:moveTo>
                    <a:lnTo>
                      <a:pt x="30767" y="0"/>
                    </a:lnTo>
                  </a:path>
                </a:pathLst>
              </a:custGeom>
              <a:ln w="9379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" name="任意多边形: 形状 218">
                <a:extLst>
                  <a:ext uri="{FF2B5EF4-FFF2-40B4-BE49-F238E27FC236}">
                    <a16:creationId xmlns:a16="http://schemas.microsoft.com/office/drawing/2014/main" id="{660E1E0F-DB70-4C01-896B-07CDC733F095}"/>
                  </a:ext>
                </a:extLst>
              </p:cNvPr>
              <p:cNvSpPr/>
              <p:nvPr/>
            </p:nvSpPr>
            <p:spPr>
              <a:xfrm>
                <a:off x="5136747" y="4368510"/>
                <a:ext cx="30767" cy="10683"/>
              </a:xfrm>
              <a:custGeom>
                <a:avLst/>
                <a:gdLst>
                  <a:gd name="connsiteX0" fmla="*/ 0 w 30767"/>
                  <a:gd name="connsiteY0" fmla="*/ 0 h 10683"/>
                  <a:gd name="connsiteX1" fmla="*/ 30767 w 30767"/>
                  <a:gd name="connsiteY1" fmla="*/ 0 h 10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767" h="10683">
                    <a:moveTo>
                      <a:pt x="0" y="0"/>
                    </a:moveTo>
                    <a:lnTo>
                      <a:pt x="30767" y="0"/>
                    </a:lnTo>
                  </a:path>
                </a:pathLst>
              </a:custGeom>
              <a:ln w="9379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" name="任意多边形: 形状 219">
                <a:extLst>
                  <a:ext uri="{FF2B5EF4-FFF2-40B4-BE49-F238E27FC236}">
                    <a16:creationId xmlns:a16="http://schemas.microsoft.com/office/drawing/2014/main" id="{E611370A-65EF-46AC-B4D4-C3210994D0DF}"/>
                  </a:ext>
                </a:extLst>
              </p:cNvPr>
              <p:cNvSpPr/>
              <p:nvPr/>
            </p:nvSpPr>
            <p:spPr>
              <a:xfrm>
                <a:off x="5136747" y="4288494"/>
                <a:ext cx="30767" cy="10683"/>
              </a:xfrm>
              <a:custGeom>
                <a:avLst/>
                <a:gdLst>
                  <a:gd name="connsiteX0" fmla="*/ 0 w 30767"/>
                  <a:gd name="connsiteY0" fmla="*/ 0 h 10683"/>
                  <a:gd name="connsiteX1" fmla="*/ 30767 w 30767"/>
                  <a:gd name="connsiteY1" fmla="*/ 0 h 10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767" h="10683">
                    <a:moveTo>
                      <a:pt x="0" y="0"/>
                    </a:moveTo>
                    <a:lnTo>
                      <a:pt x="30767" y="0"/>
                    </a:lnTo>
                  </a:path>
                </a:pathLst>
              </a:custGeom>
              <a:ln w="9379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1" name="任意多边形: 形状 220">
                <a:extLst>
                  <a:ext uri="{FF2B5EF4-FFF2-40B4-BE49-F238E27FC236}">
                    <a16:creationId xmlns:a16="http://schemas.microsoft.com/office/drawing/2014/main" id="{A5B2BD08-EF5B-4871-9718-E9F35D0BA11C}"/>
                  </a:ext>
                </a:extLst>
              </p:cNvPr>
              <p:cNvSpPr/>
              <p:nvPr/>
            </p:nvSpPr>
            <p:spPr>
              <a:xfrm>
                <a:off x="5136747" y="4208478"/>
                <a:ext cx="30767" cy="10683"/>
              </a:xfrm>
              <a:custGeom>
                <a:avLst/>
                <a:gdLst>
                  <a:gd name="connsiteX0" fmla="*/ 0 w 30767"/>
                  <a:gd name="connsiteY0" fmla="*/ 0 h 10683"/>
                  <a:gd name="connsiteX1" fmla="*/ 30767 w 30767"/>
                  <a:gd name="connsiteY1" fmla="*/ 0 h 10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767" h="10683">
                    <a:moveTo>
                      <a:pt x="0" y="0"/>
                    </a:moveTo>
                    <a:lnTo>
                      <a:pt x="30767" y="0"/>
                    </a:lnTo>
                  </a:path>
                </a:pathLst>
              </a:custGeom>
              <a:ln w="9379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" name="任意多边形: 形状 221">
                <a:extLst>
                  <a:ext uri="{FF2B5EF4-FFF2-40B4-BE49-F238E27FC236}">
                    <a16:creationId xmlns:a16="http://schemas.microsoft.com/office/drawing/2014/main" id="{BA9896D7-9F42-4A22-AE74-066D161D0880}"/>
                  </a:ext>
                </a:extLst>
              </p:cNvPr>
              <p:cNvSpPr/>
              <p:nvPr/>
            </p:nvSpPr>
            <p:spPr>
              <a:xfrm>
                <a:off x="5136747" y="4128462"/>
                <a:ext cx="30767" cy="10683"/>
              </a:xfrm>
              <a:custGeom>
                <a:avLst/>
                <a:gdLst>
                  <a:gd name="connsiteX0" fmla="*/ 0 w 30767"/>
                  <a:gd name="connsiteY0" fmla="*/ 0 h 10683"/>
                  <a:gd name="connsiteX1" fmla="*/ 30767 w 30767"/>
                  <a:gd name="connsiteY1" fmla="*/ 0 h 10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767" h="10683">
                    <a:moveTo>
                      <a:pt x="0" y="0"/>
                    </a:moveTo>
                    <a:lnTo>
                      <a:pt x="30767" y="0"/>
                    </a:lnTo>
                  </a:path>
                </a:pathLst>
              </a:custGeom>
              <a:ln w="9379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" name="任意多边形: 形状 222">
                <a:extLst>
                  <a:ext uri="{FF2B5EF4-FFF2-40B4-BE49-F238E27FC236}">
                    <a16:creationId xmlns:a16="http://schemas.microsoft.com/office/drawing/2014/main" id="{C311765B-C7BC-4142-846D-69EA2758C888}"/>
                  </a:ext>
                </a:extLst>
              </p:cNvPr>
              <p:cNvSpPr/>
              <p:nvPr/>
            </p:nvSpPr>
            <p:spPr>
              <a:xfrm>
                <a:off x="5159395" y="4694343"/>
                <a:ext cx="1070012" cy="10683"/>
              </a:xfrm>
              <a:custGeom>
                <a:avLst/>
                <a:gdLst>
                  <a:gd name="connsiteX0" fmla="*/ 0 w 1070012"/>
                  <a:gd name="connsiteY0" fmla="*/ 0 h 10683"/>
                  <a:gd name="connsiteX1" fmla="*/ 1070013 w 1070012"/>
                  <a:gd name="connsiteY1" fmla="*/ 0 h 10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70012" h="10683">
                    <a:moveTo>
                      <a:pt x="0" y="0"/>
                    </a:moveTo>
                    <a:lnTo>
                      <a:pt x="1070013" y="0"/>
                    </a:lnTo>
                  </a:path>
                </a:pathLst>
              </a:custGeom>
              <a:ln w="9379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" name="任意多边形: 形状 223">
                <a:extLst>
                  <a:ext uri="{FF2B5EF4-FFF2-40B4-BE49-F238E27FC236}">
                    <a16:creationId xmlns:a16="http://schemas.microsoft.com/office/drawing/2014/main" id="{928336C3-200D-4A35-9B22-2394E6328143}"/>
                  </a:ext>
                </a:extLst>
              </p:cNvPr>
              <p:cNvSpPr/>
              <p:nvPr/>
            </p:nvSpPr>
            <p:spPr>
              <a:xfrm>
                <a:off x="5323593" y="4474700"/>
                <a:ext cx="55017" cy="219536"/>
              </a:xfrm>
              <a:custGeom>
                <a:avLst/>
                <a:gdLst>
                  <a:gd name="connsiteX0" fmla="*/ 0 w 55017"/>
                  <a:gd name="connsiteY0" fmla="*/ 0 h 219536"/>
                  <a:gd name="connsiteX1" fmla="*/ 55018 w 55017"/>
                  <a:gd name="connsiteY1" fmla="*/ 0 h 219536"/>
                  <a:gd name="connsiteX2" fmla="*/ 55018 w 55017"/>
                  <a:gd name="connsiteY2" fmla="*/ 219536 h 219536"/>
                  <a:gd name="connsiteX3" fmla="*/ 0 w 55017"/>
                  <a:gd name="connsiteY3" fmla="*/ 219536 h 219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017" h="219536">
                    <a:moveTo>
                      <a:pt x="0" y="0"/>
                    </a:moveTo>
                    <a:lnTo>
                      <a:pt x="55018" y="0"/>
                    </a:lnTo>
                    <a:lnTo>
                      <a:pt x="55018" y="219536"/>
                    </a:lnTo>
                    <a:lnTo>
                      <a:pt x="0" y="219536"/>
                    </a:lnTo>
                    <a:close/>
                  </a:path>
                </a:pathLst>
              </a:custGeom>
              <a:solidFill>
                <a:schemeClr val="accent1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" name="任意多边形: 形状 224">
                <a:extLst>
                  <a:ext uri="{FF2B5EF4-FFF2-40B4-BE49-F238E27FC236}">
                    <a16:creationId xmlns:a16="http://schemas.microsoft.com/office/drawing/2014/main" id="{7428EF79-01B2-4D49-BD70-4FED3038CF92}"/>
                  </a:ext>
                </a:extLst>
              </p:cNvPr>
              <p:cNvSpPr/>
              <p:nvPr/>
            </p:nvSpPr>
            <p:spPr>
              <a:xfrm>
                <a:off x="5648144" y="4555357"/>
                <a:ext cx="55017" cy="138986"/>
              </a:xfrm>
              <a:custGeom>
                <a:avLst/>
                <a:gdLst>
                  <a:gd name="connsiteX0" fmla="*/ 0 w 55017"/>
                  <a:gd name="connsiteY0" fmla="*/ 0 h 138986"/>
                  <a:gd name="connsiteX1" fmla="*/ 55018 w 55017"/>
                  <a:gd name="connsiteY1" fmla="*/ 0 h 138986"/>
                  <a:gd name="connsiteX2" fmla="*/ 55018 w 55017"/>
                  <a:gd name="connsiteY2" fmla="*/ 138986 h 138986"/>
                  <a:gd name="connsiteX3" fmla="*/ 0 w 55017"/>
                  <a:gd name="connsiteY3" fmla="*/ 138986 h 138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017" h="138986">
                    <a:moveTo>
                      <a:pt x="0" y="0"/>
                    </a:moveTo>
                    <a:lnTo>
                      <a:pt x="55018" y="0"/>
                    </a:lnTo>
                    <a:lnTo>
                      <a:pt x="55018" y="138986"/>
                    </a:lnTo>
                    <a:lnTo>
                      <a:pt x="0" y="138986"/>
                    </a:lnTo>
                    <a:close/>
                  </a:path>
                </a:pathLst>
              </a:custGeom>
              <a:solidFill>
                <a:schemeClr val="accent1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" name="任意多边形: 形状 225">
                <a:extLst>
                  <a:ext uri="{FF2B5EF4-FFF2-40B4-BE49-F238E27FC236}">
                    <a16:creationId xmlns:a16="http://schemas.microsoft.com/office/drawing/2014/main" id="{A6B4198A-2C47-4E81-901A-D91DB98F2B29}"/>
                  </a:ext>
                </a:extLst>
              </p:cNvPr>
              <p:cNvSpPr/>
              <p:nvPr/>
            </p:nvSpPr>
            <p:spPr>
              <a:xfrm>
                <a:off x="6043416" y="4195445"/>
                <a:ext cx="55017" cy="498790"/>
              </a:xfrm>
              <a:custGeom>
                <a:avLst/>
                <a:gdLst>
                  <a:gd name="connsiteX0" fmla="*/ 0 w 55017"/>
                  <a:gd name="connsiteY0" fmla="*/ 0 h 498790"/>
                  <a:gd name="connsiteX1" fmla="*/ 55018 w 55017"/>
                  <a:gd name="connsiteY1" fmla="*/ 0 h 498790"/>
                  <a:gd name="connsiteX2" fmla="*/ 55018 w 55017"/>
                  <a:gd name="connsiteY2" fmla="*/ 498791 h 498790"/>
                  <a:gd name="connsiteX3" fmla="*/ 0 w 55017"/>
                  <a:gd name="connsiteY3" fmla="*/ 498791 h 498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017" h="498790">
                    <a:moveTo>
                      <a:pt x="0" y="0"/>
                    </a:moveTo>
                    <a:lnTo>
                      <a:pt x="55018" y="0"/>
                    </a:lnTo>
                    <a:lnTo>
                      <a:pt x="55018" y="498791"/>
                    </a:lnTo>
                    <a:lnTo>
                      <a:pt x="0" y="498791"/>
                    </a:lnTo>
                    <a:close/>
                  </a:path>
                </a:pathLst>
              </a:custGeom>
              <a:solidFill>
                <a:schemeClr val="accent1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" name="任意多边形: 形状 226">
                <a:extLst>
                  <a:ext uri="{FF2B5EF4-FFF2-40B4-BE49-F238E27FC236}">
                    <a16:creationId xmlns:a16="http://schemas.microsoft.com/office/drawing/2014/main" id="{C3F3716D-A679-48E0-850B-52AEF1FBE501}"/>
                  </a:ext>
                </a:extLst>
              </p:cNvPr>
              <p:cNvSpPr/>
              <p:nvPr/>
            </p:nvSpPr>
            <p:spPr>
              <a:xfrm>
                <a:off x="5023507" y="3988515"/>
                <a:ext cx="1319141" cy="775267"/>
              </a:xfrm>
              <a:custGeom>
                <a:avLst/>
                <a:gdLst>
                  <a:gd name="connsiteX0" fmla="*/ 69547 w 1319141"/>
                  <a:gd name="connsiteY0" fmla="*/ 320 h 775267"/>
                  <a:gd name="connsiteX1" fmla="*/ 0 w 1319141"/>
                  <a:gd name="connsiteY1" fmla="*/ 69867 h 775267"/>
                  <a:gd name="connsiteX2" fmla="*/ 0 w 1319141"/>
                  <a:gd name="connsiteY2" fmla="*/ 705614 h 775267"/>
                  <a:gd name="connsiteX3" fmla="*/ 69547 w 1319141"/>
                  <a:gd name="connsiteY3" fmla="*/ 775268 h 775267"/>
                  <a:gd name="connsiteX4" fmla="*/ 1249488 w 1319141"/>
                  <a:gd name="connsiteY4" fmla="*/ 775268 h 775267"/>
                  <a:gd name="connsiteX5" fmla="*/ 1319141 w 1319141"/>
                  <a:gd name="connsiteY5" fmla="*/ 705614 h 775267"/>
                  <a:gd name="connsiteX6" fmla="*/ 1319141 w 1319141"/>
                  <a:gd name="connsiteY6" fmla="*/ 69653 h 775267"/>
                  <a:gd name="connsiteX7" fmla="*/ 1249488 w 1319141"/>
                  <a:gd name="connsiteY7" fmla="*/ 0 h 775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9141" h="775267">
                    <a:moveTo>
                      <a:pt x="69547" y="320"/>
                    </a:moveTo>
                    <a:cubicBezTo>
                      <a:pt x="31162" y="379"/>
                      <a:pt x="59" y="31482"/>
                      <a:pt x="0" y="69867"/>
                    </a:cubicBezTo>
                    <a:lnTo>
                      <a:pt x="0" y="705614"/>
                    </a:lnTo>
                    <a:cubicBezTo>
                      <a:pt x="59" y="744017"/>
                      <a:pt x="31144" y="775150"/>
                      <a:pt x="69547" y="775268"/>
                    </a:cubicBezTo>
                    <a:lnTo>
                      <a:pt x="1249488" y="775268"/>
                    </a:lnTo>
                    <a:cubicBezTo>
                      <a:pt x="1287908" y="775150"/>
                      <a:pt x="1319024" y="744034"/>
                      <a:pt x="1319141" y="705614"/>
                    </a:cubicBezTo>
                    <a:lnTo>
                      <a:pt x="1319141" y="69653"/>
                    </a:lnTo>
                    <a:cubicBezTo>
                      <a:pt x="1319083" y="31209"/>
                      <a:pt x="1287932" y="59"/>
                      <a:pt x="1249488" y="0"/>
                    </a:cubicBezTo>
                    <a:close/>
                  </a:path>
                </a:pathLst>
              </a:custGeom>
              <a:noFill/>
              <a:ln w="10668" cap="flat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43" name="图形 3">
              <a:extLst>
                <a:ext uri="{FF2B5EF4-FFF2-40B4-BE49-F238E27FC236}">
                  <a16:creationId xmlns:a16="http://schemas.microsoft.com/office/drawing/2014/main" id="{904D0BAF-49BD-4842-9B14-9102941E4D56}"/>
                </a:ext>
              </a:extLst>
            </p:cNvPr>
            <p:cNvGrpSpPr/>
            <p:nvPr/>
          </p:nvGrpSpPr>
          <p:grpSpPr>
            <a:xfrm>
              <a:off x="3997615" y="1991107"/>
              <a:ext cx="1498081" cy="3636772"/>
              <a:chOff x="4014945" y="1985067"/>
              <a:chExt cx="1498081" cy="3636772"/>
            </a:xfrm>
          </p:grpSpPr>
          <p:sp>
            <p:nvSpPr>
              <p:cNvPr id="144" name="任意多边形: 形状 143">
                <a:extLst>
                  <a:ext uri="{FF2B5EF4-FFF2-40B4-BE49-F238E27FC236}">
                    <a16:creationId xmlns:a16="http://schemas.microsoft.com/office/drawing/2014/main" id="{DE7EE089-E739-4526-9F2C-2A791DB7A31B}"/>
                  </a:ext>
                </a:extLst>
              </p:cNvPr>
              <p:cNvSpPr/>
              <p:nvPr/>
            </p:nvSpPr>
            <p:spPr>
              <a:xfrm>
                <a:off x="4014945" y="5360644"/>
                <a:ext cx="149464" cy="236871"/>
              </a:xfrm>
              <a:custGeom>
                <a:avLst/>
                <a:gdLst>
                  <a:gd name="connsiteX0" fmla="*/ 144411 w 149464"/>
                  <a:gd name="connsiteY0" fmla="*/ 49356 h 236871"/>
                  <a:gd name="connsiteX1" fmla="*/ 109371 w 149464"/>
                  <a:gd name="connsiteY1" fmla="*/ 230967 h 236871"/>
                  <a:gd name="connsiteX2" fmla="*/ 724 w 149464"/>
                  <a:gd name="connsiteY2" fmla="*/ 200948 h 236871"/>
                  <a:gd name="connsiteX3" fmla="*/ 46127 w 149464"/>
                  <a:gd name="connsiteY3" fmla="*/ 0 h 236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9464" h="236871">
                    <a:moveTo>
                      <a:pt x="144411" y="49356"/>
                    </a:moveTo>
                    <a:cubicBezTo>
                      <a:pt x="144411" y="49356"/>
                      <a:pt x="169089" y="214088"/>
                      <a:pt x="109371" y="230967"/>
                    </a:cubicBezTo>
                    <a:cubicBezTo>
                      <a:pt x="49653" y="247847"/>
                      <a:pt x="8203" y="225626"/>
                      <a:pt x="724" y="200948"/>
                    </a:cubicBezTo>
                    <a:cubicBezTo>
                      <a:pt x="-6754" y="176270"/>
                      <a:pt x="46127" y="0"/>
                      <a:pt x="461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5" name="任意多边形: 形状 144">
                <a:extLst>
                  <a:ext uri="{FF2B5EF4-FFF2-40B4-BE49-F238E27FC236}">
                    <a16:creationId xmlns:a16="http://schemas.microsoft.com/office/drawing/2014/main" id="{F8C8E60C-CC84-4353-B2C1-3EC972781E32}"/>
                  </a:ext>
                </a:extLst>
              </p:cNvPr>
              <p:cNvSpPr/>
              <p:nvPr/>
            </p:nvSpPr>
            <p:spPr>
              <a:xfrm>
                <a:off x="5061805" y="5402094"/>
                <a:ext cx="413543" cy="219745"/>
              </a:xfrm>
              <a:custGeom>
                <a:avLst/>
                <a:gdLst>
                  <a:gd name="connsiteX0" fmla="*/ 136263 w 413543"/>
                  <a:gd name="connsiteY0" fmla="*/ 44335 h 219745"/>
                  <a:gd name="connsiteX1" fmla="*/ 395860 w 413543"/>
                  <a:gd name="connsiteY1" fmla="*/ 105869 h 219745"/>
                  <a:gd name="connsiteX2" fmla="*/ 413381 w 413543"/>
                  <a:gd name="connsiteY2" fmla="*/ 134179 h 219745"/>
                  <a:gd name="connsiteX3" fmla="*/ 259545 w 413543"/>
                  <a:gd name="connsiteY3" fmla="*/ 202657 h 219745"/>
                  <a:gd name="connsiteX4" fmla="*/ 7318 w 413543"/>
                  <a:gd name="connsiteY4" fmla="*/ 209922 h 219745"/>
                  <a:gd name="connsiteX5" fmla="*/ 37658 w 413543"/>
                  <a:gd name="connsiteY5" fmla="*/ 0 h 219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3543" h="219745">
                    <a:moveTo>
                      <a:pt x="136263" y="44335"/>
                    </a:moveTo>
                    <a:lnTo>
                      <a:pt x="395860" y="105869"/>
                    </a:lnTo>
                    <a:cubicBezTo>
                      <a:pt x="395860" y="105869"/>
                      <a:pt x="415517" y="116552"/>
                      <a:pt x="413381" y="134179"/>
                    </a:cubicBezTo>
                    <a:cubicBezTo>
                      <a:pt x="411244" y="151806"/>
                      <a:pt x="292769" y="196995"/>
                      <a:pt x="259545" y="202657"/>
                    </a:cubicBezTo>
                    <a:cubicBezTo>
                      <a:pt x="226321" y="208319"/>
                      <a:pt x="34560" y="233317"/>
                      <a:pt x="7318" y="209922"/>
                    </a:cubicBezTo>
                    <a:cubicBezTo>
                      <a:pt x="-19923" y="186526"/>
                      <a:pt x="37658" y="0"/>
                      <a:pt x="3765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6" name="任意多边形: 形状 145">
                <a:extLst>
                  <a:ext uri="{FF2B5EF4-FFF2-40B4-BE49-F238E27FC236}">
                    <a16:creationId xmlns:a16="http://schemas.microsoft.com/office/drawing/2014/main" id="{8E33CC2E-DF70-43D7-BCA3-3E732E16220E}"/>
                  </a:ext>
                </a:extLst>
              </p:cNvPr>
              <p:cNvSpPr/>
              <p:nvPr/>
            </p:nvSpPr>
            <p:spPr>
              <a:xfrm>
                <a:off x="4508050" y="2438215"/>
                <a:ext cx="296368" cy="401872"/>
              </a:xfrm>
              <a:custGeom>
                <a:avLst/>
                <a:gdLst>
                  <a:gd name="connsiteX0" fmla="*/ 219964 w 296368"/>
                  <a:gd name="connsiteY0" fmla="*/ 3823 h 401872"/>
                  <a:gd name="connsiteX1" fmla="*/ 257034 w 296368"/>
                  <a:gd name="connsiteY1" fmla="*/ 86830 h 401872"/>
                  <a:gd name="connsiteX2" fmla="*/ 271242 w 296368"/>
                  <a:gd name="connsiteY2" fmla="*/ 163000 h 401872"/>
                  <a:gd name="connsiteX3" fmla="*/ 294425 w 296368"/>
                  <a:gd name="connsiteY3" fmla="*/ 205732 h 401872"/>
                  <a:gd name="connsiteX4" fmla="*/ 273806 w 296368"/>
                  <a:gd name="connsiteY4" fmla="*/ 230303 h 401872"/>
                  <a:gd name="connsiteX5" fmla="*/ 268571 w 296368"/>
                  <a:gd name="connsiteY5" fmla="*/ 341193 h 401872"/>
                  <a:gd name="connsiteX6" fmla="*/ 177018 w 296368"/>
                  <a:gd name="connsiteY6" fmla="*/ 341193 h 401872"/>
                  <a:gd name="connsiteX7" fmla="*/ 177018 w 296368"/>
                  <a:gd name="connsiteY7" fmla="*/ 401873 h 401872"/>
                  <a:gd name="connsiteX8" fmla="*/ 11965 w 296368"/>
                  <a:gd name="connsiteY8" fmla="*/ 375806 h 401872"/>
                  <a:gd name="connsiteX9" fmla="*/ 0 w 296368"/>
                  <a:gd name="connsiteY9" fmla="*/ 245794 h 401872"/>
                  <a:gd name="connsiteX10" fmla="*/ 219964 w 296368"/>
                  <a:gd name="connsiteY10" fmla="*/ 3823 h 401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6368" h="401872">
                    <a:moveTo>
                      <a:pt x="219964" y="3823"/>
                    </a:moveTo>
                    <a:cubicBezTo>
                      <a:pt x="219964" y="3823"/>
                      <a:pt x="256500" y="58947"/>
                      <a:pt x="257034" y="86830"/>
                    </a:cubicBezTo>
                    <a:cubicBezTo>
                      <a:pt x="257568" y="114713"/>
                      <a:pt x="254149" y="146548"/>
                      <a:pt x="271242" y="163000"/>
                    </a:cubicBezTo>
                    <a:cubicBezTo>
                      <a:pt x="288335" y="179452"/>
                      <a:pt x="301475" y="197400"/>
                      <a:pt x="294425" y="205732"/>
                    </a:cubicBezTo>
                    <a:cubicBezTo>
                      <a:pt x="287374" y="214065"/>
                      <a:pt x="273806" y="230303"/>
                      <a:pt x="273806" y="230303"/>
                    </a:cubicBezTo>
                    <a:cubicBezTo>
                      <a:pt x="273806" y="230303"/>
                      <a:pt x="291433" y="324207"/>
                      <a:pt x="268571" y="341193"/>
                    </a:cubicBezTo>
                    <a:cubicBezTo>
                      <a:pt x="245710" y="358179"/>
                      <a:pt x="177018" y="341193"/>
                      <a:pt x="177018" y="341193"/>
                    </a:cubicBezTo>
                    <a:lnTo>
                      <a:pt x="177018" y="401873"/>
                    </a:lnTo>
                    <a:cubicBezTo>
                      <a:pt x="177018" y="401873"/>
                      <a:pt x="79375" y="369824"/>
                      <a:pt x="11965" y="375806"/>
                    </a:cubicBezTo>
                    <a:lnTo>
                      <a:pt x="0" y="245794"/>
                    </a:lnTo>
                    <a:cubicBezTo>
                      <a:pt x="0" y="245794"/>
                      <a:pt x="146464" y="-35811"/>
                      <a:pt x="219964" y="382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7" name="任意多边形: 形状 146">
                <a:extLst>
                  <a:ext uri="{FF2B5EF4-FFF2-40B4-BE49-F238E27FC236}">
                    <a16:creationId xmlns:a16="http://schemas.microsoft.com/office/drawing/2014/main" id="{B9AE3D7F-1310-4AF7-972C-7ED673397E6A}"/>
                  </a:ext>
                </a:extLst>
              </p:cNvPr>
              <p:cNvSpPr/>
              <p:nvPr/>
            </p:nvSpPr>
            <p:spPr>
              <a:xfrm>
                <a:off x="5316481" y="2551539"/>
                <a:ext cx="196545" cy="296133"/>
              </a:xfrm>
              <a:custGeom>
                <a:avLst/>
                <a:gdLst>
                  <a:gd name="connsiteX0" fmla="*/ 12133 w 196545"/>
                  <a:gd name="connsiteY0" fmla="*/ 274661 h 296133"/>
                  <a:gd name="connsiteX1" fmla="*/ 35849 w 196545"/>
                  <a:gd name="connsiteY1" fmla="*/ 167831 h 296133"/>
                  <a:gd name="connsiteX2" fmla="*/ 1664 w 196545"/>
                  <a:gd name="connsiteY2" fmla="*/ 147105 h 296133"/>
                  <a:gd name="connsiteX3" fmla="*/ 65762 w 196545"/>
                  <a:gd name="connsiteY3" fmla="*/ 151486 h 296133"/>
                  <a:gd name="connsiteX4" fmla="*/ 49737 w 196545"/>
                  <a:gd name="connsiteY4" fmla="*/ 119436 h 296133"/>
                  <a:gd name="connsiteX5" fmla="*/ 595 w 196545"/>
                  <a:gd name="connsiteY5" fmla="*/ 83434 h 296133"/>
                  <a:gd name="connsiteX6" fmla="*/ 89799 w 196545"/>
                  <a:gd name="connsiteY6" fmla="*/ 108860 h 296133"/>
                  <a:gd name="connsiteX7" fmla="*/ 47814 w 196545"/>
                  <a:gd name="connsiteY7" fmla="*/ 51065 h 296133"/>
                  <a:gd name="connsiteX8" fmla="*/ 130822 w 196545"/>
                  <a:gd name="connsiteY8" fmla="*/ 122428 h 296133"/>
                  <a:gd name="connsiteX9" fmla="*/ 144282 w 196545"/>
                  <a:gd name="connsiteY9" fmla="*/ 105655 h 296133"/>
                  <a:gd name="connsiteX10" fmla="*/ 162871 w 196545"/>
                  <a:gd name="connsiteY10" fmla="*/ 0 h 296133"/>
                  <a:gd name="connsiteX11" fmla="*/ 184237 w 196545"/>
                  <a:gd name="connsiteY11" fmla="*/ 69333 h 296133"/>
                  <a:gd name="connsiteX12" fmla="*/ 192035 w 196545"/>
                  <a:gd name="connsiteY12" fmla="*/ 116872 h 296133"/>
                  <a:gd name="connsiteX13" fmla="*/ 119391 w 196545"/>
                  <a:gd name="connsiteY13" fmla="*/ 206076 h 296133"/>
                  <a:gd name="connsiteX14" fmla="*/ 92363 w 196545"/>
                  <a:gd name="connsiteY14" fmla="*/ 296134 h 296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96545" h="296133">
                    <a:moveTo>
                      <a:pt x="12133" y="274661"/>
                    </a:moveTo>
                    <a:cubicBezTo>
                      <a:pt x="12133" y="274661"/>
                      <a:pt x="3373" y="207999"/>
                      <a:pt x="35849" y="167831"/>
                    </a:cubicBezTo>
                    <a:cubicBezTo>
                      <a:pt x="35849" y="167831"/>
                      <a:pt x="-3037" y="161207"/>
                      <a:pt x="1664" y="147105"/>
                    </a:cubicBezTo>
                    <a:cubicBezTo>
                      <a:pt x="6364" y="133004"/>
                      <a:pt x="65762" y="151486"/>
                      <a:pt x="65762" y="151486"/>
                    </a:cubicBezTo>
                    <a:lnTo>
                      <a:pt x="49737" y="119436"/>
                    </a:lnTo>
                    <a:cubicBezTo>
                      <a:pt x="49737" y="119436"/>
                      <a:pt x="-6349" y="100848"/>
                      <a:pt x="595" y="83434"/>
                    </a:cubicBezTo>
                    <a:cubicBezTo>
                      <a:pt x="7539" y="66021"/>
                      <a:pt x="89799" y="108860"/>
                      <a:pt x="89799" y="108860"/>
                    </a:cubicBezTo>
                    <a:cubicBezTo>
                      <a:pt x="89799" y="108860"/>
                      <a:pt x="40977" y="68051"/>
                      <a:pt x="47814" y="51065"/>
                    </a:cubicBezTo>
                    <a:cubicBezTo>
                      <a:pt x="54652" y="34079"/>
                      <a:pt x="104328" y="34399"/>
                      <a:pt x="130822" y="122428"/>
                    </a:cubicBezTo>
                    <a:lnTo>
                      <a:pt x="144282" y="105655"/>
                    </a:lnTo>
                    <a:cubicBezTo>
                      <a:pt x="144282" y="105655"/>
                      <a:pt x="149090" y="5448"/>
                      <a:pt x="162871" y="0"/>
                    </a:cubicBezTo>
                    <a:cubicBezTo>
                      <a:pt x="162871" y="0"/>
                      <a:pt x="184237" y="11751"/>
                      <a:pt x="184237" y="69333"/>
                    </a:cubicBezTo>
                    <a:cubicBezTo>
                      <a:pt x="184237" y="69333"/>
                      <a:pt x="205603" y="95079"/>
                      <a:pt x="192035" y="116872"/>
                    </a:cubicBezTo>
                    <a:cubicBezTo>
                      <a:pt x="178468" y="138666"/>
                      <a:pt x="146526" y="187701"/>
                      <a:pt x="119391" y="206076"/>
                    </a:cubicBezTo>
                    <a:cubicBezTo>
                      <a:pt x="92256" y="224451"/>
                      <a:pt x="92363" y="296134"/>
                      <a:pt x="92363" y="2961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8" name="任意多边形: 形状 147">
                <a:extLst>
                  <a:ext uri="{FF2B5EF4-FFF2-40B4-BE49-F238E27FC236}">
                    <a16:creationId xmlns:a16="http://schemas.microsoft.com/office/drawing/2014/main" id="{DA5642E5-E077-4A01-9507-35E6F1FC01B3}"/>
                  </a:ext>
                </a:extLst>
              </p:cNvPr>
              <p:cNvSpPr/>
              <p:nvPr/>
            </p:nvSpPr>
            <p:spPr>
              <a:xfrm>
                <a:off x="4379640" y="1986030"/>
                <a:ext cx="235623" cy="292237"/>
              </a:xfrm>
              <a:custGeom>
                <a:avLst/>
                <a:gdLst>
                  <a:gd name="connsiteX0" fmla="*/ 89203 w 235623"/>
                  <a:gd name="connsiteY0" fmla="*/ 292237 h 292237"/>
                  <a:gd name="connsiteX1" fmla="*/ 101489 w 235623"/>
                  <a:gd name="connsiteY1" fmla="*/ 275786 h 292237"/>
                  <a:gd name="connsiteX2" fmla="*/ 235561 w 235623"/>
                  <a:gd name="connsiteY2" fmla="*/ 195342 h 292237"/>
                  <a:gd name="connsiteX3" fmla="*/ 139414 w 235623"/>
                  <a:gd name="connsiteY3" fmla="*/ 192458 h 292237"/>
                  <a:gd name="connsiteX4" fmla="*/ 139414 w 235623"/>
                  <a:gd name="connsiteY4" fmla="*/ 5612 h 292237"/>
                  <a:gd name="connsiteX5" fmla="*/ 109394 w 235623"/>
                  <a:gd name="connsiteY5" fmla="*/ 90542 h 292237"/>
                  <a:gd name="connsiteX6" fmla="*/ 74033 w 235623"/>
                  <a:gd name="connsiteY6" fmla="*/ 56 h 292237"/>
                  <a:gd name="connsiteX7" fmla="*/ 65060 w 235623"/>
                  <a:gd name="connsiteY7" fmla="*/ 96204 h 292237"/>
                  <a:gd name="connsiteX8" fmla="*/ 24251 w 235623"/>
                  <a:gd name="connsiteY8" fmla="*/ 41827 h 292237"/>
                  <a:gd name="connsiteX9" fmla="*/ 29913 w 235623"/>
                  <a:gd name="connsiteY9" fmla="*/ 120454 h 292237"/>
                  <a:gd name="connsiteX10" fmla="*/ 0 w 235623"/>
                  <a:gd name="connsiteY10" fmla="*/ 102934 h 292237"/>
                  <a:gd name="connsiteX11" fmla="*/ 30447 w 235623"/>
                  <a:gd name="connsiteY11" fmla="*/ 211153 h 292237"/>
                  <a:gd name="connsiteX12" fmla="*/ 748 w 235623"/>
                  <a:gd name="connsiteY12" fmla="*/ 261363 h 292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5623" h="292237">
                    <a:moveTo>
                      <a:pt x="89203" y="292237"/>
                    </a:moveTo>
                    <a:lnTo>
                      <a:pt x="101489" y="275786"/>
                    </a:lnTo>
                    <a:cubicBezTo>
                      <a:pt x="101489" y="275786"/>
                      <a:pt x="238980" y="214465"/>
                      <a:pt x="235561" y="195342"/>
                    </a:cubicBezTo>
                    <a:cubicBezTo>
                      <a:pt x="232142" y="176220"/>
                      <a:pt x="154263" y="202607"/>
                      <a:pt x="139414" y="192458"/>
                    </a:cubicBezTo>
                    <a:cubicBezTo>
                      <a:pt x="139414" y="192458"/>
                      <a:pt x="153622" y="11487"/>
                      <a:pt x="139414" y="5612"/>
                    </a:cubicBezTo>
                    <a:cubicBezTo>
                      <a:pt x="125205" y="-264"/>
                      <a:pt x="109394" y="90542"/>
                      <a:pt x="109394" y="90542"/>
                    </a:cubicBezTo>
                    <a:cubicBezTo>
                      <a:pt x="109394" y="90542"/>
                      <a:pt x="89417" y="-2614"/>
                      <a:pt x="74033" y="56"/>
                    </a:cubicBezTo>
                    <a:cubicBezTo>
                      <a:pt x="58650" y="2727"/>
                      <a:pt x="65060" y="96204"/>
                      <a:pt x="65060" y="96204"/>
                    </a:cubicBezTo>
                    <a:cubicBezTo>
                      <a:pt x="65060" y="96204"/>
                      <a:pt x="35681" y="36272"/>
                      <a:pt x="24251" y="41827"/>
                    </a:cubicBezTo>
                    <a:cubicBezTo>
                      <a:pt x="12820" y="47382"/>
                      <a:pt x="29913" y="120454"/>
                      <a:pt x="29913" y="120454"/>
                    </a:cubicBezTo>
                    <a:cubicBezTo>
                      <a:pt x="29913" y="120454"/>
                      <a:pt x="8546" y="95349"/>
                      <a:pt x="0" y="102934"/>
                    </a:cubicBezTo>
                    <a:cubicBezTo>
                      <a:pt x="2815" y="140679"/>
                      <a:pt x="13168" y="177477"/>
                      <a:pt x="30447" y="211153"/>
                    </a:cubicBezTo>
                    <a:lnTo>
                      <a:pt x="748" y="261363"/>
                    </a:lnTo>
                    <a:close/>
                  </a:path>
                </a:pathLst>
              </a:custGeom>
              <a:solidFill>
                <a:srgbClr val="FFFFFF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9" name="任意多边形: 形状 148">
                <a:extLst>
                  <a:ext uri="{FF2B5EF4-FFF2-40B4-BE49-F238E27FC236}">
                    <a16:creationId xmlns:a16="http://schemas.microsoft.com/office/drawing/2014/main" id="{AC6F93C2-FD43-4617-BA21-A88C2C4AA97F}"/>
                  </a:ext>
                </a:extLst>
              </p:cNvPr>
              <p:cNvSpPr/>
              <p:nvPr/>
            </p:nvSpPr>
            <p:spPr>
              <a:xfrm>
                <a:off x="4093227" y="2229233"/>
                <a:ext cx="1315295" cy="1679373"/>
              </a:xfrm>
              <a:custGeom>
                <a:avLst/>
                <a:gdLst>
                  <a:gd name="connsiteX0" fmla="*/ 1220537 w 1315295"/>
                  <a:gd name="connsiteY0" fmla="*/ 597395 h 1679373"/>
                  <a:gd name="connsiteX1" fmla="*/ 1315295 w 1315295"/>
                  <a:gd name="connsiteY1" fmla="*/ 610642 h 1679373"/>
                  <a:gd name="connsiteX2" fmla="*/ 1225558 w 1315295"/>
                  <a:gd name="connsiteY2" fmla="*/ 1270747 h 1679373"/>
                  <a:gd name="connsiteX3" fmla="*/ 1117125 w 1315295"/>
                  <a:gd name="connsiteY3" fmla="*/ 1398944 h 1679373"/>
                  <a:gd name="connsiteX4" fmla="*/ 799305 w 1315295"/>
                  <a:gd name="connsiteY4" fmla="*/ 1193829 h 1679373"/>
                  <a:gd name="connsiteX5" fmla="*/ 787767 w 1315295"/>
                  <a:gd name="connsiteY5" fmla="*/ 1482271 h 1679373"/>
                  <a:gd name="connsiteX6" fmla="*/ 803899 w 1315295"/>
                  <a:gd name="connsiteY6" fmla="*/ 1601921 h 1679373"/>
                  <a:gd name="connsiteX7" fmla="*/ 191761 w 1315295"/>
                  <a:gd name="connsiteY7" fmla="*/ 1622647 h 1679373"/>
                  <a:gd name="connsiteX8" fmla="*/ 198704 w 1315295"/>
                  <a:gd name="connsiteY8" fmla="*/ 1482271 h 1679373"/>
                  <a:gd name="connsiteX9" fmla="*/ 87494 w 1315295"/>
                  <a:gd name="connsiteY9" fmla="*/ 840221 h 1679373"/>
                  <a:gd name="connsiteX10" fmla="*/ 0 w 1315295"/>
                  <a:gd name="connsiteY10" fmla="*/ 535327 h 1679373"/>
                  <a:gd name="connsiteX11" fmla="*/ 282353 w 1315295"/>
                  <a:gd name="connsiteY11" fmla="*/ 0 h 1679373"/>
                  <a:gd name="connsiteX12" fmla="*/ 384696 w 1315295"/>
                  <a:gd name="connsiteY12" fmla="*/ 53415 h 1679373"/>
                  <a:gd name="connsiteX13" fmla="*/ 204153 w 1315295"/>
                  <a:gd name="connsiteY13" fmla="*/ 540668 h 1679373"/>
                  <a:gd name="connsiteX14" fmla="*/ 254684 w 1315295"/>
                  <a:gd name="connsiteY14" fmla="*/ 703371 h 1679373"/>
                  <a:gd name="connsiteX15" fmla="*/ 311197 w 1315295"/>
                  <a:gd name="connsiteY15" fmla="*/ 680723 h 1679373"/>
                  <a:gd name="connsiteX16" fmla="*/ 373693 w 1315295"/>
                  <a:gd name="connsiteY16" fmla="*/ 601028 h 1679373"/>
                  <a:gd name="connsiteX17" fmla="*/ 613740 w 1315295"/>
                  <a:gd name="connsiteY17" fmla="*/ 622394 h 1679373"/>
                  <a:gd name="connsiteX18" fmla="*/ 635107 w 1315295"/>
                  <a:gd name="connsiteY18" fmla="*/ 689270 h 1679373"/>
                  <a:gd name="connsiteX19" fmla="*/ 1057834 w 1315295"/>
                  <a:gd name="connsiteY19" fmla="*/ 1069158 h 16793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15295" h="1679373">
                    <a:moveTo>
                      <a:pt x="1220537" y="597395"/>
                    </a:moveTo>
                    <a:lnTo>
                      <a:pt x="1315295" y="610642"/>
                    </a:lnTo>
                    <a:cubicBezTo>
                      <a:pt x="1315295" y="610642"/>
                      <a:pt x="1245963" y="1198209"/>
                      <a:pt x="1225558" y="1270747"/>
                    </a:cubicBezTo>
                    <a:cubicBezTo>
                      <a:pt x="1205153" y="1343285"/>
                      <a:pt x="1186779" y="1395418"/>
                      <a:pt x="1117125" y="1398944"/>
                    </a:cubicBezTo>
                    <a:cubicBezTo>
                      <a:pt x="1047472" y="1402469"/>
                      <a:pt x="799305" y="1193829"/>
                      <a:pt x="799305" y="1193829"/>
                    </a:cubicBezTo>
                    <a:lnTo>
                      <a:pt x="787767" y="1482271"/>
                    </a:lnTo>
                    <a:lnTo>
                      <a:pt x="803899" y="1601921"/>
                    </a:lnTo>
                    <a:cubicBezTo>
                      <a:pt x="803899" y="1601921"/>
                      <a:pt x="500393" y="1761419"/>
                      <a:pt x="191761" y="1622647"/>
                    </a:cubicBezTo>
                    <a:lnTo>
                      <a:pt x="198704" y="1482271"/>
                    </a:lnTo>
                    <a:lnTo>
                      <a:pt x="87494" y="840221"/>
                    </a:lnTo>
                    <a:lnTo>
                      <a:pt x="0" y="535327"/>
                    </a:lnTo>
                    <a:lnTo>
                      <a:pt x="282353" y="0"/>
                    </a:lnTo>
                    <a:lnTo>
                      <a:pt x="384696" y="53415"/>
                    </a:lnTo>
                    <a:lnTo>
                      <a:pt x="204153" y="540668"/>
                    </a:lnTo>
                    <a:lnTo>
                      <a:pt x="254684" y="703371"/>
                    </a:lnTo>
                    <a:lnTo>
                      <a:pt x="311197" y="680723"/>
                    </a:lnTo>
                    <a:lnTo>
                      <a:pt x="373693" y="601028"/>
                    </a:lnTo>
                    <a:cubicBezTo>
                      <a:pt x="373693" y="601028"/>
                      <a:pt x="479668" y="546010"/>
                      <a:pt x="613740" y="622394"/>
                    </a:cubicBezTo>
                    <a:lnTo>
                      <a:pt x="635107" y="689270"/>
                    </a:lnTo>
                    <a:cubicBezTo>
                      <a:pt x="635107" y="689270"/>
                      <a:pt x="792361" y="701128"/>
                      <a:pt x="1057834" y="106915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150" name="任意多边形: 形状 149">
                <a:extLst>
                  <a:ext uri="{FF2B5EF4-FFF2-40B4-BE49-F238E27FC236}">
                    <a16:creationId xmlns:a16="http://schemas.microsoft.com/office/drawing/2014/main" id="{3B7F688D-35A5-4654-9107-D9D22F985CBB}"/>
                  </a:ext>
                </a:extLst>
              </p:cNvPr>
              <p:cNvSpPr/>
              <p:nvPr/>
            </p:nvSpPr>
            <p:spPr>
              <a:xfrm>
                <a:off x="4636354" y="2826628"/>
                <a:ext cx="271948" cy="1042023"/>
              </a:xfrm>
              <a:custGeom>
                <a:avLst/>
                <a:gdLst>
                  <a:gd name="connsiteX0" fmla="*/ 0 w 271948"/>
                  <a:gd name="connsiteY0" fmla="*/ 0 h 1042023"/>
                  <a:gd name="connsiteX1" fmla="*/ 11965 w 271948"/>
                  <a:gd name="connsiteY1" fmla="*/ 82259 h 1042023"/>
                  <a:gd name="connsiteX2" fmla="*/ 135675 w 271948"/>
                  <a:gd name="connsiteY2" fmla="*/ 161100 h 1042023"/>
                  <a:gd name="connsiteX3" fmla="*/ 158216 w 271948"/>
                  <a:gd name="connsiteY3" fmla="*/ 816718 h 1042023"/>
                  <a:gd name="connsiteX4" fmla="*/ 90592 w 271948"/>
                  <a:gd name="connsiteY4" fmla="*/ 922587 h 1042023"/>
                  <a:gd name="connsiteX5" fmla="*/ 191547 w 271948"/>
                  <a:gd name="connsiteY5" fmla="*/ 874193 h 1042023"/>
                  <a:gd name="connsiteX6" fmla="*/ 49142 w 271948"/>
                  <a:gd name="connsiteY6" fmla="*/ 1042023 h 1042023"/>
                  <a:gd name="connsiteX7" fmla="*/ 261200 w 271948"/>
                  <a:gd name="connsiteY7" fmla="*/ 1004633 h 1042023"/>
                  <a:gd name="connsiteX8" fmla="*/ 245069 w 271948"/>
                  <a:gd name="connsiteY8" fmla="*/ 884983 h 1042023"/>
                  <a:gd name="connsiteX9" fmla="*/ 271029 w 271948"/>
                  <a:gd name="connsiteY9" fmla="*/ 217827 h 1042023"/>
                  <a:gd name="connsiteX10" fmla="*/ 92088 w 271948"/>
                  <a:gd name="connsiteY10" fmla="*/ 93156 h 1042023"/>
                  <a:gd name="connsiteX11" fmla="*/ 62068 w 271948"/>
                  <a:gd name="connsiteY11" fmla="*/ 21046 h 1042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71948" h="1042023">
                    <a:moveTo>
                      <a:pt x="0" y="0"/>
                    </a:moveTo>
                    <a:lnTo>
                      <a:pt x="11965" y="82259"/>
                    </a:lnTo>
                    <a:cubicBezTo>
                      <a:pt x="11965" y="82259"/>
                      <a:pt x="100207" y="140803"/>
                      <a:pt x="135675" y="161100"/>
                    </a:cubicBezTo>
                    <a:cubicBezTo>
                      <a:pt x="135675" y="161100"/>
                      <a:pt x="222421" y="708926"/>
                      <a:pt x="158216" y="816718"/>
                    </a:cubicBezTo>
                    <a:lnTo>
                      <a:pt x="90592" y="922587"/>
                    </a:lnTo>
                    <a:cubicBezTo>
                      <a:pt x="90592" y="922587"/>
                      <a:pt x="159711" y="922587"/>
                      <a:pt x="191547" y="874193"/>
                    </a:cubicBezTo>
                    <a:cubicBezTo>
                      <a:pt x="191547" y="874193"/>
                      <a:pt x="151913" y="1006449"/>
                      <a:pt x="49142" y="1042023"/>
                    </a:cubicBezTo>
                    <a:cubicBezTo>
                      <a:pt x="49142" y="1042023"/>
                      <a:pt x="206930" y="1025572"/>
                      <a:pt x="261200" y="1004633"/>
                    </a:cubicBezTo>
                    <a:lnTo>
                      <a:pt x="245069" y="884983"/>
                    </a:lnTo>
                    <a:lnTo>
                      <a:pt x="271029" y="217827"/>
                    </a:lnTo>
                    <a:cubicBezTo>
                      <a:pt x="271029" y="217827"/>
                      <a:pt x="295493" y="173172"/>
                      <a:pt x="92088" y="93156"/>
                    </a:cubicBezTo>
                    <a:lnTo>
                      <a:pt x="62068" y="21046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1" name="任意多边形: 形状 150">
                <a:extLst>
                  <a:ext uri="{FF2B5EF4-FFF2-40B4-BE49-F238E27FC236}">
                    <a16:creationId xmlns:a16="http://schemas.microsoft.com/office/drawing/2014/main" id="{E11EB346-2F1F-4B4E-8ACA-6DA73BF04DA8}"/>
                  </a:ext>
                </a:extLst>
              </p:cNvPr>
              <p:cNvSpPr/>
              <p:nvPr/>
            </p:nvSpPr>
            <p:spPr>
              <a:xfrm>
                <a:off x="4685068" y="2449517"/>
                <a:ext cx="120620" cy="390571"/>
              </a:xfrm>
              <a:custGeom>
                <a:avLst/>
                <a:gdLst>
                  <a:gd name="connsiteX0" fmla="*/ 42946 w 120620"/>
                  <a:gd name="connsiteY0" fmla="*/ 0 h 390571"/>
                  <a:gd name="connsiteX1" fmla="*/ 80016 w 120620"/>
                  <a:gd name="connsiteY1" fmla="*/ 75529 h 390571"/>
                  <a:gd name="connsiteX2" fmla="*/ 94224 w 120620"/>
                  <a:gd name="connsiteY2" fmla="*/ 151699 h 390571"/>
                  <a:gd name="connsiteX3" fmla="*/ 117407 w 120620"/>
                  <a:gd name="connsiteY3" fmla="*/ 194431 h 390571"/>
                  <a:gd name="connsiteX4" fmla="*/ 96788 w 120620"/>
                  <a:gd name="connsiteY4" fmla="*/ 219002 h 390571"/>
                  <a:gd name="connsiteX5" fmla="*/ 91554 w 120620"/>
                  <a:gd name="connsiteY5" fmla="*/ 329892 h 390571"/>
                  <a:gd name="connsiteX6" fmla="*/ 0 w 120620"/>
                  <a:gd name="connsiteY6" fmla="*/ 329892 h 390571"/>
                  <a:gd name="connsiteX7" fmla="*/ 0 w 120620"/>
                  <a:gd name="connsiteY7" fmla="*/ 390572 h 390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0620" h="390571">
                    <a:moveTo>
                      <a:pt x="42946" y="0"/>
                    </a:moveTo>
                    <a:cubicBezTo>
                      <a:pt x="42946" y="0"/>
                      <a:pt x="76063" y="48501"/>
                      <a:pt x="80016" y="75529"/>
                    </a:cubicBezTo>
                    <a:cubicBezTo>
                      <a:pt x="83969" y="102557"/>
                      <a:pt x="72217" y="132363"/>
                      <a:pt x="94224" y="151699"/>
                    </a:cubicBezTo>
                    <a:cubicBezTo>
                      <a:pt x="116231" y="171035"/>
                      <a:pt x="126273" y="183748"/>
                      <a:pt x="117407" y="194431"/>
                    </a:cubicBezTo>
                    <a:cubicBezTo>
                      <a:pt x="108540" y="205114"/>
                      <a:pt x="96788" y="219002"/>
                      <a:pt x="96788" y="219002"/>
                    </a:cubicBezTo>
                    <a:cubicBezTo>
                      <a:pt x="96788" y="219002"/>
                      <a:pt x="105762" y="310556"/>
                      <a:pt x="91554" y="329892"/>
                    </a:cubicBezTo>
                    <a:cubicBezTo>
                      <a:pt x="77345" y="349228"/>
                      <a:pt x="0" y="329892"/>
                      <a:pt x="0" y="329892"/>
                    </a:cubicBezTo>
                    <a:lnTo>
                      <a:pt x="0" y="390572"/>
                    </a:lnTo>
                  </a:path>
                </a:pathLst>
              </a:custGeom>
              <a:noFill/>
              <a:ln w="10668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2" name="任意多边形: 形状 151">
                <a:extLst>
                  <a:ext uri="{FF2B5EF4-FFF2-40B4-BE49-F238E27FC236}">
                    <a16:creationId xmlns:a16="http://schemas.microsoft.com/office/drawing/2014/main" id="{47A261C5-D3A2-4BF9-97DF-0016FFFB3F88}"/>
                  </a:ext>
                </a:extLst>
              </p:cNvPr>
              <p:cNvSpPr/>
              <p:nvPr/>
            </p:nvSpPr>
            <p:spPr>
              <a:xfrm>
                <a:off x="4621555" y="2600765"/>
                <a:ext cx="63512" cy="108233"/>
              </a:xfrm>
              <a:custGeom>
                <a:avLst/>
                <a:gdLst>
                  <a:gd name="connsiteX0" fmla="*/ 63513 w 63512"/>
                  <a:gd name="connsiteY0" fmla="*/ 63694 h 108233"/>
                  <a:gd name="connsiteX1" fmla="*/ 9350 w 63512"/>
                  <a:gd name="connsiteY1" fmla="*/ 3014 h 108233"/>
                  <a:gd name="connsiteX2" fmla="*/ 63513 w 63512"/>
                  <a:gd name="connsiteY2" fmla="*/ 104931 h 108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3512" h="108233">
                    <a:moveTo>
                      <a:pt x="63513" y="63694"/>
                    </a:moveTo>
                    <a:cubicBezTo>
                      <a:pt x="63513" y="63694"/>
                      <a:pt x="32532" y="-16322"/>
                      <a:pt x="9350" y="3014"/>
                    </a:cubicBezTo>
                    <a:cubicBezTo>
                      <a:pt x="-13832" y="22351"/>
                      <a:pt x="6786" y="128113"/>
                      <a:pt x="63513" y="104931"/>
                    </a:cubicBezTo>
                  </a:path>
                </a:pathLst>
              </a:custGeom>
              <a:noFill/>
              <a:ln w="10668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EBE44E50-1834-493F-95E3-1D3A474ACEAC}"/>
                  </a:ext>
                </a:extLst>
              </p:cNvPr>
              <p:cNvSpPr/>
              <p:nvPr/>
            </p:nvSpPr>
            <p:spPr>
              <a:xfrm>
                <a:off x="4359211" y="2296147"/>
                <a:ext cx="471668" cy="490666"/>
              </a:xfrm>
              <a:custGeom>
                <a:avLst/>
                <a:gdLst>
                  <a:gd name="connsiteX0" fmla="*/ 317418 w 471668"/>
                  <a:gd name="connsiteY0" fmla="*/ 349724 h 490666"/>
                  <a:gd name="connsiteX1" fmla="*/ 330985 w 471668"/>
                  <a:gd name="connsiteY1" fmla="*/ 260307 h 490666"/>
                  <a:gd name="connsiteX2" fmla="*/ 412283 w 471668"/>
                  <a:gd name="connsiteY2" fmla="*/ 160954 h 490666"/>
                  <a:gd name="connsiteX3" fmla="*/ 467728 w 471668"/>
                  <a:gd name="connsiteY3" fmla="*/ 64273 h 490666"/>
                  <a:gd name="connsiteX4" fmla="*/ 368376 w 471668"/>
                  <a:gd name="connsiteY4" fmla="*/ 35856 h 490666"/>
                  <a:gd name="connsiteX5" fmla="*/ 221377 w 471668"/>
                  <a:gd name="connsiteY5" fmla="*/ 44937 h 490666"/>
                  <a:gd name="connsiteX6" fmla="*/ 14981 w 471668"/>
                  <a:gd name="connsiteY6" fmla="*/ 119718 h 490666"/>
                  <a:gd name="connsiteX7" fmla="*/ 114333 w 471668"/>
                  <a:gd name="connsiteY7" fmla="*/ 460293 h 490666"/>
                  <a:gd name="connsiteX8" fmla="*/ 300005 w 471668"/>
                  <a:gd name="connsiteY8" fmla="*/ 411578 h 490666"/>
                  <a:gd name="connsiteX9" fmla="*/ 271695 w 471668"/>
                  <a:gd name="connsiteY9" fmla="*/ 308060 h 490666"/>
                  <a:gd name="connsiteX10" fmla="*/ 317418 w 471668"/>
                  <a:gd name="connsiteY10" fmla="*/ 349724 h 490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71668" h="490666">
                    <a:moveTo>
                      <a:pt x="317418" y="349724"/>
                    </a:moveTo>
                    <a:cubicBezTo>
                      <a:pt x="317418" y="349724"/>
                      <a:pt x="354274" y="346732"/>
                      <a:pt x="330985" y="260307"/>
                    </a:cubicBezTo>
                    <a:cubicBezTo>
                      <a:pt x="307696" y="173881"/>
                      <a:pt x="358120" y="185525"/>
                      <a:pt x="412283" y="160954"/>
                    </a:cubicBezTo>
                    <a:cubicBezTo>
                      <a:pt x="466446" y="136383"/>
                      <a:pt x="479373" y="91301"/>
                      <a:pt x="467728" y="64273"/>
                    </a:cubicBezTo>
                    <a:cubicBezTo>
                      <a:pt x="456084" y="37245"/>
                      <a:pt x="436748" y="22929"/>
                      <a:pt x="368376" y="35856"/>
                    </a:cubicBezTo>
                    <a:cubicBezTo>
                      <a:pt x="368376" y="35856"/>
                      <a:pt x="293595" y="-50570"/>
                      <a:pt x="221377" y="44937"/>
                    </a:cubicBezTo>
                    <a:cubicBezTo>
                      <a:pt x="221377" y="44937"/>
                      <a:pt x="58782" y="42373"/>
                      <a:pt x="14981" y="119718"/>
                    </a:cubicBezTo>
                    <a:cubicBezTo>
                      <a:pt x="-28819" y="197063"/>
                      <a:pt x="29190" y="394485"/>
                      <a:pt x="114333" y="460293"/>
                    </a:cubicBezTo>
                    <a:cubicBezTo>
                      <a:pt x="199477" y="526100"/>
                      <a:pt x="282698" y="473433"/>
                      <a:pt x="300005" y="411578"/>
                    </a:cubicBezTo>
                    <a:cubicBezTo>
                      <a:pt x="300005" y="411578"/>
                      <a:pt x="241996" y="380277"/>
                      <a:pt x="271695" y="308060"/>
                    </a:cubicBezTo>
                    <a:cubicBezTo>
                      <a:pt x="271695" y="307632"/>
                      <a:pt x="298723" y="298018"/>
                      <a:pt x="317418" y="349724"/>
                    </a:cubicBezTo>
                    <a:close/>
                  </a:path>
                </a:pathLst>
              </a:custGeom>
              <a:solidFill>
                <a:srgbClr val="263238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16C31A9C-9B24-4590-81EC-6153E64351CA}"/>
                  </a:ext>
                </a:extLst>
              </p:cNvPr>
              <p:cNvSpPr/>
              <p:nvPr/>
            </p:nvSpPr>
            <p:spPr>
              <a:xfrm>
                <a:off x="4172283" y="2893919"/>
                <a:ext cx="736381" cy="1003797"/>
              </a:xfrm>
              <a:custGeom>
                <a:avLst/>
                <a:gdLst>
                  <a:gd name="connsiteX0" fmla="*/ 0 w 736381"/>
                  <a:gd name="connsiteY0" fmla="*/ 126819 h 1003797"/>
                  <a:gd name="connsiteX1" fmla="*/ 736382 w 736381"/>
                  <a:gd name="connsiteY1" fmla="*/ 126819 h 1003797"/>
                  <a:gd name="connsiteX2" fmla="*/ 708713 w 736381"/>
                  <a:gd name="connsiteY2" fmla="*/ 817157 h 1003797"/>
                  <a:gd name="connsiteX3" fmla="*/ 724844 w 736381"/>
                  <a:gd name="connsiteY3" fmla="*/ 936807 h 1003797"/>
                  <a:gd name="connsiteX4" fmla="*/ 112706 w 736381"/>
                  <a:gd name="connsiteY4" fmla="*/ 957532 h 1003797"/>
                  <a:gd name="connsiteX5" fmla="*/ 119650 w 736381"/>
                  <a:gd name="connsiteY5" fmla="*/ 817157 h 1003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36381" h="1003797">
                    <a:moveTo>
                      <a:pt x="0" y="126819"/>
                    </a:moveTo>
                    <a:cubicBezTo>
                      <a:pt x="0" y="126819"/>
                      <a:pt x="393456" y="-158524"/>
                      <a:pt x="736382" y="126819"/>
                    </a:cubicBezTo>
                    <a:lnTo>
                      <a:pt x="708713" y="817157"/>
                    </a:lnTo>
                    <a:lnTo>
                      <a:pt x="724844" y="936807"/>
                    </a:lnTo>
                    <a:cubicBezTo>
                      <a:pt x="724844" y="936807"/>
                      <a:pt x="434906" y="1072589"/>
                      <a:pt x="112706" y="957532"/>
                    </a:cubicBezTo>
                    <a:lnTo>
                      <a:pt x="119650" y="817157"/>
                    </a:lnTo>
                    <a:close/>
                  </a:path>
                </a:pathLst>
              </a:custGeom>
              <a:noFill/>
              <a:ln w="10668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5" name="任意多边形: 形状 154">
                <a:extLst>
                  <a:ext uri="{FF2B5EF4-FFF2-40B4-BE49-F238E27FC236}">
                    <a16:creationId xmlns:a16="http://schemas.microsoft.com/office/drawing/2014/main" id="{DFB221E4-B00D-4C4C-8A94-F418BB6EC941}"/>
                  </a:ext>
                </a:extLst>
              </p:cNvPr>
              <p:cNvSpPr/>
              <p:nvPr/>
            </p:nvSpPr>
            <p:spPr>
              <a:xfrm>
                <a:off x="4399190" y="2815384"/>
                <a:ext cx="329144" cy="103545"/>
              </a:xfrm>
              <a:custGeom>
                <a:avLst/>
                <a:gdLst>
                  <a:gd name="connsiteX0" fmla="*/ 0 w 329144"/>
                  <a:gd name="connsiteY0" fmla="*/ 101622 h 103545"/>
                  <a:gd name="connsiteX1" fmla="*/ 67730 w 329144"/>
                  <a:gd name="connsiteY1" fmla="*/ 15303 h 103545"/>
                  <a:gd name="connsiteX2" fmla="*/ 307778 w 329144"/>
                  <a:gd name="connsiteY2" fmla="*/ 36669 h 103545"/>
                  <a:gd name="connsiteX3" fmla="*/ 329144 w 329144"/>
                  <a:gd name="connsiteY3" fmla="*/ 103545 h 103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144" h="103545">
                    <a:moveTo>
                      <a:pt x="0" y="101622"/>
                    </a:moveTo>
                    <a:lnTo>
                      <a:pt x="67730" y="15303"/>
                    </a:lnTo>
                    <a:cubicBezTo>
                      <a:pt x="67730" y="15303"/>
                      <a:pt x="200521" y="-30634"/>
                      <a:pt x="307778" y="36669"/>
                    </a:cubicBezTo>
                    <a:lnTo>
                      <a:pt x="329144" y="103545"/>
                    </a:lnTo>
                  </a:path>
                </a:pathLst>
              </a:custGeom>
              <a:noFill/>
              <a:ln w="10668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6" name="任意多边形: 形状 155">
                <a:extLst>
                  <a:ext uri="{FF2B5EF4-FFF2-40B4-BE49-F238E27FC236}">
                    <a16:creationId xmlns:a16="http://schemas.microsoft.com/office/drawing/2014/main" id="{09BB84FA-1B8E-4BE2-9B07-2051D65AAA39}"/>
                  </a:ext>
                </a:extLst>
              </p:cNvPr>
              <p:cNvSpPr/>
              <p:nvPr/>
            </p:nvSpPr>
            <p:spPr>
              <a:xfrm>
                <a:off x="4908664" y="3020738"/>
                <a:ext cx="342604" cy="393990"/>
              </a:xfrm>
              <a:custGeom>
                <a:avLst/>
                <a:gdLst>
                  <a:gd name="connsiteX0" fmla="*/ 0 w 342604"/>
                  <a:gd name="connsiteY0" fmla="*/ 0 h 393990"/>
                  <a:gd name="connsiteX1" fmla="*/ 342605 w 342604"/>
                  <a:gd name="connsiteY1" fmla="*/ 393990 h 393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2604" h="393990">
                    <a:moveTo>
                      <a:pt x="0" y="0"/>
                    </a:moveTo>
                    <a:lnTo>
                      <a:pt x="342605" y="393990"/>
                    </a:lnTo>
                  </a:path>
                </a:pathLst>
              </a:custGeom>
              <a:ln w="10668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7" name="任意多边形: 形状 156">
                <a:extLst>
                  <a:ext uri="{FF2B5EF4-FFF2-40B4-BE49-F238E27FC236}">
                    <a16:creationId xmlns:a16="http://schemas.microsoft.com/office/drawing/2014/main" id="{A9DE1E74-DAF4-423A-81AD-501510E3F5A4}"/>
                  </a:ext>
                </a:extLst>
              </p:cNvPr>
              <p:cNvSpPr/>
              <p:nvPr/>
            </p:nvSpPr>
            <p:spPr>
              <a:xfrm>
                <a:off x="4892853" y="2827055"/>
                <a:ext cx="515670" cy="801695"/>
              </a:xfrm>
              <a:custGeom>
                <a:avLst/>
                <a:gdLst>
                  <a:gd name="connsiteX0" fmla="*/ 0 w 515670"/>
                  <a:gd name="connsiteY0" fmla="*/ 587994 h 801695"/>
                  <a:gd name="connsiteX1" fmla="*/ 317500 w 515670"/>
                  <a:gd name="connsiteY1" fmla="*/ 801655 h 801695"/>
                  <a:gd name="connsiteX2" fmla="*/ 423048 w 515670"/>
                  <a:gd name="connsiteY2" fmla="*/ 694825 h 801695"/>
                  <a:gd name="connsiteX3" fmla="*/ 515670 w 515670"/>
                  <a:gd name="connsiteY3" fmla="*/ 13247 h 801695"/>
                  <a:gd name="connsiteX4" fmla="*/ 420912 w 515670"/>
                  <a:gd name="connsiteY4" fmla="*/ 0 h 801695"/>
                  <a:gd name="connsiteX5" fmla="*/ 257888 w 515670"/>
                  <a:gd name="connsiteY5" fmla="*/ 472511 h 801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15670" h="801695">
                    <a:moveTo>
                      <a:pt x="0" y="587994"/>
                    </a:moveTo>
                    <a:cubicBezTo>
                      <a:pt x="0" y="587994"/>
                      <a:pt x="227015" y="799198"/>
                      <a:pt x="317500" y="801655"/>
                    </a:cubicBezTo>
                    <a:cubicBezTo>
                      <a:pt x="407985" y="804112"/>
                      <a:pt x="423048" y="694825"/>
                      <a:pt x="423048" y="694825"/>
                    </a:cubicBezTo>
                    <a:lnTo>
                      <a:pt x="515670" y="13247"/>
                    </a:lnTo>
                    <a:lnTo>
                      <a:pt x="420912" y="0"/>
                    </a:lnTo>
                    <a:lnTo>
                      <a:pt x="257888" y="472511"/>
                    </a:lnTo>
                  </a:path>
                </a:pathLst>
              </a:custGeom>
              <a:noFill/>
              <a:ln w="10668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8" name="任意多边形: 形状 157">
                <a:extLst>
                  <a:ext uri="{FF2B5EF4-FFF2-40B4-BE49-F238E27FC236}">
                    <a16:creationId xmlns:a16="http://schemas.microsoft.com/office/drawing/2014/main" id="{B6854E99-C498-43D5-A440-ACECF30EBA59}"/>
                  </a:ext>
                </a:extLst>
              </p:cNvPr>
              <p:cNvSpPr/>
              <p:nvPr/>
            </p:nvSpPr>
            <p:spPr>
              <a:xfrm>
                <a:off x="5362266" y="2634900"/>
                <a:ext cx="145401" cy="203265"/>
              </a:xfrm>
              <a:custGeom>
                <a:avLst/>
                <a:gdLst>
                  <a:gd name="connsiteX0" fmla="*/ 44655 w 145401"/>
                  <a:gd name="connsiteY0" fmla="*/ 203266 h 203265"/>
                  <a:gd name="connsiteX1" fmla="*/ 87387 w 145401"/>
                  <a:gd name="connsiteY1" fmla="*/ 108721 h 203265"/>
                  <a:gd name="connsiteX2" fmla="*/ 143153 w 145401"/>
                  <a:gd name="connsiteY2" fmla="*/ 3707 h 203265"/>
                  <a:gd name="connsiteX3" fmla="*/ 63137 w 145401"/>
                  <a:gd name="connsiteY3" fmla="*/ 59899 h 203265"/>
                  <a:gd name="connsiteX4" fmla="*/ 0 w 145401"/>
                  <a:gd name="connsiteY4" fmla="*/ 157863 h 203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401" h="203265">
                    <a:moveTo>
                      <a:pt x="44655" y="203266"/>
                    </a:moveTo>
                    <a:cubicBezTo>
                      <a:pt x="44655" y="203266"/>
                      <a:pt x="56513" y="126241"/>
                      <a:pt x="87387" y="108721"/>
                    </a:cubicBezTo>
                    <a:cubicBezTo>
                      <a:pt x="118261" y="91201"/>
                      <a:pt x="154904" y="23256"/>
                      <a:pt x="143153" y="3707"/>
                    </a:cubicBezTo>
                    <a:cubicBezTo>
                      <a:pt x="131401" y="-15843"/>
                      <a:pt x="95506" y="47721"/>
                      <a:pt x="63137" y="59899"/>
                    </a:cubicBezTo>
                    <a:cubicBezTo>
                      <a:pt x="30767" y="72078"/>
                      <a:pt x="4487" y="131903"/>
                      <a:pt x="0" y="157863"/>
                    </a:cubicBezTo>
                  </a:path>
                </a:pathLst>
              </a:custGeom>
              <a:noFill/>
              <a:ln w="10668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9" name="任意多边形: 形状 158">
                <a:extLst>
                  <a:ext uri="{FF2B5EF4-FFF2-40B4-BE49-F238E27FC236}">
                    <a16:creationId xmlns:a16="http://schemas.microsoft.com/office/drawing/2014/main" id="{01E7A05F-3A40-4B9C-B91B-CA9AA76B813A}"/>
                  </a:ext>
                </a:extLst>
              </p:cNvPr>
              <p:cNvSpPr/>
              <p:nvPr/>
            </p:nvSpPr>
            <p:spPr>
              <a:xfrm>
                <a:off x="5460550" y="2550863"/>
                <a:ext cx="34933" cy="117014"/>
              </a:xfrm>
              <a:custGeom>
                <a:avLst/>
                <a:gdLst>
                  <a:gd name="connsiteX0" fmla="*/ 34934 w 34933"/>
                  <a:gd name="connsiteY0" fmla="*/ 84965 h 117014"/>
                  <a:gd name="connsiteX1" fmla="*/ 18589 w 34933"/>
                  <a:gd name="connsiteY1" fmla="*/ 142 h 117014"/>
                  <a:gd name="connsiteX2" fmla="*/ 0 w 34933"/>
                  <a:gd name="connsiteY2" fmla="*/ 117014 h 117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4933" h="117014">
                    <a:moveTo>
                      <a:pt x="34934" y="84965"/>
                    </a:moveTo>
                    <a:cubicBezTo>
                      <a:pt x="34934" y="84965"/>
                      <a:pt x="34934" y="-4025"/>
                      <a:pt x="18589" y="142"/>
                    </a:cubicBezTo>
                    <a:cubicBezTo>
                      <a:pt x="2244" y="4308"/>
                      <a:pt x="0" y="117014"/>
                      <a:pt x="0" y="117014"/>
                    </a:cubicBezTo>
                  </a:path>
                </a:pathLst>
              </a:custGeom>
              <a:noFill/>
              <a:ln w="10668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0" name="任意多边形: 形状 159">
                <a:extLst>
                  <a:ext uri="{FF2B5EF4-FFF2-40B4-BE49-F238E27FC236}">
                    <a16:creationId xmlns:a16="http://schemas.microsoft.com/office/drawing/2014/main" id="{2EF736D2-BABF-4106-8C2C-817D66256F3F}"/>
                  </a:ext>
                </a:extLst>
              </p:cNvPr>
              <p:cNvSpPr/>
              <p:nvPr/>
            </p:nvSpPr>
            <p:spPr>
              <a:xfrm>
                <a:off x="5363698" y="2591068"/>
                <a:ext cx="84887" cy="108431"/>
              </a:xfrm>
              <a:custGeom>
                <a:avLst/>
                <a:gdLst>
                  <a:gd name="connsiteX0" fmla="*/ 84887 w 84887"/>
                  <a:gd name="connsiteY0" fmla="*/ 88240 h 108431"/>
                  <a:gd name="connsiteX1" fmla="*/ 44826 w 84887"/>
                  <a:gd name="connsiteY1" fmla="*/ 13993 h 108431"/>
                  <a:gd name="connsiteX2" fmla="*/ 384 w 84887"/>
                  <a:gd name="connsiteY2" fmla="*/ 11002 h 108431"/>
                  <a:gd name="connsiteX3" fmla="*/ 52624 w 84887"/>
                  <a:gd name="connsiteY3" fmla="*/ 108431 h 108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87" h="108431">
                    <a:moveTo>
                      <a:pt x="84887" y="88240"/>
                    </a:moveTo>
                    <a:cubicBezTo>
                      <a:pt x="84887" y="88240"/>
                      <a:pt x="74204" y="38351"/>
                      <a:pt x="44826" y="13993"/>
                    </a:cubicBezTo>
                    <a:cubicBezTo>
                      <a:pt x="15447" y="-10364"/>
                      <a:pt x="-2928" y="2776"/>
                      <a:pt x="384" y="11002"/>
                    </a:cubicBezTo>
                    <a:cubicBezTo>
                      <a:pt x="3696" y="19228"/>
                      <a:pt x="53799" y="85783"/>
                      <a:pt x="52624" y="108431"/>
                    </a:cubicBezTo>
                  </a:path>
                </a:pathLst>
              </a:custGeom>
              <a:noFill/>
              <a:ln w="10668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1" name="任意多边形: 形状 160">
                <a:extLst>
                  <a:ext uri="{FF2B5EF4-FFF2-40B4-BE49-F238E27FC236}">
                    <a16:creationId xmlns:a16="http://schemas.microsoft.com/office/drawing/2014/main" id="{6421B4D6-B25C-40F3-A578-9C4EA7035CB8}"/>
                  </a:ext>
                </a:extLst>
              </p:cNvPr>
              <p:cNvSpPr/>
              <p:nvPr/>
            </p:nvSpPr>
            <p:spPr>
              <a:xfrm>
                <a:off x="5316862" y="2632730"/>
                <a:ext cx="80871" cy="192936"/>
              </a:xfrm>
              <a:custGeom>
                <a:avLst/>
                <a:gdLst>
                  <a:gd name="connsiteX0" fmla="*/ 80871 w 80871"/>
                  <a:gd name="connsiteY0" fmla="*/ 21901 h 192936"/>
                  <a:gd name="connsiteX1" fmla="*/ 1 w 80871"/>
                  <a:gd name="connsiteY1" fmla="*/ 7052 h 192936"/>
                  <a:gd name="connsiteX2" fmla="*/ 49143 w 80871"/>
                  <a:gd name="connsiteY2" fmla="*/ 37712 h 192936"/>
                  <a:gd name="connsiteX3" fmla="*/ 65167 w 80871"/>
                  <a:gd name="connsiteY3" fmla="*/ 69761 h 192936"/>
                  <a:gd name="connsiteX4" fmla="*/ 1069 w 80871"/>
                  <a:gd name="connsiteY4" fmla="*/ 65381 h 192936"/>
                  <a:gd name="connsiteX5" fmla="*/ 35255 w 80871"/>
                  <a:gd name="connsiteY5" fmla="*/ 86106 h 192936"/>
                  <a:gd name="connsiteX6" fmla="*/ 11538 w 80871"/>
                  <a:gd name="connsiteY6" fmla="*/ 192936 h 192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0871" h="192936">
                    <a:moveTo>
                      <a:pt x="80871" y="21901"/>
                    </a:moveTo>
                    <a:cubicBezTo>
                      <a:pt x="80871" y="21901"/>
                      <a:pt x="214" y="-15062"/>
                      <a:pt x="1" y="7052"/>
                    </a:cubicBezTo>
                    <a:cubicBezTo>
                      <a:pt x="-213" y="29165"/>
                      <a:pt x="49143" y="37712"/>
                      <a:pt x="49143" y="37712"/>
                    </a:cubicBezTo>
                    <a:lnTo>
                      <a:pt x="65167" y="69761"/>
                    </a:lnTo>
                    <a:cubicBezTo>
                      <a:pt x="65167" y="69761"/>
                      <a:pt x="-2777" y="48395"/>
                      <a:pt x="1069" y="65381"/>
                    </a:cubicBezTo>
                    <a:cubicBezTo>
                      <a:pt x="4915" y="82367"/>
                      <a:pt x="35255" y="86106"/>
                      <a:pt x="35255" y="86106"/>
                    </a:cubicBezTo>
                    <a:cubicBezTo>
                      <a:pt x="35255" y="86106"/>
                      <a:pt x="2244" y="118796"/>
                      <a:pt x="11538" y="192936"/>
                    </a:cubicBezTo>
                  </a:path>
                </a:pathLst>
              </a:custGeom>
              <a:noFill/>
              <a:ln w="10668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2" name="任意多边形: 形状 161">
                <a:extLst>
                  <a:ext uri="{FF2B5EF4-FFF2-40B4-BE49-F238E27FC236}">
                    <a16:creationId xmlns:a16="http://schemas.microsoft.com/office/drawing/2014/main" id="{30CEC03C-433E-44FC-A062-F52D1BE235B8}"/>
                  </a:ext>
                </a:extLst>
              </p:cNvPr>
              <p:cNvSpPr/>
              <p:nvPr/>
            </p:nvSpPr>
            <p:spPr>
              <a:xfrm>
                <a:off x="4032655" y="3823569"/>
                <a:ext cx="1185282" cy="1696298"/>
              </a:xfrm>
              <a:custGeom>
                <a:avLst/>
                <a:gdLst>
                  <a:gd name="connsiteX0" fmla="*/ 817786 w 1185282"/>
                  <a:gd name="connsiteY0" fmla="*/ 15170 h 1696298"/>
                  <a:gd name="connsiteX1" fmla="*/ 838405 w 1185282"/>
                  <a:gd name="connsiteY1" fmla="*/ 159604 h 1696298"/>
                  <a:gd name="connsiteX2" fmla="*/ 1057087 w 1185282"/>
                  <a:gd name="connsiteY2" fmla="*/ 840434 h 1696298"/>
                  <a:gd name="connsiteX3" fmla="*/ 1110502 w 1185282"/>
                  <a:gd name="connsiteY3" fmla="*/ 1319141 h 1696298"/>
                  <a:gd name="connsiteX4" fmla="*/ 1185283 w 1185282"/>
                  <a:gd name="connsiteY4" fmla="*/ 1628949 h 1696298"/>
                  <a:gd name="connsiteX5" fmla="*/ 1036789 w 1185282"/>
                  <a:gd name="connsiteY5" fmla="*/ 1694970 h 1696298"/>
                  <a:gd name="connsiteX6" fmla="*/ 917139 w 1185282"/>
                  <a:gd name="connsiteY6" fmla="*/ 1327688 h 1696298"/>
                  <a:gd name="connsiteX7" fmla="*/ 846203 w 1185282"/>
                  <a:gd name="connsiteY7" fmla="*/ 984869 h 1696298"/>
                  <a:gd name="connsiteX8" fmla="*/ 544942 w 1185282"/>
                  <a:gd name="connsiteY8" fmla="*/ 431915 h 1696298"/>
                  <a:gd name="connsiteX9" fmla="*/ 441850 w 1185282"/>
                  <a:gd name="connsiteY9" fmla="*/ 873445 h 1696298"/>
                  <a:gd name="connsiteX10" fmla="*/ 128196 w 1185282"/>
                  <a:gd name="connsiteY10" fmla="*/ 1632795 h 1696298"/>
                  <a:gd name="connsiteX11" fmla="*/ 0 w 1185282"/>
                  <a:gd name="connsiteY11" fmla="*/ 1595618 h 1696298"/>
                  <a:gd name="connsiteX12" fmla="*/ 78307 w 1185282"/>
                  <a:gd name="connsiteY12" fmla="*/ 1277905 h 1696298"/>
                  <a:gd name="connsiteX13" fmla="*/ 181505 w 1185282"/>
                  <a:gd name="connsiteY13" fmla="*/ 910622 h 1696298"/>
                  <a:gd name="connsiteX14" fmla="*/ 234920 w 1185282"/>
                  <a:gd name="connsiteY14" fmla="*/ 279255 h 1696298"/>
                  <a:gd name="connsiteX15" fmla="*/ 259170 w 1185282"/>
                  <a:gd name="connsiteY15" fmla="*/ 0 h 1696298"/>
                  <a:gd name="connsiteX16" fmla="*/ 817786 w 1185282"/>
                  <a:gd name="connsiteY16" fmla="*/ 15170 h 169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85282" h="1696298">
                    <a:moveTo>
                      <a:pt x="817786" y="15170"/>
                    </a:moveTo>
                    <a:lnTo>
                      <a:pt x="838405" y="159604"/>
                    </a:lnTo>
                    <a:cubicBezTo>
                      <a:pt x="838405" y="159604"/>
                      <a:pt x="1028242" y="729117"/>
                      <a:pt x="1057087" y="840434"/>
                    </a:cubicBezTo>
                    <a:cubicBezTo>
                      <a:pt x="1085931" y="951752"/>
                      <a:pt x="1102489" y="1203658"/>
                      <a:pt x="1110502" y="1319141"/>
                    </a:cubicBezTo>
                    <a:cubicBezTo>
                      <a:pt x="1118514" y="1434625"/>
                      <a:pt x="1185283" y="1628949"/>
                      <a:pt x="1185283" y="1628949"/>
                    </a:cubicBezTo>
                    <a:cubicBezTo>
                      <a:pt x="1185283" y="1628949"/>
                      <a:pt x="1177057" y="1707363"/>
                      <a:pt x="1036789" y="1694970"/>
                    </a:cubicBezTo>
                    <a:cubicBezTo>
                      <a:pt x="1036789" y="1694970"/>
                      <a:pt x="978993" y="1463896"/>
                      <a:pt x="917139" y="1327688"/>
                    </a:cubicBezTo>
                    <a:cubicBezTo>
                      <a:pt x="855284" y="1191479"/>
                      <a:pt x="846203" y="984869"/>
                      <a:pt x="846203" y="984869"/>
                    </a:cubicBezTo>
                    <a:lnTo>
                      <a:pt x="544942" y="431915"/>
                    </a:lnTo>
                    <a:cubicBezTo>
                      <a:pt x="544942" y="431915"/>
                      <a:pt x="483301" y="753902"/>
                      <a:pt x="441850" y="873445"/>
                    </a:cubicBezTo>
                    <a:cubicBezTo>
                      <a:pt x="399118" y="996727"/>
                      <a:pt x="107792" y="1680762"/>
                      <a:pt x="128196" y="1632795"/>
                    </a:cubicBezTo>
                    <a:cubicBezTo>
                      <a:pt x="128196" y="1632795"/>
                      <a:pt x="86960" y="1657580"/>
                      <a:pt x="0" y="1595618"/>
                    </a:cubicBezTo>
                    <a:cubicBezTo>
                      <a:pt x="0" y="1595618"/>
                      <a:pt x="61855" y="1389329"/>
                      <a:pt x="78307" y="1277905"/>
                    </a:cubicBezTo>
                    <a:cubicBezTo>
                      <a:pt x="94759" y="1166481"/>
                      <a:pt x="181505" y="910622"/>
                      <a:pt x="181505" y="910622"/>
                    </a:cubicBezTo>
                    <a:cubicBezTo>
                      <a:pt x="181505" y="910622"/>
                      <a:pt x="202123" y="427856"/>
                      <a:pt x="234920" y="279255"/>
                    </a:cubicBezTo>
                    <a:cubicBezTo>
                      <a:pt x="234920" y="279255"/>
                      <a:pt x="213554" y="115590"/>
                      <a:pt x="259170" y="0"/>
                    </a:cubicBezTo>
                    <a:cubicBezTo>
                      <a:pt x="439977" y="59050"/>
                      <a:pt x="634042" y="64320"/>
                      <a:pt x="817786" y="15170"/>
                    </a:cubicBezTo>
                    <a:close/>
                  </a:path>
                </a:pathLst>
              </a:custGeom>
              <a:solidFill>
                <a:srgbClr val="263238"/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3" name="任意多边形: 形状 162">
                <a:extLst>
                  <a:ext uri="{FF2B5EF4-FFF2-40B4-BE49-F238E27FC236}">
                    <a16:creationId xmlns:a16="http://schemas.microsoft.com/office/drawing/2014/main" id="{91B132A2-CB25-482F-BAF1-1655C716934F}"/>
                  </a:ext>
                </a:extLst>
              </p:cNvPr>
              <p:cNvSpPr/>
              <p:nvPr/>
            </p:nvSpPr>
            <p:spPr>
              <a:xfrm>
                <a:off x="4412544" y="4158482"/>
                <a:ext cx="154904" cy="87280"/>
              </a:xfrm>
              <a:custGeom>
                <a:avLst/>
                <a:gdLst>
                  <a:gd name="connsiteX0" fmla="*/ 0 w 154904"/>
                  <a:gd name="connsiteY0" fmla="*/ 0 h 87280"/>
                  <a:gd name="connsiteX1" fmla="*/ 135247 w 154904"/>
                  <a:gd name="connsiteY1" fmla="*/ 39313 h 87280"/>
                  <a:gd name="connsiteX2" fmla="*/ 154904 w 154904"/>
                  <a:gd name="connsiteY2" fmla="*/ 87281 h 87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4904" h="87280">
                    <a:moveTo>
                      <a:pt x="0" y="0"/>
                    </a:moveTo>
                    <a:lnTo>
                      <a:pt x="135247" y="39313"/>
                    </a:lnTo>
                    <a:lnTo>
                      <a:pt x="154904" y="87281"/>
                    </a:lnTo>
                  </a:path>
                </a:pathLst>
              </a:custGeom>
              <a:noFill/>
              <a:ln w="10668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4" name="任意多边形: 形状 163">
                <a:extLst>
                  <a:ext uri="{FF2B5EF4-FFF2-40B4-BE49-F238E27FC236}">
                    <a16:creationId xmlns:a16="http://schemas.microsoft.com/office/drawing/2014/main" id="{A99A28C9-6A13-4235-B5A8-0737A2E0048C}"/>
                  </a:ext>
                </a:extLst>
              </p:cNvPr>
              <p:cNvSpPr/>
              <p:nvPr/>
            </p:nvSpPr>
            <p:spPr>
              <a:xfrm>
                <a:off x="5063238" y="5452197"/>
                <a:ext cx="412303" cy="168143"/>
              </a:xfrm>
              <a:custGeom>
                <a:avLst/>
                <a:gdLst>
                  <a:gd name="connsiteX0" fmla="*/ 9197 w 412303"/>
                  <a:gd name="connsiteY0" fmla="*/ 49463 h 168143"/>
                  <a:gd name="connsiteX1" fmla="*/ 5885 w 412303"/>
                  <a:gd name="connsiteY1" fmla="*/ 159818 h 168143"/>
                  <a:gd name="connsiteX2" fmla="*/ 48617 w 412303"/>
                  <a:gd name="connsiteY2" fmla="*/ 168044 h 168143"/>
                  <a:gd name="connsiteX3" fmla="*/ 126924 w 412303"/>
                  <a:gd name="connsiteY3" fmla="*/ 165160 h 168143"/>
                  <a:gd name="connsiteX4" fmla="*/ 282790 w 412303"/>
                  <a:gd name="connsiteY4" fmla="*/ 146144 h 168143"/>
                  <a:gd name="connsiteX5" fmla="*/ 403187 w 412303"/>
                  <a:gd name="connsiteY5" fmla="*/ 91554 h 168143"/>
                  <a:gd name="connsiteX6" fmla="*/ 403187 w 412303"/>
                  <a:gd name="connsiteY6" fmla="*/ 55765 h 168143"/>
                  <a:gd name="connsiteX7" fmla="*/ 154807 w 412303"/>
                  <a:gd name="connsiteY7" fmla="*/ 0 h 168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2303" h="168143">
                    <a:moveTo>
                      <a:pt x="9197" y="49463"/>
                    </a:moveTo>
                    <a:cubicBezTo>
                      <a:pt x="9197" y="49463"/>
                      <a:pt x="-9071" y="141016"/>
                      <a:pt x="5885" y="159818"/>
                    </a:cubicBezTo>
                    <a:cubicBezTo>
                      <a:pt x="13791" y="169647"/>
                      <a:pt x="37293" y="167830"/>
                      <a:pt x="48617" y="168044"/>
                    </a:cubicBezTo>
                    <a:cubicBezTo>
                      <a:pt x="74684" y="168578"/>
                      <a:pt x="100857" y="166869"/>
                      <a:pt x="126924" y="165160"/>
                    </a:cubicBezTo>
                    <a:cubicBezTo>
                      <a:pt x="179057" y="161741"/>
                      <a:pt x="232473" y="162275"/>
                      <a:pt x="282790" y="146144"/>
                    </a:cubicBezTo>
                    <a:cubicBezTo>
                      <a:pt x="325179" y="133403"/>
                      <a:pt x="365671" y="115043"/>
                      <a:pt x="403187" y="91554"/>
                    </a:cubicBezTo>
                    <a:cubicBezTo>
                      <a:pt x="423699" y="77879"/>
                      <a:pt x="403187" y="55765"/>
                      <a:pt x="403187" y="55765"/>
                    </a:cubicBezTo>
                    <a:lnTo>
                      <a:pt x="154807" y="0"/>
                    </a:lnTo>
                  </a:path>
                </a:pathLst>
              </a:custGeom>
              <a:noFill/>
              <a:ln w="10668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5" name="任意多边形: 形状 164">
                <a:extLst>
                  <a:ext uri="{FF2B5EF4-FFF2-40B4-BE49-F238E27FC236}">
                    <a16:creationId xmlns:a16="http://schemas.microsoft.com/office/drawing/2014/main" id="{8D840A38-434B-4076-8034-09E184747395}"/>
                  </a:ext>
                </a:extLst>
              </p:cNvPr>
              <p:cNvSpPr/>
              <p:nvPr/>
            </p:nvSpPr>
            <p:spPr>
              <a:xfrm>
                <a:off x="5071153" y="5507963"/>
                <a:ext cx="395272" cy="80581"/>
              </a:xfrm>
              <a:custGeom>
                <a:avLst/>
                <a:gdLst>
                  <a:gd name="connsiteX0" fmla="*/ 0 w 395272"/>
                  <a:gd name="connsiteY0" fmla="*/ 71790 h 80581"/>
                  <a:gd name="connsiteX1" fmla="*/ 395272 w 395272"/>
                  <a:gd name="connsiteY1" fmla="*/ 0 h 80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95272" h="80581">
                    <a:moveTo>
                      <a:pt x="0" y="71790"/>
                    </a:moveTo>
                    <a:cubicBezTo>
                      <a:pt x="0" y="71790"/>
                      <a:pt x="279148" y="117620"/>
                      <a:pt x="395272" y="0"/>
                    </a:cubicBezTo>
                  </a:path>
                </a:pathLst>
              </a:custGeom>
              <a:noFill/>
              <a:ln w="10668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5E972A64-055F-4CE6-BA8E-1D27A621CBA2}"/>
                  </a:ext>
                </a:extLst>
              </p:cNvPr>
              <p:cNvSpPr/>
              <p:nvPr/>
            </p:nvSpPr>
            <p:spPr>
              <a:xfrm>
                <a:off x="4015626" y="5409999"/>
                <a:ext cx="146389" cy="186386"/>
              </a:xfrm>
              <a:custGeom>
                <a:avLst/>
                <a:gdLst>
                  <a:gd name="connsiteX0" fmla="*/ 27819 w 146389"/>
                  <a:gd name="connsiteY0" fmla="*/ 0 h 186386"/>
                  <a:gd name="connsiteX1" fmla="*/ 471 w 146389"/>
                  <a:gd name="connsiteY1" fmla="*/ 144541 h 186386"/>
                  <a:gd name="connsiteX2" fmla="*/ 80487 w 146389"/>
                  <a:gd name="connsiteY2" fmla="*/ 186312 h 186386"/>
                  <a:gd name="connsiteX3" fmla="*/ 143730 w 146389"/>
                  <a:gd name="connsiteY3" fmla="*/ 139734 h 186386"/>
                  <a:gd name="connsiteX4" fmla="*/ 143730 w 146389"/>
                  <a:gd name="connsiteY4" fmla="*/ 23503 h 186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389" h="186386">
                    <a:moveTo>
                      <a:pt x="27819" y="0"/>
                    </a:moveTo>
                    <a:cubicBezTo>
                      <a:pt x="27819" y="0"/>
                      <a:pt x="-4230" y="109929"/>
                      <a:pt x="471" y="144541"/>
                    </a:cubicBezTo>
                    <a:cubicBezTo>
                      <a:pt x="5171" y="179155"/>
                      <a:pt x="39891" y="187274"/>
                      <a:pt x="80487" y="186312"/>
                    </a:cubicBezTo>
                    <a:cubicBezTo>
                      <a:pt x="121082" y="185351"/>
                      <a:pt x="137748" y="167190"/>
                      <a:pt x="143730" y="139734"/>
                    </a:cubicBezTo>
                    <a:cubicBezTo>
                      <a:pt x="149713" y="112279"/>
                      <a:pt x="143730" y="23503"/>
                      <a:pt x="143730" y="23503"/>
                    </a:cubicBezTo>
                  </a:path>
                </a:pathLst>
              </a:custGeom>
              <a:noFill/>
              <a:ln w="10668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7" name="任意多边形: 形状 166">
                <a:extLst>
                  <a:ext uri="{FF2B5EF4-FFF2-40B4-BE49-F238E27FC236}">
                    <a16:creationId xmlns:a16="http://schemas.microsoft.com/office/drawing/2014/main" id="{2E52040B-F2B8-44EC-BD13-3E76B0653561}"/>
                  </a:ext>
                </a:extLst>
              </p:cNvPr>
              <p:cNvSpPr/>
              <p:nvPr/>
            </p:nvSpPr>
            <p:spPr>
              <a:xfrm>
                <a:off x="4015669" y="5537769"/>
                <a:ext cx="143686" cy="11965"/>
              </a:xfrm>
              <a:custGeom>
                <a:avLst/>
                <a:gdLst>
                  <a:gd name="connsiteX0" fmla="*/ 0 w 143686"/>
                  <a:gd name="connsiteY0" fmla="*/ 0 h 11965"/>
                  <a:gd name="connsiteX1" fmla="*/ 143687 w 143686"/>
                  <a:gd name="connsiteY1" fmla="*/ 11965 h 11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3686" h="11965">
                    <a:moveTo>
                      <a:pt x="0" y="0"/>
                    </a:moveTo>
                    <a:lnTo>
                      <a:pt x="143687" y="11965"/>
                    </a:lnTo>
                  </a:path>
                </a:pathLst>
              </a:custGeom>
              <a:ln w="10668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8" name="任意多边形: 形状 167">
                <a:extLst>
                  <a:ext uri="{FF2B5EF4-FFF2-40B4-BE49-F238E27FC236}">
                    <a16:creationId xmlns:a16="http://schemas.microsoft.com/office/drawing/2014/main" id="{C23D9695-1B9E-48CC-AE04-AB5651752E23}"/>
                  </a:ext>
                </a:extLst>
              </p:cNvPr>
              <p:cNvSpPr/>
              <p:nvPr/>
            </p:nvSpPr>
            <p:spPr>
              <a:xfrm>
                <a:off x="4378790" y="1985067"/>
                <a:ext cx="237697" cy="287645"/>
              </a:xfrm>
              <a:custGeom>
                <a:avLst/>
                <a:gdLst>
                  <a:gd name="connsiteX0" fmla="*/ 11961 w 237697"/>
                  <a:gd name="connsiteY0" fmla="*/ 247584 h 287645"/>
                  <a:gd name="connsiteX1" fmla="*/ 31297 w 237697"/>
                  <a:gd name="connsiteY1" fmla="*/ 211796 h 287645"/>
                  <a:gd name="connsiteX2" fmla="*/ 1598 w 237697"/>
                  <a:gd name="connsiteY2" fmla="*/ 104218 h 287645"/>
                  <a:gd name="connsiteX3" fmla="*/ 34502 w 237697"/>
                  <a:gd name="connsiteY3" fmla="*/ 125584 h 287645"/>
                  <a:gd name="connsiteX4" fmla="*/ 25849 w 237697"/>
                  <a:gd name="connsiteY4" fmla="*/ 42897 h 287645"/>
                  <a:gd name="connsiteX5" fmla="*/ 67192 w 237697"/>
                  <a:gd name="connsiteY5" fmla="*/ 106995 h 287645"/>
                  <a:gd name="connsiteX6" fmla="*/ 75632 w 237697"/>
                  <a:gd name="connsiteY6" fmla="*/ 165 h 287645"/>
                  <a:gd name="connsiteX7" fmla="*/ 109497 w 237697"/>
                  <a:gd name="connsiteY7" fmla="*/ 97167 h 287645"/>
                  <a:gd name="connsiteX8" fmla="*/ 141546 w 237697"/>
                  <a:gd name="connsiteY8" fmla="*/ 5720 h 287645"/>
                  <a:gd name="connsiteX9" fmla="*/ 141546 w 237697"/>
                  <a:gd name="connsiteY9" fmla="*/ 192566 h 287645"/>
                  <a:gd name="connsiteX10" fmla="*/ 237693 w 237697"/>
                  <a:gd name="connsiteY10" fmla="*/ 198976 h 287645"/>
                  <a:gd name="connsiteX11" fmla="*/ 98814 w 237697"/>
                  <a:gd name="connsiteY11" fmla="*/ 277603 h 287645"/>
                  <a:gd name="connsiteX12" fmla="*/ 92511 w 237697"/>
                  <a:gd name="connsiteY12" fmla="*/ 287646 h 287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7697" h="287645">
                    <a:moveTo>
                      <a:pt x="11961" y="247584"/>
                    </a:moveTo>
                    <a:cubicBezTo>
                      <a:pt x="24139" y="225363"/>
                      <a:pt x="31297" y="211796"/>
                      <a:pt x="31297" y="211796"/>
                    </a:cubicBezTo>
                    <a:cubicBezTo>
                      <a:pt x="31297" y="211796"/>
                      <a:pt x="-8337" y="115969"/>
                      <a:pt x="1598" y="104218"/>
                    </a:cubicBezTo>
                    <a:cubicBezTo>
                      <a:pt x="11533" y="92466"/>
                      <a:pt x="34502" y="125584"/>
                      <a:pt x="34502" y="125584"/>
                    </a:cubicBezTo>
                    <a:cubicBezTo>
                      <a:pt x="34502" y="125584"/>
                      <a:pt x="10999" y="49414"/>
                      <a:pt x="25849" y="42897"/>
                    </a:cubicBezTo>
                    <a:cubicBezTo>
                      <a:pt x="40698" y="36381"/>
                      <a:pt x="67192" y="106995"/>
                      <a:pt x="67192" y="106995"/>
                    </a:cubicBezTo>
                    <a:cubicBezTo>
                      <a:pt x="67192" y="106995"/>
                      <a:pt x="60248" y="4972"/>
                      <a:pt x="75632" y="165"/>
                    </a:cubicBezTo>
                    <a:cubicBezTo>
                      <a:pt x="91015" y="-4642"/>
                      <a:pt x="109497" y="97167"/>
                      <a:pt x="109497" y="97167"/>
                    </a:cubicBezTo>
                    <a:cubicBezTo>
                      <a:pt x="109497" y="97167"/>
                      <a:pt x="129367" y="6575"/>
                      <a:pt x="141546" y="5720"/>
                    </a:cubicBezTo>
                    <a:cubicBezTo>
                      <a:pt x="153725" y="4866"/>
                      <a:pt x="141546" y="192566"/>
                      <a:pt x="141546" y="192566"/>
                    </a:cubicBezTo>
                    <a:cubicBezTo>
                      <a:pt x="166117" y="204638"/>
                      <a:pt x="238334" y="175153"/>
                      <a:pt x="237693" y="198976"/>
                    </a:cubicBezTo>
                    <a:cubicBezTo>
                      <a:pt x="237052" y="222799"/>
                      <a:pt x="98814" y="277603"/>
                      <a:pt x="98814" y="277603"/>
                    </a:cubicBezTo>
                    <a:cubicBezTo>
                      <a:pt x="96396" y="280741"/>
                      <a:pt x="94285" y="284104"/>
                      <a:pt x="92511" y="287646"/>
                    </a:cubicBezTo>
                  </a:path>
                </a:pathLst>
              </a:custGeom>
              <a:noFill/>
              <a:ln w="10668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9" name="任意多边形: 形状 168">
                <a:extLst>
                  <a:ext uri="{FF2B5EF4-FFF2-40B4-BE49-F238E27FC236}">
                    <a16:creationId xmlns:a16="http://schemas.microsoft.com/office/drawing/2014/main" id="{35C628E7-2DF5-4F06-AA0B-CC05325E0353}"/>
                  </a:ext>
                </a:extLst>
              </p:cNvPr>
              <p:cNvSpPr/>
              <p:nvPr/>
            </p:nvSpPr>
            <p:spPr>
              <a:xfrm>
                <a:off x="4093228" y="2229553"/>
                <a:ext cx="384696" cy="791185"/>
              </a:xfrm>
              <a:custGeom>
                <a:avLst/>
                <a:gdLst>
                  <a:gd name="connsiteX0" fmla="*/ 79054 w 384696"/>
                  <a:gd name="connsiteY0" fmla="*/ 791186 h 791185"/>
                  <a:gd name="connsiteX1" fmla="*/ 0 w 384696"/>
                  <a:gd name="connsiteY1" fmla="*/ 535006 h 791185"/>
                  <a:gd name="connsiteX2" fmla="*/ 282353 w 384696"/>
                  <a:gd name="connsiteY2" fmla="*/ 0 h 791185"/>
                  <a:gd name="connsiteX3" fmla="*/ 384696 w 384696"/>
                  <a:gd name="connsiteY3" fmla="*/ 53522 h 791185"/>
                  <a:gd name="connsiteX4" fmla="*/ 204153 w 384696"/>
                  <a:gd name="connsiteY4" fmla="*/ 540775 h 791185"/>
                  <a:gd name="connsiteX5" fmla="*/ 254684 w 384696"/>
                  <a:gd name="connsiteY5" fmla="*/ 703478 h 791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4696" h="791185">
                    <a:moveTo>
                      <a:pt x="79054" y="791186"/>
                    </a:moveTo>
                    <a:lnTo>
                      <a:pt x="0" y="535006"/>
                    </a:lnTo>
                    <a:lnTo>
                      <a:pt x="282353" y="0"/>
                    </a:lnTo>
                    <a:lnTo>
                      <a:pt x="384696" y="53522"/>
                    </a:lnTo>
                    <a:lnTo>
                      <a:pt x="204153" y="540775"/>
                    </a:lnTo>
                    <a:lnTo>
                      <a:pt x="254684" y="703478"/>
                    </a:lnTo>
                  </a:path>
                </a:pathLst>
              </a:custGeom>
              <a:noFill/>
              <a:ln w="10668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0" name="任意多边形: 形状 169">
                <a:extLst>
                  <a:ext uri="{FF2B5EF4-FFF2-40B4-BE49-F238E27FC236}">
                    <a16:creationId xmlns:a16="http://schemas.microsoft.com/office/drawing/2014/main" id="{5B9D324A-F877-4B3D-BDCB-C14AC3866753}"/>
                  </a:ext>
                </a:extLst>
              </p:cNvPr>
              <p:cNvSpPr/>
              <p:nvPr/>
            </p:nvSpPr>
            <p:spPr>
              <a:xfrm>
                <a:off x="4172283" y="2724070"/>
                <a:ext cx="125098" cy="80871"/>
              </a:xfrm>
              <a:custGeom>
                <a:avLst/>
                <a:gdLst>
                  <a:gd name="connsiteX0" fmla="*/ 9187 w 125098"/>
                  <a:gd name="connsiteY0" fmla="*/ 1 h 80871"/>
                  <a:gd name="connsiteX1" fmla="*/ 125098 w 125098"/>
                  <a:gd name="connsiteY1" fmla="*/ 46258 h 80871"/>
                  <a:gd name="connsiteX2" fmla="*/ 0 w 125098"/>
                  <a:gd name="connsiteY2" fmla="*/ 80872 h 80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5098" h="80871">
                    <a:moveTo>
                      <a:pt x="9187" y="1"/>
                    </a:moveTo>
                    <a:cubicBezTo>
                      <a:pt x="9187" y="1"/>
                      <a:pt x="110463" y="-854"/>
                      <a:pt x="125098" y="46258"/>
                    </a:cubicBezTo>
                    <a:cubicBezTo>
                      <a:pt x="80734" y="43793"/>
                      <a:pt x="36787" y="55953"/>
                      <a:pt x="0" y="80872"/>
                    </a:cubicBezTo>
                  </a:path>
                </a:pathLst>
              </a:custGeom>
              <a:noFill/>
              <a:ln w="10668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1" name="任意多边形: 形状 170">
                <a:extLst>
                  <a:ext uri="{FF2B5EF4-FFF2-40B4-BE49-F238E27FC236}">
                    <a16:creationId xmlns:a16="http://schemas.microsoft.com/office/drawing/2014/main" id="{31249AC1-4A3A-414E-BF3F-4B9578134681}"/>
                  </a:ext>
                </a:extLst>
              </p:cNvPr>
              <p:cNvSpPr/>
              <p:nvPr/>
            </p:nvSpPr>
            <p:spPr>
              <a:xfrm>
                <a:off x="4516063" y="2745330"/>
                <a:ext cx="10683" cy="74247"/>
              </a:xfrm>
              <a:custGeom>
                <a:avLst/>
                <a:gdLst>
                  <a:gd name="connsiteX0" fmla="*/ 0 w 10683"/>
                  <a:gd name="connsiteY0" fmla="*/ 74247 h 74247"/>
                  <a:gd name="connsiteX1" fmla="*/ 0 w 10683"/>
                  <a:gd name="connsiteY1" fmla="*/ 0 h 74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683" h="74247">
                    <a:moveTo>
                      <a:pt x="0" y="74247"/>
                    </a:moveTo>
                    <a:lnTo>
                      <a:pt x="0" y="0"/>
                    </a:lnTo>
                  </a:path>
                </a:pathLst>
              </a:custGeom>
              <a:ln w="10668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2" name="任意多边形: 形状 171">
                <a:extLst>
                  <a:ext uri="{FF2B5EF4-FFF2-40B4-BE49-F238E27FC236}">
                    <a16:creationId xmlns:a16="http://schemas.microsoft.com/office/drawing/2014/main" id="{745C1AE3-D2C6-4880-972F-4F6F0359E373}"/>
                  </a:ext>
                </a:extLst>
              </p:cNvPr>
              <p:cNvSpPr/>
              <p:nvPr/>
            </p:nvSpPr>
            <p:spPr>
              <a:xfrm>
                <a:off x="4892426" y="3227348"/>
                <a:ext cx="377752" cy="399811"/>
              </a:xfrm>
              <a:custGeom>
                <a:avLst/>
                <a:gdLst>
                  <a:gd name="connsiteX0" fmla="*/ 14529 w 377752"/>
                  <a:gd name="connsiteY0" fmla="*/ 0 h 399811"/>
                  <a:gd name="connsiteX1" fmla="*/ 39848 w 377752"/>
                  <a:gd name="connsiteY1" fmla="*/ 168472 h 399811"/>
                  <a:gd name="connsiteX2" fmla="*/ 73499 w 377752"/>
                  <a:gd name="connsiteY2" fmla="*/ 58543 h 399811"/>
                  <a:gd name="connsiteX3" fmla="*/ 73499 w 377752"/>
                  <a:gd name="connsiteY3" fmla="*/ 187381 h 399811"/>
                  <a:gd name="connsiteX4" fmla="*/ 377752 w 377752"/>
                  <a:gd name="connsiteY4" fmla="*/ 380744 h 399811"/>
                  <a:gd name="connsiteX5" fmla="*/ 275515 w 377752"/>
                  <a:gd name="connsiteY5" fmla="*/ 389931 h 399811"/>
                  <a:gd name="connsiteX6" fmla="*/ 0 w 377752"/>
                  <a:gd name="connsiteY6" fmla="*/ 186953 h 399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7752" h="399811">
                    <a:moveTo>
                      <a:pt x="14529" y="0"/>
                    </a:moveTo>
                    <a:lnTo>
                      <a:pt x="39848" y="168472"/>
                    </a:lnTo>
                    <a:cubicBezTo>
                      <a:pt x="39848" y="168472"/>
                      <a:pt x="60573" y="58543"/>
                      <a:pt x="73499" y="58543"/>
                    </a:cubicBezTo>
                    <a:cubicBezTo>
                      <a:pt x="86426" y="58543"/>
                      <a:pt x="73499" y="187381"/>
                      <a:pt x="73499" y="187381"/>
                    </a:cubicBezTo>
                    <a:cubicBezTo>
                      <a:pt x="73499" y="187381"/>
                      <a:pt x="285878" y="379675"/>
                      <a:pt x="377752" y="380744"/>
                    </a:cubicBezTo>
                    <a:cubicBezTo>
                      <a:pt x="377752" y="380744"/>
                      <a:pt x="326687" y="416638"/>
                      <a:pt x="275515" y="389931"/>
                    </a:cubicBezTo>
                    <a:cubicBezTo>
                      <a:pt x="224344" y="363223"/>
                      <a:pt x="0" y="186953"/>
                      <a:pt x="0" y="186953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" name="任意多边形: 形状 172">
                <a:extLst>
                  <a:ext uri="{FF2B5EF4-FFF2-40B4-BE49-F238E27FC236}">
                    <a16:creationId xmlns:a16="http://schemas.microsoft.com/office/drawing/2014/main" id="{17924F18-4BF5-4E8D-BB46-91BB4E01EE44}"/>
                  </a:ext>
                </a:extLst>
              </p:cNvPr>
              <p:cNvSpPr/>
              <p:nvPr/>
            </p:nvSpPr>
            <p:spPr>
              <a:xfrm>
                <a:off x="4172283" y="2273567"/>
                <a:ext cx="305641" cy="673031"/>
              </a:xfrm>
              <a:custGeom>
                <a:avLst/>
                <a:gdLst>
                  <a:gd name="connsiteX0" fmla="*/ 287480 w 305641"/>
                  <a:gd name="connsiteY0" fmla="*/ 0 h 673031"/>
                  <a:gd name="connsiteX1" fmla="*/ 93263 w 305641"/>
                  <a:gd name="connsiteY1" fmla="*/ 471763 h 673031"/>
                  <a:gd name="connsiteX2" fmla="*/ 0 w 305641"/>
                  <a:gd name="connsiteY2" fmla="*/ 531374 h 673031"/>
                  <a:gd name="connsiteX3" fmla="*/ 103839 w 305641"/>
                  <a:gd name="connsiteY3" fmla="*/ 512786 h 673031"/>
                  <a:gd name="connsiteX4" fmla="*/ 138773 w 305641"/>
                  <a:gd name="connsiteY4" fmla="*/ 673031 h 673031"/>
                  <a:gd name="connsiteX5" fmla="*/ 175629 w 305641"/>
                  <a:gd name="connsiteY5" fmla="*/ 659036 h 673031"/>
                  <a:gd name="connsiteX6" fmla="*/ 125098 w 305641"/>
                  <a:gd name="connsiteY6" fmla="*/ 496334 h 673031"/>
                  <a:gd name="connsiteX7" fmla="*/ 305642 w 305641"/>
                  <a:gd name="connsiteY7" fmla="*/ 9081 h 673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5641" h="673031">
                    <a:moveTo>
                      <a:pt x="287480" y="0"/>
                    </a:moveTo>
                    <a:lnTo>
                      <a:pt x="93263" y="471763"/>
                    </a:lnTo>
                    <a:cubicBezTo>
                      <a:pt x="93263" y="471763"/>
                      <a:pt x="25639" y="470695"/>
                      <a:pt x="0" y="531374"/>
                    </a:cubicBezTo>
                    <a:lnTo>
                      <a:pt x="103839" y="512786"/>
                    </a:lnTo>
                    <a:lnTo>
                      <a:pt x="138773" y="673031"/>
                    </a:lnTo>
                    <a:lnTo>
                      <a:pt x="175629" y="659036"/>
                    </a:lnTo>
                    <a:lnTo>
                      <a:pt x="125098" y="496334"/>
                    </a:lnTo>
                    <a:lnTo>
                      <a:pt x="305642" y="9081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0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45" name="图形 11">
            <a:extLst>
              <a:ext uri="{FF2B5EF4-FFF2-40B4-BE49-F238E27FC236}">
                <a16:creationId xmlns:a16="http://schemas.microsoft.com/office/drawing/2014/main" id="{5D94ED22-7DB7-49FB-8F01-643400A6C5BC}"/>
              </a:ext>
            </a:extLst>
          </p:cNvPr>
          <p:cNvGrpSpPr/>
          <p:nvPr/>
        </p:nvGrpSpPr>
        <p:grpSpPr>
          <a:xfrm>
            <a:off x="1537040" y="3157638"/>
            <a:ext cx="2427781" cy="1610100"/>
            <a:chOff x="580559" y="1256336"/>
            <a:chExt cx="5101382" cy="2682983"/>
          </a:xfrm>
          <a:noFill/>
        </p:grpSpPr>
        <p:sp>
          <p:nvSpPr>
            <p:cNvPr id="246" name="任意多边形: 形状 245">
              <a:extLst>
                <a:ext uri="{FF2B5EF4-FFF2-40B4-BE49-F238E27FC236}">
                  <a16:creationId xmlns:a16="http://schemas.microsoft.com/office/drawing/2014/main" id="{7F9E0086-E32E-46EA-AFF9-FC4936431225}"/>
                </a:ext>
              </a:extLst>
            </p:cNvPr>
            <p:cNvSpPr/>
            <p:nvPr/>
          </p:nvSpPr>
          <p:spPr>
            <a:xfrm>
              <a:off x="580559" y="1256336"/>
              <a:ext cx="5052361" cy="2588879"/>
            </a:xfrm>
            <a:custGeom>
              <a:avLst/>
              <a:gdLst>
                <a:gd name="connsiteX0" fmla="*/ 0 w 5052361"/>
                <a:gd name="connsiteY0" fmla="*/ 2448381 h 2588879"/>
                <a:gd name="connsiteX1" fmla="*/ 230810 w 5052361"/>
                <a:gd name="connsiteY1" fmla="*/ 2448381 h 2588879"/>
                <a:gd name="connsiteX2" fmla="*/ 230810 w 5052361"/>
                <a:gd name="connsiteY2" fmla="*/ 361170 h 2588879"/>
                <a:gd name="connsiteX3" fmla="*/ 837890 w 5052361"/>
                <a:gd name="connsiteY3" fmla="*/ 361170 h 2588879"/>
                <a:gd name="connsiteX4" fmla="*/ 837890 w 5052361"/>
                <a:gd name="connsiteY4" fmla="*/ 1354586 h 2588879"/>
                <a:gd name="connsiteX5" fmla="*/ 968322 w 5052361"/>
                <a:gd name="connsiteY5" fmla="*/ 1354586 h 2588879"/>
                <a:gd name="connsiteX6" fmla="*/ 968322 w 5052361"/>
                <a:gd name="connsiteY6" fmla="*/ 2588880 h 2588879"/>
                <a:gd name="connsiteX7" fmla="*/ 1118889 w 5052361"/>
                <a:gd name="connsiteY7" fmla="*/ 2588880 h 2588879"/>
                <a:gd name="connsiteX8" fmla="*/ 1118889 w 5052361"/>
                <a:gd name="connsiteY8" fmla="*/ 746485 h 2588879"/>
                <a:gd name="connsiteX9" fmla="*/ 1399815 w 5052361"/>
                <a:gd name="connsiteY9" fmla="*/ 746485 h 2588879"/>
                <a:gd name="connsiteX10" fmla="*/ 1399815 w 5052361"/>
                <a:gd name="connsiteY10" fmla="*/ 0 h 2588879"/>
                <a:gd name="connsiteX11" fmla="*/ 1851368 w 5052361"/>
                <a:gd name="connsiteY11" fmla="*/ 0 h 2588879"/>
                <a:gd name="connsiteX12" fmla="*/ 1851368 w 5052361"/>
                <a:gd name="connsiteY12" fmla="*/ 1374647 h 2588879"/>
                <a:gd name="connsiteX13" fmla="*/ 2021995 w 5052361"/>
                <a:gd name="connsiteY13" fmla="*/ 1374647 h 2588879"/>
                <a:gd name="connsiteX14" fmla="*/ 2021995 w 5052361"/>
                <a:gd name="connsiteY14" fmla="*/ 827823 h 2588879"/>
                <a:gd name="connsiteX15" fmla="*/ 2403298 w 5052361"/>
                <a:gd name="connsiteY15" fmla="*/ 827823 h 2588879"/>
                <a:gd name="connsiteX16" fmla="*/ 2403298 w 5052361"/>
                <a:gd name="connsiteY16" fmla="*/ 948189 h 2588879"/>
                <a:gd name="connsiteX17" fmla="*/ 2729380 w 5052361"/>
                <a:gd name="connsiteY17" fmla="*/ 948189 h 2588879"/>
                <a:gd name="connsiteX18" fmla="*/ 2729380 w 5052361"/>
                <a:gd name="connsiteY18" fmla="*/ 2573780 h 2588879"/>
                <a:gd name="connsiteX19" fmla="*/ 2859812 w 5052361"/>
                <a:gd name="connsiteY19" fmla="*/ 2573780 h 2588879"/>
                <a:gd name="connsiteX20" fmla="*/ 2859812 w 5052361"/>
                <a:gd name="connsiteY20" fmla="*/ 2277753 h 2588879"/>
                <a:gd name="connsiteX21" fmla="*/ 3216094 w 5052361"/>
                <a:gd name="connsiteY21" fmla="*/ 2277753 h 2588879"/>
                <a:gd name="connsiteX22" fmla="*/ 3216094 w 5052361"/>
                <a:gd name="connsiteY22" fmla="*/ 2568746 h 2588879"/>
                <a:gd name="connsiteX23" fmla="*/ 3386648 w 5052361"/>
                <a:gd name="connsiteY23" fmla="*/ 2568746 h 2588879"/>
                <a:gd name="connsiteX24" fmla="*/ 3386648 w 5052361"/>
                <a:gd name="connsiteY24" fmla="*/ 1103788 h 2588879"/>
                <a:gd name="connsiteX25" fmla="*/ 3963600 w 5052361"/>
                <a:gd name="connsiteY25" fmla="*/ 1103788 h 2588879"/>
                <a:gd name="connsiteX26" fmla="*/ 3963600 w 5052361"/>
                <a:gd name="connsiteY26" fmla="*/ 2478436 h 2588879"/>
                <a:gd name="connsiteX27" fmla="*/ 4129194 w 5052361"/>
                <a:gd name="connsiteY27" fmla="*/ 2478436 h 2588879"/>
                <a:gd name="connsiteX28" fmla="*/ 4129194 w 5052361"/>
                <a:gd name="connsiteY28" fmla="*/ 561925 h 2588879"/>
                <a:gd name="connsiteX29" fmla="*/ 4329876 w 5052361"/>
                <a:gd name="connsiteY29" fmla="*/ 561925 h 2588879"/>
                <a:gd name="connsiteX30" fmla="*/ 4329876 w 5052361"/>
                <a:gd name="connsiteY30" fmla="*/ 210676 h 2588879"/>
                <a:gd name="connsiteX31" fmla="*/ 4430254 w 5052361"/>
                <a:gd name="connsiteY31" fmla="*/ 210676 h 2588879"/>
                <a:gd name="connsiteX32" fmla="*/ 4430254 w 5052361"/>
                <a:gd name="connsiteY32" fmla="*/ 9994 h 2588879"/>
                <a:gd name="connsiteX33" fmla="*/ 4590814 w 5052361"/>
                <a:gd name="connsiteY33" fmla="*/ 9994 h 2588879"/>
                <a:gd name="connsiteX34" fmla="*/ 4590814 w 5052361"/>
                <a:gd name="connsiteY34" fmla="*/ 1309431 h 2588879"/>
                <a:gd name="connsiteX35" fmla="*/ 4851679 w 5052361"/>
                <a:gd name="connsiteY35" fmla="*/ 1309431 h 2588879"/>
                <a:gd name="connsiteX36" fmla="*/ 4851679 w 5052361"/>
                <a:gd name="connsiteY36" fmla="*/ 2548685 h 2588879"/>
                <a:gd name="connsiteX37" fmla="*/ 5052361 w 5052361"/>
                <a:gd name="connsiteY37" fmla="*/ 2548685 h 2588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052361" h="2588879">
                  <a:moveTo>
                    <a:pt x="0" y="2448381"/>
                  </a:moveTo>
                  <a:lnTo>
                    <a:pt x="230810" y="2448381"/>
                  </a:lnTo>
                  <a:lnTo>
                    <a:pt x="230810" y="361170"/>
                  </a:lnTo>
                  <a:lnTo>
                    <a:pt x="837890" y="361170"/>
                  </a:lnTo>
                  <a:lnTo>
                    <a:pt x="837890" y="1354586"/>
                  </a:lnTo>
                  <a:lnTo>
                    <a:pt x="968322" y="1354586"/>
                  </a:lnTo>
                  <a:lnTo>
                    <a:pt x="968322" y="2588880"/>
                  </a:lnTo>
                  <a:lnTo>
                    <a:pt x="1118889" y="2588880"/>
                  </a:lnTo>
                  <a:lnTo>
                    <a:pt x="1118889" y="746485"/>
                  </a:lnTo>
                  <a:lnTo>
                    <a:pt x="1399815" y="746485"/>
                  </a:lnTo>
                  <a:lnTo>
                    <a:pt x="1399815" y="0"/>
                  </a:lnTo>
                  <a:lnTo>
                    <a:pt x="1851368" y="0"/>
                  </a:lnTo>
                  <a:lnTo>
                    <a:pt x="1851368" y="1374647"/>
                  </a:lnTo>
                  <a:lnTo>
                    <a:pt x="2021995" y="1374647"/>
                  </a:lnTo>
                  <a:lnTo>
                    <a:pt x="2021995" y="827823"/>
                  </a:lnTo>
                  <a:lnTo>
                    <a:pt x="2403298" y="827823"/>
                  </a:lnTo>
                  <a:lnTo>
                    <a:pt x="2403298" y="948189"/>
                  </a:lnTo>
                  <a:lnTo>
                    <a:pt x="2729380" y="948189"/>
                  </a:lnTo>
                  <a:lnTo>
                    <a:pt x="2729380" y="2573780"/>
                  </a:lnTo>
                  <a:lnTo>
                    <a:pt x="2859812" y="2573780"/>
                  </a:lnTo>
                  <a:lnTo>
                    <a:pt x="2859812" y="2277753"/>
                  </a:lnTo>
                  <a:lnTo>
                    <a:pt x="3216094" y="2277753"/>
                  </a:lnTo>
                  <a:lnTo>
                    <a:pt x="3216094" y="2568746"/>
                  </a:lnTo>
                  <a:lnTo>
                    <a:pt x="3386648" y="2568746"/>
                  </a:lnTo>
                  <a:lnTo>
                    <a:pt x="3386648" y="1103788"/>
                  </a:lnTo>
                  <a:lnTo>
                    <a:pt x="3963600" y="1103788"/>
                  </a:lnTo>
                  <a:lnTo>
                    <a:pt x="3963600" y="2478436"/>
                  </a:lnTo>
                  <a:lnTo>
                    <a:pt x="4129194" y="2478436"/>
                  </a:lnTo>
                  <a:lnTo>
                    <a:pt x="4129194" y="561925"/>
                  </a:lnTo>
                  <a:lnTo>
                    <a:pt x="4329876" y="561925"/>
                  </a:lnTo>
                  <a:lnTo>
                    <a:pt x="4329876" y="210676"/>
                  </a:lnTo>
                  <a:lnTo>
                    <a:pt x="4430254" y="210676"/>
                  </a:lnTo>
                  <a:lnTo>
                    <a:pt x="4430254" y="9994"/>
                  </a:lnTo>
                  <a:lnTo>
                    <a:pt x="4590814" y="9994"/>
                  </a:lnTo>
                  <a:lnTo>
                    <a:pt x="4590814" y="1309431"/>
                  </a:lnTo>
                  <a:lnTo>
                    <a:pt x="4851679" y="1309431"/>
                  </a:lnTo>
                  <a:lnTo>
                    <a:pt x="4851679" y="2548685"/>
                  </a:lnTo>
                  <a:lnTo>
                    <a:pt x="5052361" y="2548685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7" name="任意多边形: 形状 246">
              <a:extLst>
                <a:ext uri="{FF2B5EF4-FFF2-40B4-BE49-F238E27FC236}">
                  <a16:creationId xmlns:a16="http://schemas.microsoft.com/office/drawing/2014/main" id="{20AC996C-96D0-4708-A1F4-BEA18B601F8D}"/>
                </a:ext>
              </a:extLst>
            </p:cNvPr>
            <p:cNvSpPr/>
            <p:nvPr/>
          </p:nvSpPr>
          <p:spPr>
            <a:xfrm>
              <a:off x="811369" y="1552290"/>
              <a:ext cx="607079" cy="65216"/>
            </a:xfrm>
            <a:custGeom>
              <a:avLst/>
              <a:gdLst>
                <a:gd name="connsiteX0" fmla="*/ 0 w 607079"/>
                <a:gd name="connsiteY0" fmla="*/ 0 h 65216"/>
                <a:gd name="connsiteX1" fmla="*/ 607080 w 607079"/>
                <a:gd name="connsiteY1" fmla="*/ 0 h 65216"/>
                <a:gd name="connsiteX2" fmla="*/ 607080 w 607079"/>
                <a:gd name="connsiteY2" fmla="*/ 65216 h 65216"/>
                <a:gd name="connsiteX3" fmla="*/ 0 w 607079"/>
                <a:gd name="connsiteY3" fmla="*/ 65216 h 65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7079" h="65216">
                  <a:moveTo>
                    <a:pt x="0" y="0"/>
                  </a:moveTo>
                  <a:lnTo>
                    <a:pt x="607080" y="0"/>
                  </a:lnTo>
                  <a:lnTo>
                    <a:pt x="607080" y="65216"/>
                  </a:lnTo>
                  <a:lnTo>
                    <a:pt x="0" y="65216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8" name="任意多边形: 形状 247">
              <a:extLst>
                <a:ext uri="{FF2B5EF4-FFF2-40B4-BE49-F238E27FC236}">
                  <a16:creationId xmlns:a16="http://schemas.microsoft.com/office/drawing/2014/main" id="{C014E50B-167F-48BD-9625-14624EDE56B1}"/>
                </a:ext>
              </a:extLst>
            </p:cNvPr>
            <p:cNvSpPr/>
            <p:nvPr/>
          </p:nvSpPr>
          <p:spPr>
            <a:xfrm>
              <a:off x="1697697" y="2002821"/>
              <a:ext cx="282676" cy="33045"/>
            </a:xfrm>
            <a:custGeom>
              <a:avLst/>
              <a:gdLst>
                <a:gd name="connsiteX0" fmla="*/ 0 w 282676"/>
                <a:gd name="connsiteY0" fmla="*/ 0 h 33045"/>
                <a:gd name="connsiteX1" fmla="*/ 282677 w 282676"/>
                <a:gd name="connsiteY1" fmla="*/ 0 h 33045"/>
                <a:gd name="connsiteX2" fmla="*/ 282677 w 282676"/>
                <a:gd name="connsiteY2" fmla="*/ 33046 h 33045"/>
                <a:gd name="connsiteX3" fmla="*/ 0 w 282676"/>
                <a:gd name="connsiteY3" fmla="*/ 33046 h 3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76" h="33045">
                  <a:moveTo>
                    <a:pt x="0" y="0"/>
                  </a:moveTo>
                  <a:lnTo>
                    <a:pt x="282677" y="0"/>
                  </a:lnTo>
                  <a:lnTo>
                    <a:pt x="282677" y="33046"/>
                  </a:lnTo>
                  <a:lnTo>
                    <a:pt x="0" y="33046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9" name="任意多边形: 形状 248">
              <a:extLst>
                <a:ext uri="{FF2B5EF4-FFF2-40B4-BE49-F238E27FC236}">
                  <a16:creationId xmlns:a16="http://schemas.microsoft.com/office/drawing/2014/main" id="{312FC086-564C-4131-A3B2-00A1093C2A08}"/>
                </a:ext>
              </a:extLst>
            </p:cNvPr>
            <p:cNvSpPr/>
            <p:nvPr/>
          </p:nvSpPr>
          <p:spPr>
            <a:xfrm>
              <a:off x="1979061" y="1256336"/>
              <a:ext cx="452866" cy="32097"/>
            </a:xfrm>
            <a:custGeom>
              <a:avLst/>
              <a:gdLst>
                <a:gd name="connsiteX0" fmla="*/ 0 w 452866"/>
                <a:gd name="connsiteY0" fmla="*/ 0 h 32097"/>
                <a:gd name="connsiteX1" fmla="*/ 452866 w 452866"/>
                <a:gd name="connsiteY1" fmla="*/ 0 h 32097"/>
                <a:gd name="connsiteX2" fmla="*/ 452866 w 452866"/>
                <a:gd name="connsiteY2" fmla="*/ 32097 h 32097"/>
                <a:gd name="connsiteX3" fmla="*/ 0 w 452866"/>
                <a:gd name="connsiteY3" fmla="*/ 32097 h 32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2866" h="32097">
                  <a:moveTo>
                    <a:pt x="0" y="0"/>
                  </a:moveTo>
                  <a:lnTo>
                    <a:pt x="452866" y="0"/>
                  </a:lnTo>
                  <a:lnTo>
                    <a:pt x="452866" y="32097"/>
                  </a:lnTo>
                  <a:lnTo>
                    <a:pt x="0" y="32097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0" name="任意多边形: 形状 249">
              <a:extLst>
                <a:ext uri="{FF2B5EF4-FFF2-40B4-BE49-F238E27FC236}">
                  <a16:creationId xmlns:a16="http://schemas.microsoft.com/office/drawing/2014/main" id="{9516FD00-869F-4159-B270-72C6413469E2}"/>
                </a:ext>
              </a:extLst>
            </p:cNvPr>
            <p:cNvSpPr/>
            <p:nvPr/>
          </p:nvSpPr>
          <p:spPr>
            <a:xfrm>
              <a:off x="2638445" y="2015952"/>
              <a:ext cx="65945" cy="68134"/>
            </a:xfrm>
            <a:custGeom>
              <a:avLst/>
              <a:gdLst>
                <a:gd name="connsiteX0" fmla="*/ 0 w 65945"/>
                <a:gd name="connsiteY0" fmla="*/ 0 h 68134"/>
                <a:gd name="connsiteX1" fmla="*/ 65946 w 65945"/>
                <a:gd name="connsiteY1" fmla="*/ 0 h 68134"/>
                <a:gd name="connsiteX2" fmla="*/ 65946 w 65945"/>
                <a:gd name="connsiteY2" fmla="*/ 68134 h 68134"/>
                <a:gd name="connsiteX3" fmla="*/ 0 w 65945"/>
                <a:gd name="connsiteY3" fmla="*/ 68134 h 68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945" h="68134">
                  <a:moveTo>
                    <a:pt x="0" y="0"/>
                  </a:moveTo>
                  <a:lnTo>
                    <a:pt x="65946" y="0"/>
                  </a:lnTo>
                  <a:lnTo>
                    <a:pt x="65946" y="68134"/>
                  </a:lnTo>
                  <a:lnTo>
                    <a:pt x="0" y="68134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" name="任意多边形: 形状 250">
              <a:extLst>
                <a:ext uri="{FF2B5EF4-FFF2-40B4-BE49-F238E27FC236}">
                  <a16:creationId xmlns:a16="http://schemas.microsoft.com/office/drawing/2014/main" id="{79DEFAD6-4795-4884-9C3A-5286B868F7EC}"/>
                </a:ext>
              </a:extLst>
            </p:cNvPr>
            <p:cNvSpPr/>
            <p:nvPr/>
          </p:nvSpPr>
          <p:spPr>
            <a:xfrm>
              <a:off x="2842848" y="2044548"/>
              <a:ext cx="32972" cy="39538"/>
            </a:xfrm>
            <a:custGeom>
              <a:avLst/>
              <a:gdLst>
                <a:gd name="connsiteX0" fmla="*/ 0 w 32972"/>
                <a:gd name="connsiteY0" fmla="*/ 0 h 39538"/>
                <a:gd name="connsiteX1" fmla="*/ 32973 w 32972"/>
                <a:gd name="connsiteY1" fmla="*/ 0 h 39538"/>
                <a:gd name="connsiteX2" fmla="*/ 32973 w 32972"/>
                <a:gd name="connsiteY2" fmla="*/ 39538 h 39538"/>
                <a:gd name="connsiteX3" fmla="*/ 0 w 32972"/>
                <a:gd name="connsiteY3" fmla="*/ 39538 h 3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72" h="39538">
                  <a:moveTo>
                    <a:pt x="0" y="0"/>
                  </a:moveTo>
                  <a:lnTo>
                    <a:pt x="32973" y="0"/>
                  </a:lnTo>
                  <a:lnTo>
                    <a:pt x="32973" y="39538"/>
                  </a:lnTo>
                  <a:lnTo>
                    <a:pt x="0" y="39538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" name="任意多边形: 形状 251">
              <a:extLst>
                <a:ext uri="{FF2B5EF4-FFF2-40B4-BE49-F238E27FC236}">
                  <a16:creationId xmlns:a16="http://schemas.microsoft.com/office/drawing/2014/main" id="{A43DF837-FBBB-4878-BEA7-12ADD2ADCBA5}"/>
                </a:ext>
              </a:extLst>
            </p:cNvPr>
            <p:cNvSpPr/>
            <p:nvPr/>
          </p:nvSpPr>
          <p:spPr>
            <a:xfrm>
              <a:off x="2983858" y="2204525"/>
              <a:ext cx="327175" cy="39975"/>
            </a:xfrm>
            <a:custGeom>
              <a:avLst/>
              <a:gdLst>
                <a:gd name="connsiteX0" fmla="*/ 0 w 327175"/>
                <a:gd name="connsiteY0" fmla="*/ 0 h 39975"/>
                <a:gd name="connsiteX1" fmla="*/ 327175 w 327175"/>
                <a:gd name="connsiteY1" fmla="*/ 0 h 39975"/>
                <a:gd name="connsiteX2" fmla="*/ 327175 w 327175"/>
                <a:gd name="connsiteY2" fmla="*/ 39976 h 39975"/>
                <a:gd name="connsiteX3" fmla="*/ 0 w 327175"/>
                <a:gd name="connsiteY3" fmla="*/ 39976 h 39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175" h="39975">
                  <a:moveTo>
                    <a:pt x="0" y="0"/>
                  </a:moveTo>
                  <a:lnTo>
                    <a:pt x="327175" y="0"/>
                  </a:lnTo>
                  <a:lnTo>
                    <a:pt x="327175" y="39976"/>
                  </a:lnTo>
                  <a:lnTo>
                    <a:pt x="0" y="39976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" name="任意多边形: 形状 252">
              <a:extLst>
                <a:ext uri="{FF2B5EF4-FFF2-40B4-BE49-F238E27FC236}">
                  <a16:creationId xmlns:a16="http://schemas.microsoft.com/office/drawing/2014/main" id="{A70B9321-9387-4504-9D50-925C6BF3311C}"/>
                </a:ext>
              </a:extLst>
            </p:cNvPr>
            <p:cNvSpPr/>
            <p:nvPr/>
          </p:nvSpPr>
          <p:spPr>
            <a:xfrm>
              <a:off x="3967207" y="2330289"/>
              <a:ext cx="576879" cy="29836"/>
            </a:xfrm>
            <a:custGeom>
              <a:avLst/>
              <a:gdLst>
                <a:gd name="connsiteX0" fmla="*/ 0 w 576879"/>
                <a:gd name="connsiteY0" fmla="*/ 0 h 29836"/>
                <a:gd name="connsiteX1" fmla="*/ 576879 w 576879"/>
                <a:gd name="connsiteY1" fmla="*/ 0 h 29836"/>
                <a:gd name="connsiteX2" fmla="*/ 576879 w 576879"/>
                <a:gd name="connsiteY2" fmla="*/ 29836 h 29836"/>
                <a:gd name="connsiteX3" fmla="*/ 0 w 576879"/>
                <a:gd name="connsiteY3" fmla="*/ 29836 h 29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879" h="29836">
                  <a:moveTo>
                    <a:pt x="0" y="0"/>
                  </a:moveTo>
                  <a:lnTo>
                    <a:pt x="576879" y="0"/>
                  </a:lnTo>
                  <a:lnTo>
                    <a:pt x="576879" y="29836"/>
                  </a:lnTo>
                  <a:lnTo>
                    <a:pt x="0" y="29836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4" name="任意多边形: 形状 253">
              <a:extLst>
                <a:ext uri="{FF2B5EF4-FFF2-40B4-BE49-F238E27FC236}">
                  <a16:creationId xmlns:a16="http://schemas.microsoft.com/office/drawing/2014/main" id="{9A0A7A52-7D4B-4D0F-8873-C238E3237BA4}"/>
                </a:ext>
              </a:extLst>
            </p:cNvPr>
            <p:cNvSpPr/>
            <p:nvPr/>
          </p:nvSpPr>
          <p:spPr>
            <a:xfrm>
              <a:off x="4115512" y="2270908"/>
              <a:ext cx="228621" cy="59380"/>
            </a:xfrm>
            <a:custGeom>
              <a:avLst/>
              <a:gdLst>
                <a:gd name="connsiteX0" fmla="*/ 0 w 228621"/>
                <a:gd name="connsiteY0" fmla="*/ 0 h 59380"/>
                <a:gd name="connsiteX1" fmla="*/ 228622 w 228621"/>
                <a:gd name="connsiteY1" fmla="*/ 0 h 59380"/>
                <a:gd name="connsiteX2" fmla="*/ 228622 w 228621"/>
                <a:gd name="connsiteY2" fmla="*/ 59380 h 59380"/>
                <a:gd name="connsiteX3" fmla="*/ 0 w 228621"/>
                <a:gd name="connsiteY3" fmla="*/ 59380 h 59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21" h="59380">
                  <a:moveTo>
                    <a:pt x="0" y="0"/>
                  </a:moveTo>
                  <a:lnTo>
                    <a:pt x="228622" y="0"/>
                  </a:lnTo>
                  <a:lnTo>
                    <a:pt x="228622" y="59380"/>
                  </a:lnTo>
                  <a:lnTo>
                    <a:pt x="0" y="59380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" name="任意多边形: 形状 254">
              <a:extLst>
                <a:ext uri="{FF2B5EF4-FFF2-40B4-BE49-F238E27FC236}">
                  <a16:creationId xmlns:a16="http://schemas.microsoft.com/office/drawing/2014/main" id="{E9526ACF-72C1-4723-B8EA-145D8CA5D5E1}"/>
                </a:ext>
              </a:extLst>
            </p:cNvPr>
            <p:cNvSpPr/>
            <p:nvPr/>
          </p:nvSpPr>
          <p:spPr>
            <a:xfrm>
              <a:off x="4295696" y="2218166"/>
              <a:ext cx="167052" cy="109933"/>
            </a:xfrm>
            <a:custGeom>
              <a:avLst/>
              <a:gdLst>
                <a:gd name="connsiteX0" fmla="*/ 0 w 167052"/>
                <a:gd name="connsiteY0" fmla="*/ 54930 h 109933"/>
                <a:gd name="connsiteX1" fmla="*/ 0 w 167052"/>
                <a:gd name="connsiteY1" fmla="*/ 0 h 109933"/>
                <a:gd name="connsiteX2" fmla="*/ 167052 w 167052"/>
                <a:gd name="connsiteY2" fmla="*/ 0 h 109933"/>
                <a:gd name="connsiteX3" fmla="*/ 167052 w 167052"/>
                <a:gd name="connsiteY3" fmla="*/ 109934 h 109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052" h="109933">
                  <a:moveTo>
                    <a:pt x="0" y="54930"/>
                  </a:moveTo>
                  <a:lnTo>
                    <a:pt x="0" y="0"/>
                  </a:lnTo>
                  <a:lnTo>
                    <a:pt x="167052" y="0"/>
                  </a:lnTo>
                  <a:lnTo>
                    <a:pt x="167052" y="109934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" name="任意多边形: 形状 255">
              <a:extLst>
                <a:ext uri="{FF2B5EF4-FFF2-40B4-BE49-F238E27FC236}">
                  <a16:creationId xmlns:a16="http://schemas.microsoft.com/office/drawing/2014/main" id="{AEAAC0E3-00D4-4137-B4B0-2DB16E2D54B5}"/>
                </a:ext>
              </a:extLst>
            </p:cNvPr>
            <p:cNvSpPr/>
            <p:nvPr/>
          </p:nvSpPr>
          <p:spPr>
            <a:xfrm>
              <a:off x="3194753" y="1485979"/>
              <a:ext cx="1476264" cy="757135"/>
            </a:xfrm>
            <a:custGeom>
              <a:avLst/>
              <a:gdLst>
                <a:gd name="connsiteX0" fmla="*/ 0 w 1476264"/>
                <a:gd name="connsiteY0" fmla="*/ 702132 h 757135"/>
                <a:gd name="connsiteX1" fmla="*/ 0 w 1476264"/>
                <a:gd name="connsiteY1" fmla="*/ 258020 h 757135"/>
                <a:gd name="connsiteX2" fmla="*/ 528733 w 1476264"/>
                <a:gd name="connsiteY2" fmla="*/ 258020 h 757135"/>
                <a:gd name="connsiteX3" fmla="*/ 528733 w 1476264"/>
                <a:gd name="connsiteY3" fmla="*/ 626047 h 757135"/>
                <a:gd name="connsiteX4" fmla="*/ 710594 w 1476264"/>
                <a:gd name="connsiteY4" fmla="*/ 626047 h 757135"/>
                <a:gd name="connsiteX5" fmla="*/ 710594 w 1476264"/>
                <a:gd name="connsiteY5" fmla="*/ 0 h 757135"/>
                <a:gd name="connsiteX6" fmla="*/ 1294331 w 1476264"/>
                <a:gd name="connsiteY6" fmla="*/ 0 h 757135"/>
                <a:gd name="connsiteX7" fmla="*/ 1294331 w 1476264"/>
                <a:gd name="connsiteY7" fmla="*/ 757136 h 757135"/>
                <a:gd name="connsiteX8" fmla="*/ 1476265 w 1476264"/>
                <a:gd name="connsiteY8" fmla="*/ 757136 h 7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76264" h="757135">
                  <a:moveTo>
                    <a:pt x="0" y="702132"/>
                  </a:moveTo>
                  <a:lnTo>
                    <a:pt x="0" y="258020"/>
                  </a:lnTo>
                  <a:lnTo>
                    <a:pt x="528733" y="258020"/>
                  </a:lnTo>
                  <a:lnTo>
                    <a:pt x="528733" y="626047"/>
                  </a:lnTo>
                  <a:lnTo>
                    <a:pt x="710594" y="626047"/>
                  </a:lnTo>
                  <a:lnTo>
                    <a:pt x="710594" y="0"/>
                  </a:lnTo>
                  <a:lnTo>
                    <a:pt x="1294331" y="0"/>
                  </a:lnTo>
                  <a:lnTo>
                    <a:pt x="1294331" y="757136"/>
                  </a:lnTo>
                  <a:lnTo>
                    <a:pt x="1476265" y="757136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" name="任意多边形: 形状 256">
              <a:extLst>
                <a:ext uri="{FF2B5EF4-FFF2-40B4-BE49-F238E27FC236}">
                  <a16:creationId xmlns:a16="http://schemas.microsoft.com/office/drawing/2014/main" id="{31A6ED67-44B3-410B-BB45-BC0E895296E5}"/>
                </a:ext>
              </a:extLst>
            </p:cNvPr>
            <p:cNvSpPr/>
            <p:nvPr/>
          </p:nvSpPr>
          <p:spPr>
            <a:xfrm>
              <a:off x="2454468" y="1477517"/>
              <a:ext cx="359564" cy="490653"/>
            </a:xfrm>
            <a:custGeom>
              <a:avLst/>
              <a:gdLst>
                <a:gd name="connsiteX0" fmla="*/ 359565 w 359564"/>
                <a:gd name="connsiteY0" fmla="*/ 490654 h 490653"/>
                <a:gd name="connsiteX1" fmla="*/ 359565 w 359564"/>
                <a:gd name="connsiteY1" fmla="*/ 0 h 490653"/>
                <a:gd name="connsiteX2" fmla="*/ 0 w 359564"/>
                <a:gd name="connsiteY2" fmla="*/ 0 h 490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9564" h="490653">
                  <a:moveTo>
                    <a:pt x="359565" y="490654"/>
                  </a:moveTo>
                  <a:lnTo>
                    <a:pt x="359565" y="0"/>
                  </a:lnTo>
                  <a:lnTo>
                    <a:pt x="0" y="0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" name="任意多边形: 形状 257">
              <a:extLst>
                <a:ext uri="{FF2B5EF4-FFF2-40B4-BE49-F238E27FC236}">
                  <a16:creationId xmlns:a16="http://schemas.microsoft.com/office/drawing/2014/main" id="{D5E8079A-ACFE-48AF-9F17-AD911D0A3FEE}"/>
                </a:ext>
              </a:extLst>
            </p:cNvPr>
            <p:cNvSpPr/>
            <p:nvPr/>
          </p:nvSpPr>
          <p:spPr>
            <a:xfrm>
              <a:off x="1447702" y="1748230"/>
              <a:ext cx="232706" cy="342640"/>
            </a:xfrm>
            <a:custGeom>
              <a:avLst/>
              <a:gdLst>
                <a:gd name="connsiteX0" fmla="*/ 232707 w 232706"/>
                <a:gd name="connsiteY0" fmla="*/ 342641 h 342640"/>
                <a:gd name="connsiteX1" fmla="*/ 114238 w 232706"/>
                <a:gd name="connsiteY1" fmla="*/ 342641 h 342640"/>
                <a:gd name="connsiteX2" fmla="*/ 114238 w 232706"/>
                <a:gd name="connsiteY2" fmla="*/ 0 h 342640"/>
                <a:gd name="connsiteX3" fmla="*/ 0 w 232706"/>
                <a:gd name="connsiteY3" fmla="*/ 0 h 342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706" h="342640">
                  <a:moveTo>
                    <a:pt x="232707" y="342641"/>
                  </a:moveTo>
                  <a:lnTo>
                    <a:pt x="114238" y="342641"/>
                  </a:lnTo>
                  <a:lnTo>
                    <a:pt x="114238" y="0"/>
                  </a:lnTo>
                  <a:lnTo>
                    <a:pt x="0" y="0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" name="任意多边形: 形状 258">
              <a:extLst>
                <a:ext uri="{FF2B5EF4-FFF2-40B4-BE49-F238E27FC236}">
                  <a16:creationId xmlns:a16="http://schemas.microsoft.com/office/drawing/2014/main" id="{7DCA2FA6-EA3B-4F11-BAE6-9821BBF7D46E}"/>
                </a:ext>
              </a:extLst>
            </p:cNvPr>
            <p:cNvSpPr/>
            <p:nvPr/>
          </p:nvSpPr>
          <p:spPr>
            <a:xfrm>
              <a:off x="694797" y="1997788"/>
              <a:ext cx="97313" cy="1332482"/>
            </a:xfrm>
            <a:custGeom>
              <a:avLst/>
              <a:gdLst>
                <a:gd name="connsiteX0" fmla="*/ 97314 w 97313"/>
                <a:gd name="connsiteY0" fmla="*/ 0 h 1332482"/>
                <a:gd name="connsiteX1" fmla="*/ 0 w 97313"/>
                <a:gd name="connsiteY1" fmla="*/ 0 h 1332482"/>
                <a:gd name="connsiteX2" fmla="*/ 0 w 97313"/>
                <a:gd name="connsiteY2" fmla="*/ 1332483 h 1332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7313" h="1332482">
                  <a:moveTo>
                    <a:pt x="97314" y="0"/>
                  </a:moveTo>
                  <a:lnTo>
                    <a:pt x="0" y="0"/>
                  </a:lnTo>
                  <a:lnTo>
                    <a:pt x="0" y="1332483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0" name="任意多边形: 形状 259">
              <a:extLst>
                <a:ext uri="{FF2B5EF4-FFF2-40B4-BE49-F238E27FC236}">
                  <a16:creationId xmlns:a16="http://schemas.microsoft.com/office/drawing/2014/main" id="{F67F0818-1A8E-4A5A-B64C-4DFF5850C015}"/>
                </a:ext>
              </a:extLst>
            </p:cNvPr>
            <p:cNvSpPr/>
            <p:nvPr/>
          </p:nvSpPr>
          <p:spPr>
            <a:xfrm>
              <a:off x="4848648" y="1591682"/>
              <a:ext cx="50772" cy="160779"/>
            </a:xfrm>
            <a:custGeom>
              <a:avLst/>
              <a:gdLst>
                <a:gd name="connsiteX0" fmla="*/ 0 w 50772"/>
                <a:gd name="connsiteY0" fmla="*/ 160779 h 160779"/>
                <a:gd name="connsiteX1" fmla="*/ 0 w 50772"/>
                <a:gd name="connsiteY1" fmla="*/ 0 h 160779"/>
                <a:gd name="connsiteX2" fmla="*/ 50773 w 50772"/>
                <a:gd name="connsiteY2" fmla="*/ 0 h 160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772" h="160779">
                  <a:moveTo>
                    <a:pt x="0" y="160779"/>
                  </a:moveTo>
                  <a:lnTo>
                    <a:pt x="0" y="0"/>
                  </a:lnTo>
                  <a:lnTo>
                    <a:pt x="50773" y="0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1" name="任意多边形: 形状 260">
              <a:extLst>
                <a:ext uri="{FF2B5EF4-FFF2-40B4-BE49-F238E27FC236}">
                  <a16:creationId xmlns:a16="http://schemas.microsoft.com/office/drawing/2014/main" id="{281BF265-B71D-4C1A-9FAD-94E58FB90308}"/>
                </a:ext>
              </a:extLst>
            </p:cNvPr>
            <p:cNvSpPr/>
            <p:nvPr/>
          </p:nvSpPr>
          <p:spPr>
            <a:xfrm>
              <a:off x="5191288" y="1595913"/>
              <a:ext cx="490653" cy="1450878"/>
            </a:xfrm>
            <a:custGeom>
              <a:avLst/>
              <a:gdLst>
                <a:gd name="connsiteX0" fmla="*/ 0 w 490653"/>
                <a:gd name="connsiteY0" fmla="*/ 0 h 1450878"/>
                <a:gd name="connsiteX1" fmla="*/ 181861 w 490653"/>
                <a:gd name="connsiteY1" fmla="*/ 0 h 1450878"/>
                <a:gd name="connsiteX2" fmla="*/ 181861 w 490653"/>
                <a:gd name="connsiteY2" fmla="*/ 672588 h 1450878"/>
                <a:gd name="connsiteX3" fmla="*/ 490654 w 490653"/>
                <a:gd name="connsiteY3" fmla="*/ 672588 h 1450878"/>
                <a:gd name="connsiteX4" fmla="*/ 490654 w 490653"/>
                <a:gd name="connsiteY4" fmla="*/ 1450879 h 14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653" h="1450878">
                  <a:moveTo>
                    <a:pt x="0" y="0"/>
                  </a:moveTo>
                  <a:lnTo>
                    <a:pt x="181861" y="0"/>
                  </a:lnTo>
                  <a:lnTo>
                    <a:pt x="181861" y="672588"/>
                  </a:lnTo>
                  <a:lnTo>
                    <a:pt x="490654" y="672588"/>
                  </a:lnTo>
                  <a:lnTo>
                    <a:pt x="490654" y="1450879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2" name="任意多边形: 形状 261">
              <a:extLst>
                <a:ext uri="{FF2B5EF4-FFF2-40B4-BE49-F238E27FC236}">
                  <a16:creationId xmlns:a16="http://schemas.microsoft.com/office/drawing/2014/main" id="{24BB9243-7991-459E-9A49-1223096C4BA5}"/>
                </a:ext>
              </a:extLst>
            </p:cNvPr>
            <p:cNvSpPr/>
            <p:nvPr/>
          </p:nvSpPr>
          <p:spPr>
            <a:xfrm>
              <a:off x="2014587" y="1350586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3" name="任意多边形: 形状 262">
              <a:extLst>
                <a:ext uri="{FF2B5EF4-FFF2-40B4-BE49-F238E27FC236}">
                  <a16:creationId xmlns:a16="http://schemas.microsoft.com/office/drawing/2014/main" id="{49EAB750-C9B2-4A90-9EE9-8BBC73F5FB90}"/>
                </a:ext>
              </a:extLst>
            </p:cNvPr>
            <p:cNvSpPr/>
            <p:nvPr/>
          </p:nvSpPr>
          <p:spPr>
            <a:xfrm>
              <a:off x="2096290" y="1350586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4" name="任意多边形: 形状 263">
              <a:extLst>
                <a:ext uri="{FF2B5EF4-FFF2-40B4-BE49-F238E27FC236}">
                  <a16:creationId xmlns:a16="http://schemas.microsoft.com/office/drawing/2014/main" id="{B4DDF5ED-FB17-4470-AD90-F8F716A433F5}"/>
                </a:ext>
              </a:extLst>
            </p:cNvPr>
            <p:cNvSpPr/>
            <p:nvPr/>
          </p:nvSpPr>
          <p:spPr>
            <a:xfrm>
              <a:off x="2177992" y="1350586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5" name="任意多边形: 形状 264">
              <a:extLst>
                <a:ext uri="{FF2B5EF4-FFF2-40B4-BE49-F238E27FC236}">
                  <a16:creationId xmlns:a16="http://schemas.microsoft.com/office/drawing/2014/main" id="{C5F2F459-8EC7-4855-BCE3-06EBC68F926E}"/>
                </a:ext>
              </a:extLst>
            </p:cNvPr>
            <p:cNvSpPr/>
            <p:nvPr/>
          </p:nvSpPr>
          <p:spPr>
            <a:xfrm>
              <a:off x="2259695" y="1350586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6" name="任意多边形: 形状 265">
              <a:extLst>
                <a:ext uri="{FF2B5EF4-FFF2-40B4-BE49-F238E27FC236}">
                  <a16:creationId xmlns:a16="http://schemas.microsoft.com/office/drawing/2014/main" id="{304174AA-E71C-4D77-82EE-0C4AFDE2FFBB}"/>
                </a:ext>
              </a:extLst>
            </p:cNvPr>
            <p:cNvSpPr/>
            <p:nvPr/>
          </p:nvSpPr>
          <p:spPr>
            <a:xfrm>
              <a:off x="2341398" y="1350586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7" name="任意多边形: 形状 266">
              <a:extLst>
                <a:ext uri="{FF2B5EF4-FFF2-40B4-BE49-F238E27FC236}">
                  <a16:creationId xmlns:a16="http://schemas.microsoft.com/office/drawing/2014/main" id="{0A4AFAC5-1E14-477C-A640-1A7B5B6C358E}"/>
                </a:ext>
              </a:extLst>
            </p:cNvPr>
            <p:cNvSpPr/>
            <p:nvPr/>
          </p:nvSpPr>
          <p:spPr>
            <a:xfrm>
              <a:off x="2014587" y="150078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8" name="任意多边形: 形状 267">
              <a:extLst>
                <a:ext uri="{FF2B5EF4-FFF2-40B4-BE49-F238E27FC236}">
                  <a16:creationId xmlns:a16="http://schemas.microsoft.com/office/drawing/2014/main" id="{F5EFD7E4-71E9-435B-A03B-B28E7BEA2287}"/>
                </a:ext>
              </a:extLst>
            </p:cNvPr>
            <p:cNvSpPr/>
            <p:nvPr/>
          </p:nvSpPr>
          <p:spPr>
            <a:xfrm>
              <a:off x="2096290" y="150078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9" name="任意多边形: 形状 268">
              <a:extLst>
                <a:ext uri="{FF2B5EF4-FFF2-40B4-BE49-F238E27FC236}">
                  <a16:creationId xmlns:a16="http://schemas.microsoft.com/office/drawing/2014/main" id="{01D0D438-5D6B-4623-ADCC-1061A6E791C8}"/>
                </a:ext>
              </a:extLst>
            </p:cNvPr>
            <p:cNvSpPr/>
            <p:nvPr/>
          </p:nvSpPr>
          <p:spPr>
            <a:xfrm>
              <a:off x="2177992" y="150078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0" name="任意多边形: 形状 269">
              <a:extLst>
                <a:ext uri="{FF2B5EF4-FFF2-40B4-BE49-F238E27FC236}">
                  <a16:creationId xmlns:a16="http://schemas.microsoft.com/office/drawing/2014/main" id="{837DAEDE-E03C-40C4-A027-C3CCF81E49BE}"/>
                </a:ext>
              </a:extLst>
            </p:cNvPr>
            <p:cNvSpPr/>
            <p:nvPr/>
          </p:nvSpPr>
          <p:spPr>
            <a:xfrm>
              <a:off x="2259695" y="150078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1" name="任意多边形: 形状 270">
              <a:extLst>
                <a:ext uri="{FF2B5EF4-FFF2-40B4-BE49-F238E27FC236}">
                  <a16:creationId xmlns:a16="http://schemas.microsoft.com/office/drawing/2014/main" id="{82EAF127-2FAA-4289-8012-AD13EFA411A9}"/>
                </a:ext>
              </a:extLst>
            </p:cNvPr>
            <p:cNvSpPr/>
            <p:nvPr/>
          </p:nvSpPr>
          <p:spPr>
            <a:xfrm>
              <a:off x="2341398" y="150078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2" name="任意多边形: 形状 271">
              <a:extLst>
                <a:ext uri="{FF2B5EF4-FFF2-40B4-BE49-F238E27FC236}">
                  <a16:creationId xmlns:a16="http://schemas.microsoft.com/office/drawing/2014/main" id="{0470DA1D-6F00-4BF6-ABB5-86D136B0C9CA}"/>
                </a:ext>
              </a:extLst>
            </p:cNvPr>
            <p:cNvSpPr/>
            <p:nvPr/>
          </p:nvSpPr>
          <p:spPr>
            <a:xfrm>
              <a:off x="2014587" y="1650916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3" name="任意多边形: 形状 272">
              <a:extLst>
                <a:ext uri="{FF2B5EF4-FFF2-40B4-BE49-F238E27FC236}">
                  <a16:creationId xmlns:a16="http://schemas.microsoft.com/office/drawing/2014/main" id="{D868609C-C5AB-4458-AFB1-69B507F08848}"/>
                </a:ext>
              </a:extLst>
            </p:cNvPr>
            <p:cNvSpPr/>
            <p:nvPr/>
          </p:nvSpPr>
          <p:spPr>
            <a:xfrm>
              <a:off x="2096290" y="1650916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4" name="任意多边形: 形状 273">
              <a:extLst>
                <a:ext uri="{FF2B5EF4-FFF2-40B4-BE49-F238E27FC236}">
                  <a16:creationId xmlns:a16="http://schemas.microsoft.com/office/drawing/2014/main" id="{9B7A819C-BB2B-40DF-B82E-6838243F4F75}"/>
                </a:ext>
              </a:extLst>
            </p:cNvPr>
            <p:cNvSpPr/>
            <p:nvPr/>
          </p:nvSpPr>
          <p:spPr>
            <a:xfrm>
              <a:off x="2177992" y="1650916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5" name="任意多边形: 形状 274">
              <a:extLst>
                <a:ext uri="{FF2B5EF4-FFF2-40B4-BE49-F238E27FC236}">
                  <a16:creationId xmlns:a16="http://schemas.microsoft.com/office/drawing/2014/main" id="{5371D799-3A3A-4264-9277-DC4706AA13B7}"/>
                </a:ext>
              </a:extLst>
            </p:cNvPr>
            <p:cNvSpPr/>
            <p:nvPr/>
          </p:nvSpPr>
          <p:spPr>
            <a:xfrm>
              <a:off x="2259695" y="1650916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6" name="任意多边形: 形状 275">
              <a:extLst>
                <a:ext uri="{FF2B5EF4-FFF2-40B4-BE49-F238E27FC236}">
                  <a16:creationId xmlns:a16="http://schemas.microsoft.com/office/drawing/2014/main" id="{680982BA-A713-4DAD-9005-646046153898}"/>
                </a:ext>
              </a:extLst>
            </p:cNvPr>
            <p:cNvSpPr/>
            <p:nvPr/>
          </p:nvSpPr>
          <p:spPr>
            <a:xfrm>
              <a:off x="2341398" y="1650916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7" name="任意多边形: 形状 276">
              <a:extLst>
                <a:ext uri="{FF2B5EF4-FFF2-40B4-BE49-F238E27FC236}">
                  <a16:creationId xmlns:a16="http://schemas.microsoft.com/office/drawing/2014/main" id="{E28326DC-4D8B-4DB7-A69E-72F593BDBA2C}"/>
                </a:ext>
              </a:extLst>
            </p:cNvPr>
            <p:cNvSpPr/>
            <p:nvPr/>
          </p:nvSpPr>
          <p:spPr>
            <a:xfrm>
              <a:off x="2014587" y="180111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8" name="任意多边形: 形状 277">
              <a:extLst>
                <a:ext uri="{FF2B5EF4-FFF2-40B4-BE49-F238E27FC236}">
                  <a16:creationId xmlns:a16="http://schemas.microsoft.com/office/drawing/2014/main" id="{050D2C68-ACF5-4D61-B62B-D24A2362D17E}"/>
                </a:ext>
              </a:extLst>
            </p:cNvPr>
            <p:cNvSpPr/>
            <p:nvPr/>
          </p:nvSpPr>
          <p:spPr>
            <a:xfrm>
              <a:off x="2096290" y="180111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9" name="任意多边形: 形状 278">
              <a:extLst>
                <a:ext uri="{FF2B5EF4-FFF2-40B4-BE49-F238E27FC236}">
                  <a16:creationId xmlns:a16="http://schemas.microsoft.com/office/drawing/2014/main" id="{346334D2-2EAD-4F42-9B4E-138B92AD83AE}"/>
                </a:ext>
              </a:extLst>
            </p:cNvPr>
            <p:cNvSpPr/>
            <p:nvPr/>
          </p:nvSpPr>
          <p:spPr>
            <a:xfrm>
              <a:off x="2177992" y="180111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0" name="任意多边形: 形状 279">
              <a:extLst>
                <a:ext uri="{FF2B5EF4-FFF2-40B4-BE49-F238E27FC236}">
                  <a16:creationId xmlns:a16="http://schemas.microsoft.com/office/drawing/2014/main" id="{532D7346-CA7A-48BC-A5C3-E63DB7B9C1A1}"/>
                </a:ext>
              </a:extLst>
            </p:cNvPr>
            <p:cNvSpPr/>
            <p:nvPr/>
          </p:nvSpPr>
          <p:spPr>
            <a:xfrm>
              <a:off x="2259695" y="180111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1" name="任意多边形: 形状 280">
              <a:extLst>
                <a:ext uri="{FF2B5EF4-FFF2-40B4-BE49-F238E27FC236}">
                  <a16:creationId xmlns:a16="http://schemas.microsoft.com/office/drawing/2014/main" id="{F2BBDD69-8105-40A6-9B0F-B7800A851083}"/>
                </a:ext>
              </a:extLst>
            </p:cNvPr>
            <p:cNvSpPr/>
            <p:nvPr/>
          </p:nvSpPr>
          <p:spPr>
            <a:xfrm>
              <a:off x="2341398" y="180111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2" name="任意多边形: 形状 281">
              <a:extLst>
                <a:ext uri="{FF2B5EF4-FFF2-40B4-BE49-F238E27FC236}">
                  <a16:creationId xmlns:a16="http://schemas.microsoft.com/office/drawing/2014/main" id="{115F13EF-3A7E-4409-8F3A-FFAF08B6DFD8}"/>
                </a:ext>
              </a:extLst>
            </p:cNvPr>
            <p:cNvSpPr/>
            <p:nvPr/>
          </p:nvSpPr>
          <p:spPr>
            <a:xfrm>
              <a:off x="2014587" y="195124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3" name="任意多边形: 形状 282">
              <a:extLst>
                <a:ext uri="{FF2B5EF4-FFF2-40B4-BE49-F238E27FC236}">
                  <a16:creationId xmlns:a16="http://schemas.microsoft.com/office/drawing/2014/main" id="{6DBC676F-E7A3-4485-BFD0-4B676E681CA4}"/>
                </a:ext>
              </a:extLst>
            </p:cNvPr>
            <p:cNvSpPr/>
            <p:nvPr/>
          </p:nvSpPr>
          <p:spPr>
            <a:xfrm>
              <a:off x="2096290" y="195124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4" name="任意多边形: 形状 283">
              <a:extLst>
                <a:ext uri="{FF2B5EF4-FFF2-40B4-BE49-F238E27FC236}">
                  <a16:creationId xmlns:a16="http://schemas.microsoft.com/office/drawing/2014/main" id="{4C71FE26-06E8-44A2-B91F-9B6557D5345A}"/>
                </a:ext>
              </a:extLst>
            </p:cNvPr>
            <p:cNvSpPr/>
            <p:nvPr/>
          </p:nvSpPr>
          <p:spPr>
            <a:xfrm>
              <a:off x="2177992" y="195124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5" name="任意多边形: 形状 284">
              <a:extLst>
                <a:ext uri="{FF2B5EF4-FFF2-40B4-BE49-F238E27FC236}">
                  <a16:creationId xmlns:a16="http://schemas.microsoft.com/office/drawing/2014/main" id="{EE02E80F-A303-497B-AA98-DD03DF3A5024}"/>
                </a:ext>
              </a:extLst>
            </p:cNvPr>
            <p:cNvSpPr/>
            <p:nvPr/>
          </p:nvSpPr>
          <p:spPr>
            <a:xfrm>
              <a:off x="2259695" y="195124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6" name="任意多边形: 形状 285">
              <a:extLst>
                <a:ext uri="{FF2B5EF4-FFF2-40B4-BE49-F238E27FC236}">
                  <a16:creationId xmlns:a16="http://schemas.microsoft.com/office/drawing/2014/main" id="{D109E56E-6056-4CE2-9D33-5903A73D7FC5}"/>
                </a:ext>
              </a:extLst>
            </p:cNvPr>
            <p:cNvSpPr/>
            <p:nvPr/>
          </p:nvSpPr>
          <p:spPr>
            <a:xfrm>
              <a:off x="2341398" y="195124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7" name="任意多边形: 形状 286">
              <a:extLst>
                <a:ext uri="{FF2B5EF4-FFF2-40B4-BE49-F238E27FC236}">
                  <a16:creationId xmlns:a16="http://schemas.microsoft.com/office/drawing/2014/main" id="{A97CFA78-C867-4FE0-8F82-D2A081FB54F8}"/>
                </a:ext>
              </a:extLst>
            </p:cNvPr>
            <p:cNvSpPr/>
            <p:nvPr/>
          </p:nvSpPr>
          <p:spPr>
            <a:xfrm>
              <a:off x="2014587" y="210144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" name="任意多边形: 形状 287">
              <a:extLst>
                <a:ext uri="{FF2B5EF4-FFF2-40B4-BE49-F238E27FC236}">
                  <a16:creationId xmlns:a16="http://schemas.microsoft.com/office/drawing/2014/main" id="{B5596DAC-01A8-4C86-B0FA-E41C03E1226D}"/>
                </a:ext>
              </a:extLst>
            </p:cNvPr>
            <p:cNvSpPr/>
            <p:nvPr/>
          </p:nvSpPr>
          <p:spPr>
            <a:xfrm>
              <a:off x="2096290" y="210144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9" name="任意多边形: 形状 288">
              <a:extLst>
                <a:ext uri="{FF2B5EF4-FFF2-40B4-BE49-F238E27FC236}">
                  <a16:creationId xmlns:a16="http://schemas.microsoft.com/office/drawing/2014/main" id="{F9762EDE-3AE9-47F4-B206-8F14E72760C9}"/>
                </a:ext>
              </a:extLst>
            </p:cNvPr>
            <p:cNvSpPr/>
            <p:nvPr/>
          </p:nvSpPr>
          <p:spPr>
            <a:xfrm>
              <a:off x="2177992" y="210144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" name="任意多边形: 形状 289">
              <a:extLst>
                <a:ext uri="{FF2B5EF4-FFF2-40B4-BE49-F238E27FC236}">
                  <a16:creationId xmlns:a16="http://schemas.microsoft.com/office/drawing/2014/main" id="{A7E463C8-B9E5-4E7D-9B69-F2A7023B86E9}"/>
                </a:ext>
              </a:extLst>
            </p:cNvPr>
            <p:cNvSpPr/>
            <p:nvPr/>
          </p:nvSpPr>
          <p:spPr>
            <a:xfrm>
              <a:off x="2259695" y="210144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1" name="任意多边形: 形状 290">
              <a:extLst>
                <a:ext uri="{FF2B5EF4-FFF2-40B4-BE49-F238E27FC236}">
                  <a16:creationId xmlns:a16="http://schemas.microsoft.com/office/drawing/2014/main" id="{36B93111-610A-4607-85EB-909DB2BBBC6B}"/>
                </a:ext>
              </a:extLst>
            </p:cNvPr>
            <p:cNvSpPr/>
            <p:nvPr/>
          </p:nvSpPr>
          <p:spPr>
            <a:xfrm>
              <a:off x="2341398" y="210144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2" name="任意多边形: 形状 291">
              <a:extLst>
                <a:ext uri="{FF2B5EF4-FFF2-40B4-BE49-F238E27FC236}">
                  <a16:creationId xmlns:a16="http://schemas.microsoft.com/office/drawing/2014/main" id="{9344B0B8-0BDD-49B4-8B3B-3CE63E9CF75C}"/>
                </a:ext>
              </a:extLst>
            </p:cNvPr>
            <p:cNvSpPr/>
            <p:nvPr/>
          </p:nvSpPr>
          <p:spPr>
            <a:xfrm>
              <a:off x="1735995" y="210144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3" name="任意多边形: 形状 292">
              <a:extLst>
                <a:ext uri="{FF2B5EF4-FFF2-40B4-BE49-F238E27FC236}">
                  <a16:creationId xmlns:a16="http://schemas.microsoft.com/office/drawing/2014/main" id="{6B080C16-0262-48A0-9F32-9AD27C223D41}"/>
                </a:ext>
              </a:extLst>
            </p:cNvPr>
            <p:cNvSpPr/>
            <p:nvPr/>
          </p:nvSpPr>
          <p:spPr>
            <a:xfrm>
              <a:off x="1817698" y="210144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4" name="任意多边形: 形状 293">
              <a:extLst>
                <a:ext uri="{FF2B5EF4-FFF2-40B4-BE49-F238E27FC236}">
                  <a16:creationId xmlns:a16="http://schemas.microsoft.com/office/drawing/2014/main" id="{871DD691-2641-44E1-99F9-5333A6F6CE4F}"/>
                </a:ext>
              </a:extLst>
            </p:cNvPr>
            <p:cNvSpPr/>
            <p:nvPr/>
          </p:nvSpPr>
          <p:spPr>
            <a:xfrm>
              <a:off x="1899401" y="210144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" name="任意多边形: 形状 294">
              <a:extLst>
                <a:ext uri="{FF2B5EF4-FFF2-40B4-BE49-F238E27FC236}">
                  <a16:creationId xmlns:a16="http://schemas.microsoft.com/office/drawing/2014/main" id="{EA84A019-8794-4582-9DF0-FD7D3BD8BA5C}"/>
                </a:ext>
              </a:extLst>
            </p:cNvPr>
            <p:cNvSpPr/>
            <p:nvPr/>
          </p:nvSpPr>
          <p:spPr>
            <a:xfrm>
              <a:off x="1735995" y="2247346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" name="任意多边形: 形状 295">
              <a:extLst>
                <a:ext uri="{FF2B5EF4-FFF2-40B4-BE49-F238E27FC236}">
                  <a16:creationId xmlns:a16="http://schemas.microsoft.com/office/drawing/2014/main" id="{5F74C8AD-B5D0-4FE2-9303-7916FD130144}"/>
                </a:ext>
              </a:extLst>
            </p:cNvPr>
            <p:cNvSpPr/>
            <p:nvPr/>
          </p:nvSpPr>
          <p:spPr>
            <a:xfrm>
              <a:off x="1817698" y="2247346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" name="任意多边形: 形状 296">
              <a:extLst>
                <a:ext uri="{FF2B5EF4-FFF2-40B4-BE49-F238E27FC236}">
                  <a16:creationId xmlns:a16="http://schemas.microsoft.com/office/drawing/2014/main" id="{85865980-88E9-4546-B75C-809840B3B65E}"/>
                </a:ext>
              </a:extLst>
            </p:cNvPr>
            <p:cNvSpPr/>
            <p:nvPr/>
          </p:nvSpPr>
          <p:spPr>
            <a:xfrm>
              <a:off x="1899401" y="2247346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" name="任意多边形: 形状 297">
              <a:extLst>
                <a:ext uri="{FF2B5EF4-FFF2-40B4-BE49-F238E27FC236}">
                  <a16:creationId xmlns:a16="http://schemas.microsoft.com/office/drawing/2014/main" id="{412B1488-303B-4055-A39C-25B8EB5EF149}"/>
                </a:ext>
              </a:extLst>
            </p:cNvPr>
            <p:cNvSpPr/>
            <p:nvPr/>
          </p:nvSpPr>
          <p:spPr>
            <a:xfrm>
              <a:off x="1735995" y="2393316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9" name="任意多边形: 形状 298">
              <a:extLst>
                <a:ext uri="{FF2B5EF4-FFF2-40B4-BE49-F238E27FC236}">
                  <a16:creationId xmlns:a16="http://schemas.microsoft.com/office/drawing/2014/main" id="{85013664-757E-46D2-9144-08436D75E3E9}"/>
                </a:ext>
              </a:extLst>
            </p:cNvPr>
            <p:cNvSpPr/>
            <p:nvPr/>
          </p:nvSpPr>
          <p:spPr>
            <a:xfrm>
              <a:off x="1817698" y="2393316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0" name="任意多边形: 形状 299">
              <a:extLst>
                <a:ext uri="{FF2B5EF4-FFF2-40B4-BE49-F238E27FC236}">
                  <a16:creationId xmlns:a16="http://schemas.microsoft.com/office/drawing/2014/main" id="{24182AD2-B0E0-49E5-884E-EC012B952296}"/>
                </a:ext>
              </a:extLst>
            </p:cNvPr>
            <p:cNvSpPr/>
            <p:nvPr/>
          </p:nvSpPr>
          <p:spPr>
            <a:xfrm>
              <a:off x="1899401" y="2393316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1" name="任意多边形: 形状 300">
              <a:extLst>
                <a:ext uri="{FF2B5EF4-FFF2-40B4-BE49-F238E27FC236}">
                  <a16:creationId xmlns:a16="http://schemas.microsoft.com/office/drawing/2014/main" id="{92464CA9-4188-49CD-B81B-5DE5EFCB976F}"/>
                </a:ext>
              </a:extLst>
            </p:cNvPr>
            <p:cNvSpPr/>
            <p:nvPr/>
          </p:nvSpPr>
          <p:spPr>
            <a:xfrm>
              <a:off x="1735995" y="2539214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" name="任意多边形: 形状 301">
              <a:extLst>
                <a:ext uri="{FF2B5EF4-FFF2-40B4-BE49-F238E27FC236}">
                  <a16:creationId xmlns:a16="http://schemas.microsoft.com/office/drawing/2014/main" id="{D998D1E9-6C8E-47CF-B682-6577292B6EE6}"/>
                </a:ext>
              </a:extLst>
            </p:cNvPr>
            <p:cNvSpPr/>
            <p:nvPr/>
          </p:nvSpPr>
          <p:spPr>
            <a:xfrm>
              <a:off x="1817698" y="2539214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3" name="任意多边形: 形状 302">
              <a:extLst>
                <a:ext uri="{FF2B5EF4-FFF2-40B4-BE49-F238E27FC236}">
                  <a16:creationId xmlns:a16="http://schemas.microsoft.com/office/drawing/2014/main" id="{99D375E0-F732-4D92-A330-9B8ACED446B5}"/>
                </a:ext>
              </a:extLst>
            </p:cNvPr>
            <p:cNvSpPr/>
            <p:nvPr/>
          </p:nvSpPr>
          <p:spPr>
            <a:xfrm>
              <a:off x="1899401" y="2539214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4" name="任意多边形: 形状 303">
              <a:extLst>
                <a:ext uri="{FF2B5EF4-FFF2-40B4-BE49-F238E27FC236}">
                  <a16:creationId xmlns:a16="http://schemas.microsoft.com/office/drawing/2014/main" id="{327089C6-3F41-4524-A267-9837D212E194}"/>
                </a:ext>
              </a:extLst>
            </p:cNvPr>
            <p:cNvSpPr/>
            <p:nvPr/>
          </p:nvSpPr>
          <p:spPr>
            <a:xfrm>
              <a:off x="1735995" y="2685184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5" name="任意多边形: 形状 304">
              <a:extLst>
                <a:ext uri="{FF2B5EF4-FFF2-40B4-BE49-F238E27FC236}">
                  <a16:creationId xmlns:a16="http://schemas.microsoft.com/office/drawing/2014/main" id="{F664CFF0-C44B-4698-992F-130150C1A0AE}"/>
                </a:ext>
              </a:extLst>
            </p:cNvPr>
            <p:cNvSpPr/>
            <p:nvPr/>
          </p:nvSpPr>
          <p:spPr>
            <a:xfrm>
              <a:off x="1817698" y="2685184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6" name="任意多边形: 形状 305">
              <a:extLst>
                <a:ext uri="{FF2B5EF4-FFF2-40B4-BE49-F238E27FC236}">
                  <a16:creationId xmlns:a16="http://schemas.microsoft.com/office/drawing/2014/main" id="{007C636D-11F6-42F0-8593-46CF5B9FA640}"/>
                </a:ext>
              </a:extLst>
            </p:cNvPr>
            <p:cNvSpPr/>
            <p:nvPr/>
          </p:nvSpPr>
          <p:spPr>
            <a:xfrm>
              <a:off x="1899401" y="2685184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7" name="任意多边形: 形状 306">
              <a:extLst>
                <a:ext uri="{FF2B5EF4-FFF2-40B4-BE49-F238E27FC236}">
                  <a16:creationId xmlns:a16="http://schemas.microsoft.com/office/drawing/2014/main" id="{85105C0D-5E9E-4B65-9486-DFB00DA4677C}"/>
                </a:ext>
              </a:extLst>
            </p:cNvPr>
            <p:cNvSpPr/>
            <p:nvPr/>
          </p:nvSpPr>
          <p:spPr>
            <a:xfrm>
              <a:off x="1735995" y="2831082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8" name="任意多边形: 形状 307">
              <a:extLst>
                <a:ext uri="{FF2B5EF4-FFF2-40B4-BE49-F238E27FC236}">
                  <a16:creationId xmlns:a16="http://schemas.microsoft.com/office/drawing/2014/main" id="{12C11E34-BDCD-4C86-91BF-5A6C979967D3}"/>
                </a:ext>
              </a:extLst>
            </p:cNvPr>
            <p:cNvSpPr/>
            <p:nvPr/>
          </p:nvSpPr>
          <p:spPr>
            <a:xfrm>
              <a:off x="1817698" y="2831082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9" name="任意多边形: 形状 308">
              <a:extLst>
                <a:ext uri="{FF2B5EF4-FFF2-40B4-BE49-F238E27FC236}">
                  <a16:creationId xmlns:a16="http://schemas.microsoft.com/office/drawing/2014/main" id="{C89EC663-4F88-4EA2-A171-FE197CFAE202}"/>
                </a:ext>
              </a:extLst>
            </p:cNvPr>
            <p:cNvSpPr/>
            <p:nvPr/>
          </p:nvSpPr>
          <p:spPr>
            <a:xfrm>
              <a:off x="1899401" y="2831082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0" name="任意多边形: 形状 309">
              <a:extLst>
                <a:ext uri="{FF2B5EF4-FFF2-40B4-BE49-F238E27FC236}">
                  <a16:creationId xmlns:a16="http://schemas.microsoft.com/office/drawing/2014/main" id="{414F9846-DFC2-47A2-BD85-5C109C408CFC}"/>
                </a:ext>
              </a:extLst>
            </p:cNvPr>
            <p:cNvSpPr/>
            <p:nvPr/>
          </p:nvSpPr>
          <p:spPr>
            <a:xfrm>
              <a:off x="1735995" y="2977053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1" name="任意多边形: 形状 310">
              <a:extLst>
                <a:ext uri="{FF2B5EF4-FFF2-40B4-BE49-F238E27FC236}">
                  <a16:creationId xmlns:a16="http://schemas.microsoft.com/office/drawing/2014/main" id="{314F4EE0-31D6-463E-AF4E-9716361AA53E}"/>
                </a:ext>
              </a:extLst>
            </p:cNvPr>
            <p:cNvSpPr/>
            <p:nvPr/>
          </p:nvSpPr>
          <p:spPr>
            <a:xfrm>
              <a:off x="1817698" y="2977053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2" name="任意多边形: 形状 311">
              <a:extLst>
                <a:ext uri="{FF2B5EF4-FFF2-40B4-BE49-F238E27FC236}">
                  <a16:creationId xmlns:a16="http://schemas.microsoft.com/office/drawing/2014/main" id="{459FB3B2-C825-4991-8049-72EDF677F7D8}"/>
                </a:ext>
              </a:extLst>
            </p:cNvPr>
            <p:cNvSpPr/>
            <p:nvPr/>
          </p:nvSpPr>
          <p:spPr>
            <a:xfrm>
              <a:off x="1899401" y="2977053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3" name="任意多边形: 形状 312">
              <a:extLst>
                <a:ext uri="{FF2B5EF4-FFF2-40B4-BE49-F238E27FC236}">
                  <a16:creationId xmlns:a16="http://schemas.microsoft.com/office/drawing/2014/main" id="{8163DD24-1651-43D1-8F61-2FFDA0D70CBC}"/>
                </a:ext>
              </a:extLst>
            </p:cNvPr>
            <p:cNvSpPr/>
            <p:nvPr/>
          </p:nvSpPr>
          <p:spPr>
            <a:xfrm>
              <a:off x="1735995" y="3122950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4" name="任意多边形: 形状 313">
              <a:extLst>
                <a:ext uri="{FF2B5EF4-FFF2-40B4-BE49-F238E27FC236}">
                  <a16:creationId xmlns:a16="http://schemas.microsoft.com/office/drawing/2014/main" id="{316B73FD-A148-4977-9FF6-25CD0393183F}"/>
                </a:ext>
              </a:extLst>
            </p:cNvPr>
            <p:cNvSpPr/>
            <p:nvPr/>
          </p:nvSpPr>
          <p:spPr>
            <a:xfrm>
              <a:off x="1817698" y="3122950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5" name="任意多边形: 形状 314">
              <a:extLst>
                <a:ext uri="{FF2B5EF4-FFF2-40B4-BE49-F238E27FC236}">
                  <a16:creationId xmlns:a16="http://schemas.microsoft.com/office/drawing/2014/main" id="{69CFC02B-5E3F-42D6-84C6-2EC6EF094AEB}"/>
                </a:ext>
              </a:extLst>
            </p:cNvPr>
            <p:cNvSpPr/>
            <p:nvPr/>
          </p:nvSpPr>
          <p:spPr>
            <a:xfrm>
              <a:off x="1899401" y="3122950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6" name="任意多边形: 形状 315">
              <a:extLst>
                <a:ext uri="{FF2B5EF4-FFF2-40B4-BE49-F238E27FC236}">
                  <a16:creationId xmlns:a16="http://schemas.microsoft.com/office/drawing/2014/main" id="{4D5302E2-F221-4522-A288-A8B957BFBA11}"/>
                </a:ext>
              </a:extLst>
            </p:cNvPr>
            <p:cNvSpPr/>
            <p:nvPr/>
          </p:nvSpPr>
          <p:spPr>
            <a:xfrm>
              <a:off x="1735995" y="3268921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7" name="任意多边形: 形状 316">
              <a:extLst>
                <a:ext uri="{FF2B5EF4-FFF2-40B4-BE49-F238E27FC236}">
                  <a16:creationId xmlns:a16="http://schemas.microsoft.com/office/drawing/2014/main" id="{8E3C6CF8-4FF0-4A93-A33D-FF0669E036C3}"/>
                </a:ext>
              </a:extLst>
            </p:cNvPr>
            <p:cNvSpPr/>
            <p:nvPr/>
          </p:nvSpPr>
          <p:spPr>
            <a:xfrm>
              <a:off x="1817698" y="3268921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8" name="任意多边形: 形状 317">
              <a:extLst>
                <a:ext uri="{FF2B5EF4-FFF2-40B4-BE49-F238E27FC236}">
                  <a16:creationId xmlns:a16="http://schemas.microsoft.com/office/drawing/2014/main" id="{7173419B-FDC8-4FCD-B53D-2883B90894F8}"/>
                </a:ext>
              </a:extLst>
            </p:cNvPr>
            <p:cNvSpPr/>
            <p:nvPr/>
          </p:nvSpPr>
          <p:spPr>
            <a:xfrm>
              <a:off x="1899401" y="3268921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9" name="任意多边形: 形状 318">
              <a:extLst>
                <a:ext uri="{FF2B5EF4-FFF2-40B4-BE49-F238E27FC236}">
                  <a16:creationId xmlns:a16="http://schemas.microsoft.com/office/drawing/2014/main" id="{B3BF4321-3CA9-42B5-BDB6-E7D4E67FAF1E}"/>
                </a:ext>
              </a:extLst>
            </p:cNvPr>
            <p:cNvSpPr/>
            <p:nvPr/>
          </p:nvSpPr>
          <p:spPr>
            <a:xfrm>
              <a:off x="1735995" y="341481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0" name="任意多边形: 形状 319">
              <a:extLst>
                <a:ext uri="{FF2B5EF4-FFF2-40B4-BE49-F238E27FC236}">
                  <a16:creationId xmlns:a16="http://schemas.microsoft.com/office/drawing/2014/main" id="{CB9E9D95-FF49-44EA-A93E-DA467971F3AD}"/>
                </a:ext>
              </a:extLst>
            </p:cNvPr>
            <p:cNvSpPr/>
            <p:nvPr/>
          </p:nvSpPr>
          <p:spPr>
            <a:xfrm>
              <a:off x="1817698" y="341481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1" name="任意多边形: 形状 320">
              <a:extLst>
                <a:ext uri="{FF2B5EF4-FFF2-40B4-BE49-F238E27FC236}">
                  <a16:creationId xmlns:a16="http://schemas.microsoft.com/office/drawing/2014/main" id="{EA237238-488F-4D58-AEBC-4CDEE4C5B550}"/>
                </a:ext>
              </a:extLst>
            </p:cNvPr>
            <p:cNvSpPr/>
            <p:nvPr/>
          </p:nvSpPr>
          <p:spPr>
            <a:xfrm>
              <a:off x="1899401" y="341481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2" name="任意多边形: 形状 321">
              <a:extLst>
                <a:ext uri="{FF2B5EF4-FFF2-40B4-BE49-F238E27FC236}">
                  <a16:creationId xmlns:a16="http://schemas.microsoft.com/office/drawing/2014/main" id="{CEF70552-2710-4869-83CD-A4259106F0D7}"/>
                </a:ext>
              </a:extLst>
            </p:cNvPr>
            <p:cNvSpPr/>
            <p:nvPr/>
          </p:nvSpPr>
          <p:spPr>
            <a:xfrm>
              <a:off x="1735995" y="3560789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3" name="任意多边形: 形状 322">
              <a:extLst>
                <a:ext uri="{FF2B5EF4-FFF2-40B4-BE49-F238E27FC236}">
                  <a16:creationId xmlns:a16="http://schemas.microsoft.com/office/drawing/2014/main" id="{180FFAD6-D499-4743-A9E6-3139D5365A3D}"/>
                </a:ext>
              </a:extLst>
            </p:cNvPr>
            <p:cNvSpPr/>
            <p:nvPr/>
          </p:nvSpPr>
          <p:spPr>
            <a:xfrm>
              <a:off x="1817698" y="3560789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4" name="任意多边形: 形状 323">
              <a:extLst>
                <a:ext uri="{FF2B5EF4-FFF2-40B4-BE49-F238E27FC236}">
                  <a16:creationId xmlns:a16="http://schemas.microsoft.com/office/drawing/2014/main" id="{44CB90B8-CE31-4992-9B20-EBEC2A99F3B0}"/>
                </a:ext>
              </a:extLst>
            </p:cNvPr>
            <p:cNvSpPr/>
            <p:nvPr/>
          </p:nvSpPr>
          <p:spPr>
            <a:xfrm>
              <a:off x="1899401" y="3560789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5" name="任意多边形: 形状 324">
              <a:extLst>
                <a:ext uri="{FF2B5EF4-FFF2-40B4-BE49-F238E27FC236}">
                  <a16:creationId xmlns:a16="http://schemas.microsoft.com/office/drawing/2014/main" id="{ABA5A8EF-48A1-4FAE-BF57-6D8AD720193C}"/>
                </a:ext>
              </a:extLst>
            </p:cNvPr>
            <p:cNvSpPr/>
            <p:nvPr/>
          </p:nvSpPr>
          <p:spPr>
            <a:xfrm>
              <a:off x="2464535" y="2702109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6" name="任意多边形: 形状 325">
              <a:extLst>
                <a:ext uri="{FF2B5EF4-FFF2-40B4-BE49-F238E27FC236}">
                  <a16:creationId xmlns:a16="http://schemas.microsoft.com/office/drawing/2014/main" id="{0B8A42CB-490F-45C2-AA50-2EA46452DACD}"/>
                </a:ext>
              </a:extLst>
            </p:cNvPr>
            <p:cNvSpPr/>
            <p:nvPr/>
          </p:nvSpPr>
          <p:spPr>
            <a:xfrm>
              <a:off x="2546238" y="2702109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7" name="任意多边形: 形状 326">
              <a:extLst>
                <a:ext uri="{FF2B5EF4-FFF2-40B4-BE49-F238E27FC236}">
                  <a16:creationId xmlns:a16="http://schemas.microsoft.com/office/drawing/2014/main" id="{7E685E7A-5D6B-45C6-8E3C-497BD752B420}"/>
                </a:ext>
              </a:extLst>
            </p:cNvPr>
            <p:cNvSpPr/>
            <p:nvPr/>
          </p:nvSpPr>
          <p:spPr>
            <a:xfrm>
              <a:off x="2464535" y="2848006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8" name="任意多边形: 形状 327">
              <a:extLst>
                <a:ext uri="{FF2B5EF4-FFF2-40B4-BE49-F238E27FC236}">
                  <a16:creationId xmlns:a16="http://schemas.microsoft.com/office/drawing/2014/main" id="{0AAB10FB-65A3-4F3E-9AA1-59A8DD756B9B}"/>
                </a:ext>
              </a:extLst>
            </p:cNvPr>
            <p:cNvSpPr/>
            <p:nvPr/>
          </p:nvSpPr>
          <p:spPr>
            <a:xfrm>
              <a:off x="2546238" y="2848006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9" name="任意多边形: 形状 328">
              <a:extLst>
                <a:ext uri="{FF2B5EF4-FFF2-40B4-BE49-F238E27FC236}">
                  <a16:creationId xmlns:a16="http://schemas.microsoft.com/office/drawing/2014/main" id="{005E5043-9AEA-4536-8285-B2828568448E}"/>
                </a:ext>
              </a:extLst>
            </p:cNvPr>
            <p:cNvSpPr/>
            <p:nvPr/>
          </p:nvSpPr>
          <p:spPr>
            <a:xfrm>
              <a:off x="2464535" y="299397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1 h 88851"/>
                <a:gd name="connsiteX3" fmla="*/ 0 w 45374"/>
                <a:gd name="connsiteY3" fmla="*/ 88851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1"/>
                  </a:lnTo>
                  <a:lnTo>
                    <a:pt x="0" y="88851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0" name="任意多边形: 形状 329">
              <a:extLst>
                <a:ext uri="{FF2B5EF4-FFF2-40B4-BE49-F238E27FC236}">
                  <a16:creationId xmlns:a16="http://schemas.microsoft.com/office/drawing/2014/main" id="{64408244-E6EC-43F0-BB6B-D0649AFD4DCF}"/>
                </a:ext>
              </a:extLst>
            </p:cNvPr>
            <p:cNvSpPr/>
            <p:nvPr/>
          </p:nvSpPr>
          <p:spPr>
            <a:xfrm>
              <a:off x="2546238" y="299397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1 h 88851"/>
                <a:gd name="connsiteX3" fmla="*/ 0 w 45374"/>
                <a:gd name="connsiteY3" fmla="*/ 88851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1"/>
                  </a:lnTo>
                  <a:lnTo>
                    <a:pt x="0" y="88851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1" name="任意多边形: 形状 330">
              <a:extLst>
                <a:ext uri="{FF2B5EF4-FFF2-40B4-BE49-F238E27FC236}">
                  <a16:creationId xmlns:a16="http://schemas.microsoft.com/office/drawing/2014/main" id="{3C9A3546-05B5-49D7-9C49-09E40A5CD4A0}"/>
                </a:ext>
              </a:extLst>
            </p:cNvPr>
            <p:cNvSpPr/>
            <p:nvPr/>
          </p:nvSpPr>
          <p:spPr>
            <a:xfrm>
              <a:off x="2464535" y="3139874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1 h 88851"/>
                <a:gd name="connsiteX3" fmla="*/ 0 w 45374"/>
                <a:gd name="connsiteY3" fmla="*/ 88851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1"/>
                  </a:lnTo>
                  <a:lnTo>
                    <a:pt x="0" y="88851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2" name="任意多边形: 形状 331">
              <a:extLst>
                <a:ext uri="{FF2B5EF4-FFF2-40B4-BE49-F238E27FC236}">
                  <a16:creationId xmlns:a16="http://schemas.microsoft.com/office/drawing/2014/main" id="{737A37B2-F39D-4E8E-9B1E-29FE713FF2D9}"/>
                </a:ext>
              </a:extLst>
            </p:cNvPr>
            <p:cNvSpPr/>
            <p:nvPr/>
          </p:nvSpPr>
          <p:spPr>
            <a:xfrm>
              <a:off x="2546238" y="3139874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1 h 88851"/>
                <a:gd name="connsiteX3" fmla="*/ 0 w 45374"/>
                <a:gd name="connsiteY3" fmla="*/ 88851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1"/>
                  </a:lnTo>
                  <a:lnTo>
                    <a:pt x="0" y="88851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3" name="任意多边形: 形状 332">
              <a:extLst>
                <a:ext uri="{FF2B5EF4-FFF2-40B4-BE49-F238E27FC236}">
                  <a16:creationId xmlns:a16="http://schemas.microsoft.com/office/drawing/2014/main" id="{719F798E-DC2D-4748-8CDA-F52E7BD1D850}"/>
                </a:ext>
              </a:extLst>
            </p:cNvPr>
            <p:cNvSpPr/>
            <p:nvPr/>
          </p:nvSpPr>
          <p:spPr>
            <a:xfrm>
              <a:off x="2464535" y="3285845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4" name="任意多边形: 形状 333">
              <a:extLst>
                <a:ext uri="{FF2B5EF4-FFF2-40B4-BE49-F238E27FC236}">
                  <a16:creationId xmlns:a16="http://schemas.microsoft.com/office/drawing/2014/main" id="{A1C70CD2-B86F-4536-8203-BF110D580C2A}"/>
                </a:ext>
              </a:extLst>
            </p:cNvPr>
            <p:cNvSpPr/>
            <p:nvPr/>
          </p:nvSpPr>
          <p:spPr>
            <a:xfrm>
              <a:off x="2546238" y="3285845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5" name="任意多边形: 形状 334">
              <a:extLst>
                <a:ext uri="{FF2B5EF4-FFF2-40B4-BE49-F238E27FC236}">
                  <a16:creationId xmlns:a16="http://schemas.microsoft.com/office/drawing/2014/main" id="{4D793AFA-142F-464A-9E14-8E6196301A7C}"/>
                </a:ext>
              </a:extLst>
            </p:cNvPr>
            <p:cNvSpPr/>
            <p:nvPr/>
          </p:nvSpPr>
          <p:spPr>
            <a:xfrm>
              <a:off x="2464535" y="3431742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6" name="任意多边形: 形状 335">
              <a:extLst>
                <a:ext uri="{FF2B5EF4-FFF2-40B4-BE49-F238E27FC236}">
                  <a16:creationId xmlns:a16="http://schemas.microsoft.com/office/drawing/2014/main" id="{7B5F33B4-05E7-45B4-9760-FCB75729A74E}"/>
                </a:ext>
              </a:extLst>
            </p:cNvPr>
            <p:cNvSpPr/>
            <p:nvPr/>
          </p:nvSpPr>
          <p:spPr>
            <a:xfrm>
              <a:off x="2546238" y="3431742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7" name="任意多边形: 形状 336">
              <a:extLst>
                <a:ext uri="{FF2B5EF4-FFF2-40B4-BE49-F238E27FC236}">
                  <a16:creationId xmlns:a16="http://schemas.microsoft.com/office/drawing/2014/main" id="{2D89D923-44EF-4925-AA34-6D7109775821}"/>
                </a:ext>
              </a:extLst>
            </p:cNvPr>
            <p:cNvSpPr/>
            <p:nvPr/>
          </p:nvSpPr>
          <p:spPr>
            <a:xfrm>
              <a:off x="2464535" y="3577713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8" name="任意多边形: 形状 337">
              <a:extLst>
                <a:ext uri="{FF2B5EF4-FFF2-40B4-BE49-F238E27FC236}">
                  <a16:creationId xmlns:a16="http://schemas.microsoft.com/office/drawing/2014/main" id="{5F821341-38B4-4643-A6F5-4F267BF4BC09}"/>
                </a:ext>
              </a:extLst>
            </p:cNvPr>
            <p:cNvSpPr/>
            <p:nvPr/>
          </p:nvSpPr>
          <p:spPr>
            <a:xfrm>
              <a:off x="2546238" y="3577713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9" name="任意多边形: 形状 338">
              <a:extLst>
                <a:ext uri="{FF2B5EF4-FFF2-40B4-BE49-F238E27FC236}">
                  <a16:creationId xmlns:a16="http://schemas.microsoft.com/office/drawing/2014/main" id="{803665F2-FFA6-40AD-AADA-BA220A2A576F}"/>
                </a:ext>
              </a:extLst>
            </p:cNvPr>
            <p:cNvSpPr/>
            <p:nvPr/>
          </p:nvSpPr>
          <p:spPr>
            <a:xfrm>
              <a:off x="2014587" y="225157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0" name="任意多边形: 形状 339">
              <a:extLst>
                <a:ext uri="{FF2B5EF4-FFF2-40B4-BE49-F238E27FC236}">
                  <a16:creationId xmlns:a16="http://schemas.microsoft.com/office/drawing/2014/main" id="{202DB5B8-A5B6-4014-A58F-B8A365AE3206}"/>
                </a:ext>
              </a:extLst>
            </p:cNvPr>
            <p:cNvSpPr/>
            <p:nvPr/>
          </p:nvSpPr>
          <p:spPr>
            <a:xfrm>
              <a:off x="2096290" y="225157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1" name="任意多边形: 形状 340">
              <a:extLst>
                <a:ext uri="{FF2B5EF4-FFF2-40B4-BE49-F238E27FC236}">
                  <a16:creationId xmlns:a16="http://schemas.microsoft.com/office/drawing/2014/main" id="{C2C0F8F2-409D-4FD0-A717-57A692706478}"/>
                </a:ext>
              </a:extLst>
            </p:cNvPr>
            <p:cNvSpPr/>
            <p:nvPr/>
          </p:nvSpPr>
          <p:spPr>
            <a:xfrm>
              <a:off x="2177992" y="225157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2" name="任意多边形: 形状 341">
              <a:extLst>
                <a:ext uri="{FF2B5EF4-FFF2-40B4-BE49-F238E27FC236}">
                  <a16:creationId xmlns:a16="http://schemas.microsoft.com/office/drawing/2014/main" id="{4A272205-A628-47AD-B1E4-FFCD4171F28F}"/>
                </a:ext>
              </a:extLst>
            </p:cNvPr>
            <p:cNvSpPr/>
            <p:nvPr/>
          </p:nvSpPr>
          <p:spPr>
            <a:xfrm>
              <a:off x="2259695" y="225157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3" name="任意多边形: 形状 342">
              <a:extLst>
                <a:ext uri="{FF2B5EF4-FFF2-40B4-BE49-F238E27FC236}">
                  <a16:creationId xmlns:a16="http://schemas.microsoft.com/office/drawing/2014/main" id="{A7EEB605-E8D5-4111-9D37-AD42779E7DFF}"/>
                </a:ext>
              </a:extLst>
            </p:cNvPr>
            <p:cNvSpPr/>
            <p:nvPr/>
          </p:nvSpPr>
          <p:spPr>
            <a:xfrm>
              <a:off x="2341398" y="225157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4" name="任意多边形: 形状 343">
              <a:extLst>
                <a:ext uri="{FF2B5EF4-FFF2-40B4-BE49-F238E27FC236}">
                  <a16:creationId xmlns:a16="http://schemas.microsoft.com/office/drawing/2014/main" id="{85855795-37D7-49B9-8A8A-EBE54FFAEE94}"/>
                </a:ext>
              </a:extLst>
            </p:cNvPr>
            <p:cNvSpPr/>
            <p:nvPr/>
          </p:nvSpPr>
          <p:spPr>
            <a:xfrm>
              <a:off x="2014587" y="240177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5" name="任意多边形: 形状 344">
              <a:extLst>
                <a:ext uri="{FF2B5EF4-FFF2-40B4-BE49-F238E27FC236}">
                  <a16:creationId xmlns:a16="http://schemas.microsoft.com/office/drawing/2014/main" id="{FFE3D843-E3D7-4CAF-8846-53EAE34F4296}"/>
                </a:ext>
              </a:extLst>
            </p:cNvPr>
            <p:cNvSpPr/>
            <p:nvPr/>
          </p:nvSpPr>
          <p:spPr>
            <a:xfrm>
              <a:off x="2096290" y="240177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6" name="任意多边形: 形状 345">
              <a:extLst>
                <a:ext uri="{FF2B5EF4-FFF2-40B4-BE49-F238E27FC236}">
                  <a16:creationId xmlns:a16="http://schemas.microsoft.com/office/drawing/2014/main" id="{2A01A193-5944-4958-91ED-9A9D72EA5E3C}"/>
                </a:ext>
              </a:extLst>
            </p:cNvPr>
            <p:cNvSpPr/>
            <p:nvPr/>
          </p:nvSpPr>
          <p:spPr>
            <a:xfrm>
              <a:off x="2177992" y="240177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7" name="任意多边形: 形状 346">
              <a:extLst>
                <a:ext uri="{FF2B5EF4-FFF2-40B4-BE49-F238E27FC236}">
                  <a16:creationId xmlns:a16="http://schemas.microsoft.com/office/drawing/2014/main" id="{59BD6E4E-58BD-4FDD-B753-861F9932FF17}"/>
                </a:ext>
              </a:extLst>
            </p:cNvPr>
            <p:cNvSpPr/>
            <p:nvPr/>
          </p:nvSpPr>
          <p:spPr>
            <a:xfrm>
              <a:off x="2259695" y="240177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8" name="任意多边形: 形状 347">
              <a:extLst>
                <a:ext uri="{FF2B5EF4-FFF2-40B4-BE49-F238E27FC236}">
                  <a16:creationId xmlns:a16="http://schemas.microsoft.com/office/drawing/2014/main" id="{AC6D4F33-3320-4FA7-AA74-01D32E9C02D9}"/>
                </a:ext>
              </a:extLst>
            </p:cNvPr>
            <p:cNvSpPr/>
            <p:nvPr/>
          </p:nvSpPr>
          <p:spPr>
            <a:xfrm>
              <a:off x="2341398" y="240177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9" name="任意多边形: 形状 348">
              <a:extLst>
                <a:ext uri="{FF2B5EF4-FFF2-40B4-BE49-F238E27FC236}">
                  <a16:creationId xmlns:a16="http://schemas.microsoft.com/office/drawing/2014/main" id="{7AFC5290-5C55-4C29-8F44-EEF9D048DE84}"/>
                </a:ext>
              </a:extLst>
            </p:cNvPr>
            <p:cNvSpPr/>
            <p:nvPr/>
          </p:nvSpPr>
          <p:spPr>
            <a:xfrm>
              <a:off x="2014587" y="255190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0" name="任意多边形: 形状 349">
              <a:extLst>
                <a:ext uri="{FF2B5EF4-FFF2-40B4-BE49-F238E27FC236}">
                  <a16:creationId xmlns:a16="http://schemas.microsoft.com/office/drawing/2014/main" id="{8FC67897-AFD5-411E-90A5-87BF4080CCA4}"/>
                </a:ext>
              </a:extLst>
            </p:cNvPr>
            <p:cNvSpPr/>
            <p:nvPr/>
          </p:nvSpPr>
          <p:spPr>
            <a:xfrm>
              <a:off x="2096290" y="255190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1" name="任意多边形: 形状 350">
              <a:extLst>
                <a:ext uri="{FF2B5EF4-FFF2-40B4-BE49-F238E27FC236}">
                  <a16:creationId xmlns:a16="http://schemas.microsoft.com/office/drawing/2014/main" id="{A4C2907C-D0B1-40E8-BF70-490303E9BAE6}"/>
                </a:ext>
              </a:extLst>
            </p:cNvPr>
            <p:cNvSpPr/>
            <p:nvPr/>
          </p:nvSpPr>
          <p:spPr>
            <a:xfrm>
              <a:off x="2177992" y="255190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2" name="任意多边形: 形状 351">
              <a:extLst>
                <a:ext uri="{FF2B5EF4-FFF2-40B4-BE49-F238E27FC236}">
                  <a16:creationId xmlns:a16="http://schemas.microsoft.com/office/drawing/2014/main" id="{5EDD6D3C-0036-4FF4-845C-8599E1BC1310}"/>
                </a:ext>
              </a:extLst>
            </p:cNvPr>
            <p:cNvSpPr/>
            <p:nvPr/>
          </p:nvSpPr>
          <p:spPr>
            <a:xfrm>
              <a:off x="2259695" y="255190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3" name="任意多边形: 形状 352">
              <a:extLst>
                <a:ext uri="{FF2B5EF4-FFF2-40B4-BE49-F238E27FC236}">
                  <a16:creationId xmlns:a16="http://schemas.microsoft.com/office/drawing/2014/main" id="{DC383A6E-F7D2-4471-A757-188A4539E0BD}"/>
                </a:ext>
              </a:extLst>
            </p:cNvPr>
            <p:cNvSpPr/>
            <p:nvPr/>
          </p:nvSpPr>
          <p:spPr>
            <a:xfrm>
              <a:off x="2341398" y="255190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4" name="任意多边形: 形状 353">
              <a:extLst>
                <a:ext uri="{FF2B5EF4-FFF2-40B4-BE49-F238E27FC236}">
                  <a16:creationId xmlns:a16="http://schemas.microsoft.com/office/drawing/2014/main" id="{5FB8DB97-E247-4EC0-9093-F57B4A4F8159}"/>
                </a:ext>
              </a:extLst>
            </p:cNvPr>
            <p:cNvSpPr/>
            <p:nvPr/>
          </p:nvSpPr>
          <p:spPr>
            <a:xfrm>
              <a:off x="2014587" y="2702109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5" name="任意多边形: 形状 354">
              <a:extLst>
                <a:ext uri="{FF2B5EF4-FFF2-40B4-BE49-F238E27FC236}">
                  <a16:creationId xmlns:a16="http://schemas.microsoft.com/office/drawing/2014/main" id="{7A35915A-A70D-42A6-AAF5-EFC9414E7AAC}"/>
                </a:ext>
              </a:extLst>
            </p:cNvPr>
            <p:cNvSpPr/>
            <p:nvPr/>
          </p:nvSpPr>
          <p:spPr>
            <a:xfrm>
              <a:off x="2096290" y="2702109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6" name="任意多边形: 形状 355">
              <a:extLst>
                <a:ext uri="{FF2B5EF4-FFF2-40B4-BE49-F238E27FC236}">
                  <a16:creationId xmlns:a16="http://schemas.microsoft.com/office/drawing/2014/main" id="{4F1B9289-362F-4B45-A742-9E57C42BA7F3}"/>
                </a:ext>
              </a:extLst>
            </p:cNvPr>
            <p:cNvSpPr/>
            <p:nvPr/>
          </p:nvSpPr>
          <p:spPr>
            <a:xfrm>
              <a:off x="2177992" y="2702109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7" name="任意多边形: 形状 356">
              <a:extLst>
                <a:ext uri="{FF2B5EF4-FFF2-40B4-BE49-F238E27FC236}">
                  <a16:creationId xmlns:a16="http://schemas.microsoft.com/office/drawing/2014/main" id="{235E752C-2742-45BC-B53D-359F4F4FFF6A}"/>
                </a:ext>
              </a:extLst>
            </p:cNvPr>
            <p:cNvSpPr/>
            <p:nvPr/>
          </p:nvSpPr>
          <p:spPr>
            <a:xfrm>
              <a:off x="2259695" y="2702109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8" name="任意多边形: 形状 357">
              <a:extLst>
                <a:ext uri="{FF2B5EF4-FFF2-40B4-BE49-F238E27FC236}">
                  <a16:creationId xmlns:a16="http://schemas.microsoft.com/office/drawing/2014/main" id="{0F9321DD-A1B8-48BB-8056-5206DD22E1BF}"/>
                </a:ext>
              </a:extLst>
            </p:cNvPr>
            <p:cNvSpPr/>
            <p:nvPr/>
          </p:nvSpPr>
          <p:spPr>
            <a:xfrm>
              <a:off x="2341398" y="2702109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9" name="任意多边形: 形状 358">
              <a:extLst>
                <a:ext uri="{FF2B5EF4-FFF2-40B4-BE49-F238E27FC236}">
                  <a16:creationId xmlns:a16="http://schemas.microsoft.com/office/drawing/2014/main" id="{E64B4B4C-C42B-49A4-8ACB-FF1B91A59FAC}"/>
                </a:ext>
              </a:extLst>
            </p:cNvPr>
            <p:cNvSpPr/>
            <p:nvPr/>
          </p:nvSpPr>
          <p:spPr>
            <a:xfrm>
              <a:off x="2014587" y="285223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0" name="任意多边形: 形状 359">
              <a:extLst>
                <a:ext uri="{FF2B5EF4-FFF2-40B4-BE49-F238E27FC236}">
                  <a16:creationId xmlns:a16="http://schemas.microsoft.com/office/drawing/2014/main" id="{18F6FC66-9319-4540-82C8-A63B756C4255}"/>
                </a:ext>
              </a:extLst>
            </p:cNvPr>
            <p:cNvSpPr/>
            <p:nvPr/>
          </p:nvSpPr>
          <p:spPr>
            <a:xfrm>
              <a:off x="2096290" y="285223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1" name="任意多边形: 形状 360">
              <a:extLst>
                <a:ext uri="{FF2B5EF4-FFF2-40B4-BE49-F238E27FC236}">
                  <a16:creationId xmlns:a16="http://schemas.microsoft.com/office/drawing/2014/main" id="{22D6768F-3C37-4DE5-A06F-7403DC5FD4CD}"/>
                </a:ext>
              </a:extLst>
            </p:cNvPr>
            <p:cNvSpPr/>
            <p:nvPr/>
          </p:nvSpPr>
          <p:spPr>
            <a:xfrm>
              <a:off x="2177992" y="285223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2" name="任意多边形: 形状 361">
              <a:extLst>
                <a:ext uri="{FF2B5EF4-FFF2-40B4-BE49-F238E27FC236}">
                  <a16:creationId xmlns:a16="http://schemas.microsoft.com/office/drawing/2014/main" id="{91E17EC5-DF41-4ECF-B7E8-F7BB979652F5}"/>
                </a:ext>
              </a:extLst>
            </p:cNvPr>
            <p:cNvSpPr/>
            <p:nvPr/>
          </p:nvSpPr>
          <p:spPr>
            <a:xfrm>
              <a:off x="2259695" y="285223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3" name="任意多边形: 形状 362">
              <a:extLst>
                <a:ext uri="{FF2B5EF4-FFF2-40B4-BE49-F238E27FC236}">
                  <a16:creationId xmlns:a16="http://schemas.microsoft.com/office/drawing/2014/main" id="{744BF839-736C-4EF2-9CF1-A1B98EFCE83F}"/>
                </a:ext>
              </a:extLst>
            </p:cNvPr>
            <p:cNvSpPr/>
            <p:nvPr/>
          </p:nvSpPr>
          <p:spPr>
            <a:xfrm>
              <a:off x="2341398" y="285223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4" name="任意多边形: 形状 363">
              <a:extLst>
                <a:ext uri="{FF2B5EF4-FFF2-40B4-BE49-F238E27FC236}">
                  <a16:creationId xmlns:a16="http://schemas.microsoft.com/office/drawing/2014/main" id="{F8E7FBE6-E048-4266-9EAD-A1D59A9A606F}"/>
                </a:ext>
              </a:extLst>
            </p:cNvPr>
            <p:cNvSpPr/>
            <p:nvPr/>
          </p:nvSpPr>
          <p:spPr>
            <a:xfrm>
              <a:off x="2014587" y="3002439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5" name="任意多边形: 形状 364">
              <a:extLst>
                <a:ext uri="{FF2B5EF4-FFF2-40B4-BE49-F238E27FC236}">
                  <a16:creationId xmlns:a16="http://schemas.microsoft.com/office/drawing/2014/main" id="{569BA253-E79E-46B8-8178-BB1AC2EDC39D}"/>
                </a:ext>
              </a:extLst>
            </p:cNvPr>
            <p:cNvSpPr/>
            <p:nvPr/>
          </p:nvSpPr>
          <p:spPr>
            <a:xfrm>
              <a:off x="2096290" y="3002439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6" name="任意多边形: 形状 365">
              <a:extLst>
                <a:ext uri="{FF2B5EF4-FFF2-40B4-BE49-F238E27FC236}">
                  <a16:creationId xmlns:a16="http://schemas.microsoft.com/office/drawing/2014/main" id="{A4BF496C-B307-41E4-96C1-50C353BDC6F7}"/>
                </a:ext>
              </a:extLst>
            </p:cNvPr>
            <p:cNvSpPr/>
            <p:nvPr/>
          </p:nvSpPr>
          <p:spPr>
            <a:xfrm>
              <a:off x="2177992" y="3002439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7" name="任意多边形: 形状 366">
              <a:extLst>
                <a:ext uri="{FF2B5EF4-FFF2-40B4-BE49-F238E27FC236}">
                  <a16:creationId xmlns:a16="http://schemas.microsoft.com/office/drawing/2014/main" id="{FEC1FE4D-5D2E-4677-9F67-979E0B5DE29B}"/>
                </a:ext>
              </a:extLst>
            </p:cNvPr>
            <p:cNvSpPr/>
            <p:nvPr/>
          </p:nvSpPr>
          <p:spPr>
            <a:xfrm>
              <a:off x="2259695" y="3002439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8" name="任意多边形: 形状 367">
              <a:extLst>
                <a:ext uri="{FF2B5EF4-FFF2-40B4-BE49-F238E27FC236}">
                  <a16:creationId xmlns:a16="http://schemas.microsoft.com/office/drawing/2014/main" id="{CEB03674-C34D-46CC-9F3B-9B927AB619EC}"/>
                </a:ext>
              </a:extLst>
            </p:cNvPr>
            <p:cNvSpPr/>
            <p:nvPr/>
          </p:nvSpPr>
          <p:spPr>
            <a:xfrm>
              <a:off x="2341398" y="3002439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9" name="任意多边形: 形状 368">
              <a:extLst>
                <a:ext uri="{FF2B5EF4-FFF2-40B4-BE49-F238E27FC236}">
                  <a16:creationId xmlns:a16="http://schemas.microsoft.com/office/drawing/2014/main" id="{0DE22F5D-37E5-401A-925F-655D49ADEE52}"/>
                </a:ext>
              </a:extLst>
            </p:cNvPr>
            <p:cNvSpPr/>
            <p:nvPr/>
          </p:nvSpPr>
          <p:spPr>
            <a:xfrm>
              <a:off x="2014587" y="315256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0" name="任意多边形: 形状 369">
              <a:extLst>
                <a:ext uri="{FF2B5EF4-FFF2-40B4-BE49-F238E27FC236}">
                  <a16:creationId xmlns:a16="http://schemas.microsoft.com/office/drawing/2014/main" id="{B20C3930-29D9-413C-8433-C2B2ADE887A0}"/>
                </a:ext>
              </a:extLst>
            </p:cNvPr>
            <p:cNvSpPr/>
            <p:nvPr/>
          </p:nvSpPr>
          <p:spPr>
            <a:xfrm>
              <a:off x="2096290" y="315256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1" name="任意多边形: 形状 370">
              <a:extLst>
                <a:ext uri="{FF2B5EF4-FFF2-40B4-BE49-F238E27FC236}">
                  <a16:creationId xmlns:a16="http://schemas.microsoft.com/office/drawing/2014/main" id="{3EE3B67F-413E-45B1-8F94-63BCC8EB7E6C}"/>
                </a:ext>
              </a:extLst>
            </p:cNvPr>
            <p:cNvSpPr/>
            <p:nvPr/>
          </p:nvSpPr>
          <p:spPr>
            <a:xfrm>
              <a:off x="2177992" y="315256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2" name="任意多边形: 形状 371">
              <a:extLst>
                <a:ext uri="{FF2B5EF4-FFF2-40B4-BE49-F238E27FC236}">
                  <a16:creationId xmlns:a16="http://schemas.microsoft.com/office/drawing/2014/main" id="{67E6D2FF-B25A-446B-A9BC-F32A73C48A38}"/>
                </a:ext>
              </a:extLst>
            </p:cNvPr>
            <p:cNvSpPr/>
            <p:nvPr/>
          </p:nvSpPr>
          <p:spPr>
            <a:xfrm>
              <a:off x="2259695" y="315256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3" name="任意多边形: 形状 372">
              <a:extLst>
                <a:ext uri="{FF2B5EF4-FFF2-40B4-BE49-F238E27FC236}">
                  <a16:creationId xmlns:a16="http://schemas.microsoft.com/office/drawing/2014/main" id="{CD4539D5-B1BD-44AE-8B30-F5F5CBE25FAA}"/>
                </a:ext>
              </a:extLst>
            </p:cNvPr>
            <p:cNvSpPr/>
            <p:nvPr/>
          </p:nvSpPr>
          <p:spPr>
            <a:xfrm>
              <a:off x="2341398" y="3152567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4" name="任意多边形: 形状 373">
              <a:extLst>
                <a:ext uri="{FF2B5EF4-FFF2-40B4-BE49-F238E27FC236}">
                  <a16:creationId xmlns:a16="http://schemas.microsoft.com/office/drawing/2014/main" id="{3643744E-672B-4DBA-8EA5-77A47A9539A6}"/>
                </a:ext>
              </a:extLst>
            </p:cNvPr>
            <p:cNvSpPr/>
            <p:nvPr/>
          </p:nvSpPr>
          <p:spPr>
            <a:xfrm>
              <a:off x="2014587" y="3302769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5" name="任意多边形: 形状 374">
              <a:extLst>
                <a:ext uri="{FF2B5EF4-FFF2-40B4-BE49-F238E27FC236}">
                  <a16:creationId xmlns:a16="http://schemas.microsoft.com/office/drawing/2014/main" id="{8D0C9AF5-6766-45A9-8110-9BF13757263D}"/>
                </a:ext>
              </a:extLst>
            </p:cNvPr>
            <p:cNvSpPr/>
            <p:nvPr/>
          </p:nvSpPr>
          <p:spPr>
            <a:xfrm>
              <a:off x="2096290" y="3302769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6" name="任意多边形: 形状 375">
              <a:extLst>
                <a:ext uri="{FF2B5EF4-FFF2-40B4-BE49-F238E27FC236}">
                  <a16:creationId xmlns:a16="http://schemas.microsoft.com/office/drawing/2014/main" id="{FC94CB41-9FF9-4080-8057-E4E32CEBB6DC}"/>
                </a:ext>
              </a:extLst>
            </p:cNvPr>
            <p:cNvSpPr/>
            <p:nvPr/>
          </p:nvSpPr>
          <p:spPr>
            <a:xfrm>
              <a:off x="2177992" y="3302769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7" name="任意多边形: 形状 376">
              <a:extLst>
                <a:ext uri="{FF2B5EF4-FFF2-40B4-BE49-F238E27FC236}">
                  <a16:creationId xmlns:a16="http://schemas.microsoft.com/office/drawing/2014/main" id="{4898E420-0141-4AFA-AC27-AA9EF41B1DE0}"/>
                </a:ext>
              </a:extLst>
            </p:cNvPr>
            <p:cNvSpPr/>
            <p:nvPr/>
          </p:nvSpPr>
          <p:spPr>
            <a:xfrm>
              <a:off x="2259695" y="3302769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8" name="任意多边形: 形状 377">
              <a:extLst>
                <a:ext uri="{FF2B5EF4-FFF2-40B4-BE49-F238E27FC236}">
                  <a16:creationId xmlns:a16="http://schemas.microsoft.com/office/drawing/2014/main" id="{764CED22-2E13-4845-BFB1-CFE622C24E2F}"/>
                </a:ext>
              </a:extLst>
            </p:cNvPr>
            <p:cNvSpPr/>
            <p:nvPr/>
          </p:nvSpPr>
          <p:spPr>
            <a:xfrm>
              <a:off x="2341398" y="3302769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9" name="任意多边形: 形状 378">
              <a:extLst>
                <a:ext uri="{FF2B5EF4-FFF2-40B4-BE49-F238E27FC236}">
                  <a16:creationId xmlns:a16="http://schemas.microsoft.com/office/drawing/2014/main" id="{CC20512B-9FE3-48FB-9ABA-A2C2472565E7}"/>
                </a:ext>
              </a:extLst>
            </p:cNvPr>
            <p:cNvSpPr/>
            <p:nvPr/>
          </p:nvSpPr>
          <p:spPr>
            <a:xfrm>
              <a:off x="2014587" y="345289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0" name="任意多边形: 形状 379">
              <a:extLst>
                <a:ext uri="{FF2B5EF4-FFF2-40B4-BE49-F238E27FC236}">
                  <a16:creationId xmlns:a16="http://schemas.microsoft.com/office/drawing/2014/main" id="{9837B872-C8ED-4593-A295-0D35A828D44A}"/>
                </a:ext>
              </a:extLst>
            </p:cNvPr>
            <p:cNvSpPr/>
            <p:nvPr/>
          </p:nvSpPr>
          <p:spPr>
            <a:xfrm>
              <a:off x="2096290" y="345289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1" name="任意多边形: 形状 380">
              <a:extLst>
                <a:ext uri="{FF2B5EF4-FFF2-40B4-BE49-F238E27FC236}">
                  <a16:creationId xmlns:a16="http://schemas.microsoft.com/office/drawing/2014/main" id="{9DBC33E3-8653-4E2D-BAE5-016A9D5D9D84}"/>
                </a:ext>
              </a:extLst>
            </p:cNvPr>
            <p:cNvSpPr/>
            <p:nvPr/>
          </p:nvSpPr>
          <p:spPr>
            <a:xfrm>
              <a:off x="2177992" y="345289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2" name="任意多边形: 形状 381">
              <a:extLst>
                <a:ext uri="{FF2B5EF4-FFF2-40B4-BE49-F238E27FC236}">
                  <a16:creationId xmlns:a16="http://schemas.microsoft.com/office/drawing/2014/main" id="{42218C04-CC7A-4041-8C3F-71F0EC16E91C}"/>
                </a:ext>
              </a:extLst>
            </p:cNvPr>
            <p:cNvSpPr/>
            <p:nvPr/>
          </p:nvSpPr>
          <p:spPr>
            <a:xfrm>
              <a:off x="2259695" y="345289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3" name="任意多边形: 形状 382">
              <a:extLst>
                <a:ext uri="{FF2B5EF4-FFF2-40B4-BE49-F238E27FC236}">
                  <a16:creationId xmlns:a16="http://schemas.microsoft.com/office/drawing/2014/main" id="{4DFB7A42-B76D-4268-B083-47DD3657E8F7}"/>
                </a:ext>
              </a:extLst>
            </p:cNvPr>
            <p:cNvSpPr/>
            <p:nvPr/>
          </p:nvSpPr>
          <p:spPr>
            <a:xfrm>
              <a:off x="2341398" y="3452898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4" name="任意多边形: 形状 383">
              <a:extLst>
                <a:ext uri="{FF2B5EF4-FFF2-40B4-BE49-F238E27FC236}">
                  <a16:creationId xmlns:a16="http://schemas.microsoft.com/office/drawing/2014/main" id="{E6B3EE17-5E6E-42F4-9C42-39DE8C82FA10}"/>
                </a:ext>
              </a:extLst>
            </p:cNvPr>
            <p:cNvSpPr/>
            <p:nvPr/>
          </p:nvSpPr>
          <p:spPr>
            <a:xfrm>
              <a:off x="2014587" y="3607330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5" name="任意多边形: 形状 384">
              <a:extLst>
                <a:ext uri="{FF2B5EF4-FFF2-40B4-BE49-F238E27FC236}">
                  <a16:creationId xmlns:a16="http://schemas.microsoft.com/office/drawing/2014/main" id="{817A64C5-E031-4F72-B0E1-573CC096D4C7}"/>
                </a:ext>
              </a:extLst>
            </p:cNvPr>
            <p:cNvSpPr/>
            <p:nvPr/>
          </p:nvSpPr>
          <p:spPr>
            <a:xfrm>
              <a:off x="2096290" y="3607330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6" name="任意多边形: 形状 385">
              <a:extLst>
                <a:ext uri="{FF2B5EF4-FFF2-40B4-BE49-F238E27FC236}">
                  <a16:creationId xmlns:a16="http://schemas.microsoft.com/office/drawing/2014/main" id="{C1512723-FC09-4436-B364-F80420F6430A}"/>
                </a:ext>
              </a:extLst>
            </p:cNvPr>
            <p:cNvSpPr/>
            <p:nvPr/>
          </p:nvSpPr>
          <p:spPr>
            <a:xfrm>
              <a:off x="2177992" y="3607330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7" name="任意多边形: 形状 386">
              <a:extLst>
                <a:ext uri="{FF2B5EF4-FFF2-40B4-BE49-F238E27FC236}">
                  <a16:creationId xmlns:a16="http://schemas.microsoft.com/office/drawing/2014/main" id="{CCD9EBD5-448D-4025-9BD7-060D12AE8C52}"/>
                </a:ext>
              </a:extLst>
            </p:cNvPr>
            <p:cNvSpPr/>
            <p:nvPr/>
          </p:nvSpPr>
          <p:spPr>
            <a:xfrm>
              <a:off x="2259695" y="3607330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8" name="任意多边形: 形状 387">
              <a:extLst>
                <a:ext uri="{FF2B5EF4-FFF2-40B4-BE49-F238E27FC236}">
                  <a16:creationId xmlns:a16="http://schemas.microsoft.com/office/drawing/2014/main" id="{DCE2D571-0023-4BC3-9024-B8BDBF10C95C}"/>
                </a:ext>
              </a:extLst>
            </p:cNvPr>
            <p:cNvSpPr/>
            <p:nvPr/>
          </p:nvSpPr>
          <p:spPr>
            <a:xfrm>
              <a:off x="2341398" y="3607330"/>
              <a:ext cx="45374" cy="88851"/>
            </a:xfrm>
            <a:custGeom>
              <a:avLst/>
              <a:gdLst>
                <a:gd name="connsiteX0" fmla="*/ 0 w 45374"/>
                <a:gd name="connsiteY0" fmla="*/ 0 h 88851"/>
                <a:gd name="connsiteX1" fmla="*/ 45374 w 45374"/>
                <a:gd name="connsiteY1" fmla="*/ 0 h 88851"/>
                <a:gd name="connsiteX2" fmla="*/ 45374 w 45374"/>
                <a:gd name="connsiteY2" fmla="*/ 88852 h 88851"/>
                <a:gd name="connsiteX3" fmla="*/ 0 w 45374"/>
                <a:gd name="connsiteY3" fmla="*/ 88852 h 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74" h="88851">
                  <a:moveTo>
                    <a:pt x="0" y="0"/>
                  </a:moveTo>
                  <a:lnTo>
                    <a:pt x="45374" y="0"/>
                  </a:lnTo>
                  <a:lnTo>
                    <a:pt x="45374" y="88852"/>
                  </a:lnTo>
                  <a:lnTo>
                    <a:pt x="0" y="8885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9" name="任意多边形: 形状 388">
              <a:extLst>
                <a:ext uri="{FF2B5EF4-FFF2-40B4-BE49-F238E27FC236}">
                  <a16:creationId xmlns:a16="http://schemas.microsoft.com/office/drawing/2014/main" id="{AA195335-E048-41A9-A941-DBB2C5A4846C}"/>
                </a:ext>
              </a:extLst>
            </p:cNvPr>
            <p:cNvSpPr/>
            <p:nvPr/>
          </p:nvSpPr>
          <p:spPr>
            <a:xfrm>
              <a:off x="1980374" y="2035867"/>
              <a:ext cx="7294" cy="1810443"/>
            </a:xfrm>
            <a:custGeom>
              <a:avLst/>
              <a:gdLst>
                <a:gd name="connsiteX0" fmla="*/ 0 w 7294"/>
                <a:gd name="connsiteY0" fmla="*/ 0 h 1810443"/>
                <a:gd name="connsiteX1" fmla="*/ 0 w 7294"/>
                <a:gd name="connsiteY1" fmla="*/ 1810443 h 1810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94" h="1810443">
                  <a:moveTo>
                    <a:pt x="0" y="0"/>
                  </a:moveTo>
                  <a:lnTo>
                    <a:pt x="0" y="1810443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0" name="任意多边形: 形状 389">
              <a:extLst>
                <a:ext uri="{FF2B5EF4-FFF2-40B4-BE49-F238E27FC236}">
                  <a16:creationId xmlns:a16="http://schemas.microsoft.com/office/drawing/2014/main" id="{71173C31-12C5-4BF2-B63B-CFF8B3CDB34B}"/>
                </a:ext>
              </a:extLst>
            </p:cNvPr>
            <p:cNvSpPr/>
            <p:nvPr/>
          </p:nvSpPr>
          <p:spPr>
            <a:xfrm>
              <a:off x="2674409" y="2120488"/>
              <a:ext cx="7294" cy="1700436"/>
            </a:xfrm>
            <a:custGeom>
              <a:avLst/>
              <a:gdLst>
                <a:gd name="connsiteX0" fmla="*/ 0 w 7294"/>
                <a:gd name="connsiteY0" fmla="*/ 0 h 1700436"/>
                <a:gd name="connsiteX1" fmla="*/ 0 w 7294"/>
                <a:gd name="connsiteY1" fmla="*/ 1700437 h 1700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94" h="1700436">
                  <a:moveTo>
                    <a:pt x="0" y="0"/>
                  </a:moveTo>
                  <a:lnTo>
                    <a:pt x="0" y="1700437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1" name="任意多边形: 形状 390">
              <a:extLst>
                <a:ext uri="{FF2B5EF4-FFF2-40B4-BE49-F238E27FC236}">
                  <a16:creationId xmlns:a16="http://schemas.microsoft.com/office/drawing/2014/main" id="{4EE13FBF-8E23-4EEB-89B5-DDEC92065CCE}"/>
                </a:ext>
              </a:extLst>
            </p:cNvPr>
            <p:cNvSpPr/>
            <p:nvPr/>
          </p:nvSpPr>
          <p:spPr>
            <a:xfrm>
              <a:off x="2763260" y="2120488"/>
              <a:ext cx="7294" cy="1700436"/>
            </a:xfrm>
            <a:custGeom>
              <a:avLst/>
              <a:gdLst>
                <a:gd name="connsiteX0" fmla="*/ 0 w 7294"/>
                <a:gd name="connsiteY0" fmla="*/ 0 h 1700436"/>
                <a:gd name="connsiteX1" fmla="*/ 0 w 7294"/>
                <a:gd name="connsiteY1" fmla="*/ 1700437 h 1700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94" h="1700436">
                  <a:moveTo>
                    <a:pt x="0" y="0"/>
                  </a:moveTo>
                  <a:lnTo>
                    <a:pt x="0" y="1700437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2" name="任意多边形: 形状 391">
              <a:extLst>
                <a:ext uri="{FF2B5EF4-FFF2-40B4-BE49-F238E27FC236}">
                  <a16:creationId xmlns:a16="http://schemas.microsoft.com/office/drawing/2014/main" id="{D4738558-F374-4F43-AC42-0A4825595096}"/>
                </a:ext>
              </a:extLst>
            </p:cNvPr>
            <p:cNvSpPr/>
            <p:nvPr/>
          </p:nvSpPr>
          <p:spPr>
            <a:xfrm>
              <a:off x="2852112" y="2120488"/>
              <a:ext cx="7294" cy="1700436"/>
            </a:xfrm>
            <a:custGeom>
              <a:avLst/>
              <a:gdLst>
                <a:gd name="connsiteX0" fmla="*/ 0 w 7294"/>
                <a:gd name="connsiteY0" fmla="*/ 0 h 1700436"/>
                <a:gd name="connsiteX1" fmla="*/ 0 w 7294"/>
                <a:gd name="connsiteY1" fmla="*/ 1700437 h 1700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94" h="1700436">
                  <a:moveTo>
                    <a:pt x="0" y="0"/>
                  </a:moveTo>
                  <a:lnTo>
                    <a:pt x="0" y="1700437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3" name="任意多边形: 形状 392">
              <a:extLst>
                <a:ext uri="{FF2B5EF4-FFF2-40B4-BE49-F238E27FC236}">
                  <a16:creationId xmlns:a16="http://schemas.microsoft.com/office/drawing/2014/main" id="{7B2F2241-2ECA-4801-89B2-3EBD3F4CC3FD}"/>
                </a:ext>
              </a:extLst>
            </p:cNvPr>
            <p:cNvSpPr/>
            <p:nvPr/>
          </p:nvSpPr>
          <p:spPr>
            <a:xfrm>
              <a:off x="2940891" y="2120488"/>
              <a:ext cx="7294" cy="1700436"/>
            </a:xfrm>
            <a:custGeom>
              <a:avLst/>
              <a:gdLst>
                <a:gd name="connsiteX0" fmla="*/ 0 w 7294"/>
                <a:gd name="connsiteY0" fmla="*/ 0 h 1700436"/>
                <a:gd name="connsiteX1" fmla="*/ 0 w 7294"/>
                <a:gd name="connsiteY1" fmla="*/ 1700437 h 1700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94" h="1700436">
                  <a:moveTo>
                    <a:pt x="0" y="0"/>
                  </a:moveTo>
                  <a:lnTo>
                    <a:pt x="0" y="1700437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4" name="任意多边形: 形状 393">
              <a:extLst>
                <a:ext uri="{FF2B5EF4-FFF2-40B4-BE49-F238E27FC236}">
                  <a16:creationId xmlns:a16="http://schemas.microsoft.com/office/drawing/2014/main" id="{B1D08499-E585-4EE3-B8F4-C0A721B389D1}"/>
                </a:ext>
              </a:extLst>
            </p:cNvPr>
            <p:cNvSpPr/>
            <p:nvPr/>
          </p:nvSpPr>
          <p:spPr>
            <a:xfrm>
              <a:off x="3029742" y="2289656"/>
              <a:ext cx="7294" cy="1531268"/>
            </a:xfrm>
            <a:custGeom>
              <a:avLst/>
              <a:gdLst>
                <a:gd name="connsiteX0" fmla="*/ 0 w 7294"/>
                <a:gd name="connsiteY0" fmla="*/ 0 h 1531268"/>
                <a:gd name="connsiteX1" fmla="*/ 0 w 7294"/>
                <a:gd name="connsiteY1" fmla="*/ 1531268 h 1531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94" h="1531268">
                  <a:moveTo>
                    <a:pt x="0" y="0"/>
                  </a:moveTo>
                  <a:lnTo>
                    <a:pt x="0" y="1531268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5" name="任意多边形: 形状 394">
              <a:extLst>
                <a:ext uri="{FF2B5EF4-FFF2-40B4-BE49-F238E27FC236}">
                  <a16:creationId xmlns:a16="http://schemas.microsoft.com/office/drawing/2014/main" id="{92181C21-80D1-4DB1-91C9-8355BB6F4498}"/>
                </a:ext>
              </a:extLst>
            </p:cNvPr>
            <p:cNvSpPr/>
            <p:nvPr/>
          </p:nvSpPr>
          <p:spPr>
            <a:xfrm>
              <a:off x="3118594" y="2289656"/>
              <a:ext cx="7294" cy="1531268"/>
            </a:xfrm>
            <a:custGeom>
              <a:avLst/>
              <a:gdLst>
                <a:gd name="connsiteX0" fmla="*/ 0 w 7294"/>
                <a:gd name="connsiteY0" fmla="*/ 0 h 1531268"/>
                <a:gd name="connsiteX1" fmla="*/ 0 w 7294"/>
                <a:gd name="connsiteY1" fmla="*/ 1531268 h 1531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94" h="1531268">
                  <a:moveTo>
                    <a:pt x="0" y="0"/>
                  </a:moveTo>
                  <a:lnTo>
                    <a:pt x="0" y="1531268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6" name="任意多边形: 形状 395">
              <a:extLst>
                <a:ext uri="{FF2B5EF4-FFF2-40B4-BE49-F238E27FC236}">
                  <a16:creationId xmlns:a16="http://schemas.microsoft.com/office/drawing/2014/main" id="{6864A823-9FCF-4083-A50E-DADA31A045C7}"/>
                </a:ext>
              </a:extLst>
            </p:cNvPr>
            <p:cNvSpPr/>
            <p:nvPr/>
          </p:nvSpPr>
          <p:spPr>
            <a:xfrm>
              <a:off x="3207446" y="2289656"/>
              <a:ext cx="7294" cy="1531268"/>
            </a:xfrm>
            <a:custGeom>
              <a:avLst/>
              <a:gdLst>
                <a:gd name="connsiteX0" fmla="*/ 0 w 7294"/>
                <a:gd name="connsiteY0" fmla="*/ 0 h 1531268"/>
                <a:gd name="connsiteX1" fmla="*/ 0 w 7294"/>
                <a:gd name="connsiteY1" fmla="*/ 1531268 h 1531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94" h="1531268">
                  <a:moveTo>
                    <a:pt x="0" y="0"/>
                  </a:moveTo>
                  <a:lnTo>
                    <a:pt x="0" y="1531268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7" name="任意多边形: 形状 396">
              <a:extLst>
                <a:ext uri="{FF2B5EF4-FFF2-40B4-BE49-F238E27FC236}">
                  <a16:creationId xmlns:a16="http://schemas.microsoft.com/office/drawing/2014/main" id="{E0B9376F-04B4-4575-BAB3-FC26B3A871BF}"/>
                </a:ext>
              </a:extLst>
            </p:cNvPr>
            <p:cNvSpPr/>
            <p:nvPr/>
          </p:nvSpPr>
          <p:spPr>
            <a:xfrm>
              <a:off x="834421" y="1714382"/>
              <a:ext cx="554119" cy="7294"/>
            </a:xfrm>
            <a:custGeom>
              <a:avLst/>
              <a:gdLst>
                <a:gd name="connsiteX0" fmla="*/ 0 w 554119"/>
                <a:gd name="connsiteY0" fmla="*/ 0 h 7294"/>
                <a:gd name="connsiteX1" fmla="*/ 554119 w 554119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119" h="7294">
                  <a:moveTo>
                    <a:pt x="0" y="0"/>
                  </a:moveTo>
                  <a:lnTo>
                    <a:pt x="554119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8" name="任意多边形: 形状 397">
              <a:extLst>
                <a:ext uri="{FF2B5EF4-FFF2-40B4-BE49-F238E27FC236}">
                  <a16:creationId xmlns:a16="http://schemas.microsoft.com/office/drawing/2014/main" id="{CC374E5E-5057-4C9E-A9F7-D4632C88E2F7}"/>
                </a:ext>
              </a:extLst>
            </p:cNvPr>
            <p:cNvSpPr/>
            <p:nvPr/>
          </p:nvSpPr>
          <p:spPr>
            <a:xfrm>
              <a:off x="834421" y="1824389"/>
              <a:ext cx="554119" cy="7294"/>
            </a:xfrm>
            <a:custGeom>
              <a:avLst/>
              <a:gdLst>
                <a:gd name="connsiteX0" fmla="*/ 0 w 554119"/>
                <a:gd name="connsiteY0" fmla="*/ 0 h 7294"/>
                <a:gd name="connsiteX1" fmla="*/ 554119 w 554119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119" h="7294">
                  <a:moveTo>
                    <a:pt x="0" y="0"/>
                  </a:moveTo>
                  <a:lnTo>
                    <a:pt x="554119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9" name="任意多边形: 形状 398">
              <a:extLst>
                <a:ext uri="{FF2B5EF4-FFF2-40B4-BE49-F238E27FC236}">
                  <a16:creationId xmlns:a16="http://schemas.microsoft.com/office/drawing/2014/main" id="{61A2A4FE-1CD4-4075-8488-231CD3E1C98F}"/>
                </a:ext>
              </a:extLst>
            </p:cNvPr>
            <p:cNvSpPr/>
            <p:nvPr/>
          </p:nvSpPr>
          <p:spPr>
            <a:xfrm>
              <a:off x="834421" y="1934322"/>
              <a:ext cx="554119" cy="7294"/>
            </a:xfrm>
            <a:custGeom>
              <a:avLst/>
              <a:gdLst>
                <a:gd name="connsiteX0" fmla="*/ 0 w 554119"/>
                <a:gd name="connsiteY0" fmla="*/ 0 h 7294"/>
                <a:gd name="connsiteX1" fmla="*/ 554119 w 554119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119" h="7294">
                  <a:moveTo>
                    <a:pt x="0" y="0"/>
                  </a:moveTo>
                  <a:lnTo>
                    <a:pt x="554119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0" name="任意多边形: 形状 399">
              <a:extLst>
                <a:ext uri="{FF2B5EF4-FFF2-40B4-BE49-F238E27FC236}">
                  <a16:creationId xmlns:a16="http://schemas.microsoft.com/office/drawing/2014/main" id="{4A7818BE-833C-4CEB-B566-821F338C0EBE}"/>
                </a:ext>
              </a:extLst>
            </p:cNvPr>
            <p:cNvSpPr/>
            <p:nvPr/>
          </p:nvSpPr>
          <p:spPr>
            <a:xfrm>
              <a:off x="834421" y="2044329"/>
              <a:ext cx="554119" cy="7294"/>
            </a:xfrm>
            <a:custGeom>
              <a:avLst/>
              <a:gdLst>
                <a:gd name="connsiteX0" fmla="*/ 0 w 554119"/>
                <a:gd name="connsiteY0" fmla="*/ 0 h 7294"/>
                <a:gd name="connsiteX1" fmla="*/ 554119 w 554119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119" h="7294">
                  <a:moveTo>
                    <a:pt x="0" y="0"/>
                  </a:moveTo>
                  <a:lnTo>
                    <a:pt x="554119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1" name="任意多边形: 形状 400">
              <a:extLst>
                <a:ext uri="{FF2B5EF4-FFF2-40B4-BE49-F238E27FC236}">
                  <a16:creationId xmlns:a16="http://schemas.microsoft.com/office/drawing/2014/main" id="{6344933F-AFFE-4949-AC74-9CDC1796C827}"/>
                </a:ext>
              </a:extLst>
            </p:cNvPr>
            <p:cNvSpPr/>
            <p:nvPr/>
          </p:nvSpPr>
          <p:spPr>
            <a:xfrm>
              <a:off x="834421" y="2154263"/>
              <a:ext cx="554119" cy="7294"/>
            </a:xfrm>
            <a:custGeom>
              <a:avLst/>
              <a:gdLst>
                <a:gd name="connsiteX0" fmla="*/ 0 w 554119"/>
                <a:gd name="connsiteY0" fmla="*/ 0 h 7294"/>
                <a:gd name="connsiteX1" fmla="*/ 554119 w 554119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119" h="7294">
                  <a:moveTo>
                    <a:pt x="0" y="0"/>
                  </a:moveTo>
                  <a:lnTo>
                    <a:pt x="554119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2" name="任意多边形: 形状 401">
              <a:extLst>
                <a:ext uri="{FF2B5EF4-FFF2-40B4-BE49-F238E27FC236}">
                  <a16:creationId xmlns:a16="http://schemas.microsoft.com/office/drawing/2014/main" id="{20441AEB-254F-4D68-BBB2-8E8FB0107566}"/>
                </a:ext>
              </a:extLst>
            </p:cNvPr>
            <p:cNvSpPr/>
            <p:nvPr/>
          </p:nvSpPr>
          <p:spPr>
            <a:xfrm>
              <a:off x="834421" y="2264270"/>
              <a:ext cx="554119" cy="7294"/>
            </a:xfrm>
            <a:custGeom>
              <a:avLst/>
              <a:gdLst>
                <a:gd name="connsiteX0" fmla="*/ 0 w 554119"/>
                <a:gd name="connsiteY0" fmla="*/ 0 h 7294"/>
                <a:gd name="connsiteX1" fmla="*/ 554119 w 554119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119" h="7294">
                  <a:moveTo>
                    <a:pt x="0" y="0"/>
                  </a:moveTo>
                  <a:lnTo>
                    <a:pt x="554119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3" name="任意多边形: 形状 402">
              <a:extLst>
                <a:ext uri="{FF2B5EF4-FFF2-40B4-BE49-F238E27FC236}">
                  <a16:creationId xmlns:a16="http://schemas.microsoft.com/office/drawing/2014/main" id="{17BA4000-48FE-4E64-B4A0-8EE58CD8E891}"/>
                </a:ext>
              </a:extLst>
            </p:cNvPr>
            <p:cNvSpPr/>
            <p:nvPr/>
          </p:nvSpPr>
          <p:spPr>
            <a:xfrm>
              <a:off x="834421" y="2374277"/>
              <a:ext cx="554119" cy="7294"/>
            </a:xfrm>
            <a:custGeom>
              <a:avLst/>
              <a:gdLst>
                <a:gd name="connsiteX0" fmla="*/ 0 w 554119"/>
                <a:gd name="connsiteY0" fmla="*/ 0 h 7294"/>
                <a:gd name="connsiteX1" fmla="*/ 554119 w 554119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119" h="7294">
                  <a:moveTo>
                    <a:pt x="0" y="0"/>
                  </a:moveTo>
                  <a:lnTo>
                    <a:pt x="554119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4" name="任意多边形: 形状 403">
              <a:extLst>
                <a:ext uri="{FF2B5EF4-FFF2-40B4-BE49-F238E27FC236}">
                  <a16:creationId xmlns:a16="http://schemas.microsoft.com/office/drawing/2014/main" id="{6D727B1A-89C2-49D0-AB64-272309F9D955}"/>
                </a:ext>
              </a:extLst>
            </p:cNvPr>
            <p:cNvSpPr/>
            <p:nvPr/>
          </p:nvSpPr>
          <p:spPr>
            <a:xfrm>
              <a:off x="834421" y="2484211"/>
              <a:ext cx="554119" cy="7294"/>
            </a:xfrm>
            <a:custGeom>
              <a:avLst/>
              <a:gdLst>
                <a:gd name="connsiteX0" fmla="*/ 0 w 554119"/>
                <a:gd name="connsiteY0" fmla="*/ 0 h 7294"/>
                <a:gd name="connsiteX1" fmla="*/ 554119 w 554119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119" h="7294">
                  <a:moveTo>
                    <a:pt x="0" y="0"/>
                  </a:moveTo>
                  <a:lnTo>
                    <a:pt x="554119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5" name="任意多边形: 形状 404">
              <a:extLst>
                <a:ext uri="{FF2B5EF4-FFF2-40B4-BE49-F238E27FC236}">
                  <a16:creationId xmlns:a16="http://schemas.microsoft.com/office/drawing/2014/main" id="{C3A48AF8-C646-4BB6-AA3E-90B796A610A5}"/>
                </a:ext>
              </a:extLst>
            </p:cNvPr>
            <p:cNvSpPr/>
            <p:nvPr/>
          </p:nvSpPr>
          <p:spPr>
            <a:xfrm>
              <a:off x="834421" y="2594217"/>
              <a:ext cx="554119" cy="7294"/>
            </a:xfrm>
            <a:custGeom>
              <a:avLst/>
              <a:gdLst>
                <a:gd name="connsiteX0" fmla="*/ 0 w 554119"/>
                <a:gd name="connsiteY0" fmla="*/ 0 h 7294"/>
                <a:gd name="connsiteX1" fmla="*/ 554119 w 554119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119" h="7294">
                  <a:moveTo>
                    <a:pt x="0" y="0"/>
                  </a:moveTo>
                  <a:lnTo>
                    <a:pt x="554119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6" name="任意多边形: 形状 405">
              <a:extLst>
                <a:ext uri="{FF2B5EF4-FFF2-40B4-BE49-F238E27FC236}">
                  <a16:creationId xmlns:a16="http://schemas.microsoft.com/office/drawing/2014/main" id="{807FFD7E-575D-405D-B61B-E7F0E5C0D0D9}"/>
                </a:ext>
              </a:extLst>
            </p:cNvPr>
            <p:cNvSpPr/>
            <p:nvPr/>
          </p:nvSpPr>
          <p:spPr>
            <a:xfrm>
              <a:off x="834421" y="2704224"/>
              <a:ext cx="554119" cy="7294"/>
            </a:xfrm>
            <a:custGeom>
              <a:avLst/>
              <a:gdLst>
                <a:gd name="connsiteX0" fmla="*/ 0 w 554119"/>
                <a:gd name="connsiteY0" fmla="*/ 0 h 7294"/>
                <a:gd name="connsiteX1" fmla="*/ 554119 w 554119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119" h="7294">
                  <a:moveTo>
                    <a:pt x="0" y="0"/>
                  </a:moveTo>
                  <a:lnTo>
                    <a:pt x="554119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7" name="任意多边形: 形状 406">
              <a:extLst>
                <a:ext uri="{FF2B5EF4-FFF2-40B4-BE49-F238E27FC236}">
                  <a16:creationId xmlns:a16="http://schemas.microsoft.com/office/drawing/2014/main" id="{DB724CE4-0F18-4307-828C-2071E750746F}"/>
                </a:ext>
              </a:extLst>
            </p:cNvPr>
            <p:cNvSpPr/>
            <p:nvPr/>
          </p:nvSpPr>
          <p:spPr>
            <a:xfrm>
              <a:off x="834421" y="2814158"/>
              <a:ext cx="554119" cy="7294"/>
            </a:xfrm>
            <a:custGeom>
              <a:avLst/>
              <a:gdLst>
                <a:gd name="connsiteX0" fmla="*/ 0 w 554119"/>
                <a:gd name="connsiteY0" fmla="*/ 0 h 7294"/>
                <a:gd name="connsiteX1" fmla="*/ 554119 w 554119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119" h="7294">
                  <a:moveTo>
                    <a:pt x="0" y="0"/>
                  </a:moveTo>
                  <a:lnTo>
                    <a:pt x="554119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8" name="任意多边形: 形状 407">
              <a:extLst>
                <a:ext uri="{FF2B5EF4-FFF2-40B4-BE49-F238E27FC236}">
                  <a16:creationId xmlns:a16="http://schemas.microsoft.com/office/drawing/2014/main" id="{03AD0A5E-707E-4677-B3AC-1B2980AD3DAC}"/>
                </a:ext>
              </a:extLst>
            </p:cNvPr>
            <p:cNvSpPr/>
            <p:nvPr/>
          </p:nvSpPr>
          <p:spPr>
            <a:xfrm>
              <a:off x="834421" y="2924165"/>
              <a:ext cx="554119" cy="7294"/>
            </a:xfrm>
            <a:custGeom>
              <a:avLst/>
              <a:gdLst>
                <a:gd name="connsiteX0" fmla="*/ 0 w 554119"/>
                <a:gd name="connsiteY0" fmla="*/ 0 h 7294"/>
                <a:gd name="connsiteX1" fmla="*/ 554119 w 554119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119" h="7294">
                  <a:moveTo>
                    <a:pt x="0" y="0"/>
                  </a:moveTo>
                  <a:lnTo>
                    <a:pt x="554119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9" name="任意多边形: 形状 408">
              <a:extLst>
                <a:ext uri="{FF2B5EF4-FFF2-40B4-BE49-F238E27FC236}">
                  <a16:creationId xmlns:a16="http://schemas.microsoft.com/office/drawing/2014/main" id="{0084A9F7-62BC-422C-BAD7-35A878DAADD6}"/>
                </a:ext>
              </a:extLst>
            </p:cNvPr>
            <p:cNvSpPr/>
            <p:nvPr/>
          </p:nvSpPr>
          <p:spPr>
            <a:xfrm>
              <a:off x="834421" y="3034172"/>
              <a:ext cx="554119" cy="7294"/>
            </a:xfrm>
            <a:custGeom>
              <a:avLst/>
              <a:gdLst>
                <a:gd name="connsiteX0" fmla="*/ 0 w 554119"/>
                <a:gd name="connsiteY0" fmla="*/ 0 h 7294"/>
                <a:gd name="connsiteX1" fmla="*/ 554119 w 554119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119" h="7294">
                  <a:moveTo>
                    <a:pt x="0" y="0"/>
                  </a:moveTo>
                  <a:lnTo>
                    <a:pt x="554119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0" name="任意多边形: 形状 409">
              <a:extLst>
                <a:ext uri="{FF2B5EF4-FFF2-40B4-BE49-F238E27FC236}">
                  <a16:creationId xmlns:a16="http://schemas.microsoft.com/office/drawing/2014/main" id="{A92942C8-7A06-4E35-84FF-73BEC6294CD9}"/>
                </a:ext>
              </a:extLst>
            </p:cNvPr>
            <p:cNvSpPr/>
            <p:nvPr/>
          </p:nvSpPr>
          <p:spPr>
            <a:xfrm>
              <a:off x="834421" y="3144105"/>
              <a:ext cx="554119" cy="7294"/>
            </a:xfrm>
            <a:custGeom>
              <a:avLst/>
              <a:gdLst>
                <a:gd name="connsiteX0" fmla="*/ 0 w 554119"/>
                <a:gd name="connsiteY0" fmla="*/ 0 h 7294"/>
                <a:gd name="connsiteX1" fmla="*/ 554119 w 554119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119" h="7294">
                  <a:moveTo>
                    <a:pt x="0" y="0"/>
                  </a:moveTo>
                  <a:lnTo>
                    <a:pt x="554119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1" name="任意多边形: 形状 410">
              <a:extLst>
                <a:ext uri="{FF2B5EF4-FFF2-40B4-BE49-F238E27FC236}">
                  <a16:creationId xmlns:a16="http://schemas.microsoft.com/office/drawing/2014/main" id="{2E3BA146-EDBC-4384-95E8-D4177A85116D}"/>
                </a:ext>
              </a:extLst>
            </p:cNvPr>
            <p:cNvSpPr/>
            <p:nvPr/>
          </p:nvSpPr>
          <p:spPr>
            <a:xfrm>
              <a:off x="834421" y="3254112"/>
              <a:ext cx="554119" cy="7294"/>
            </a:xfrm>
            <a:custGeom>
              <a:avLst/>
              <a:gdLst>
                <a:gd name="connsiteX0" fmla="*/ 0 w 554119"/>
                <a:gd name="connsiteY0" fmla="*/ 0 h 7294"/>
                <a:gd name="connsiteX1" fmla="*/ 554119 w 554119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119" h="7294">
                  <a:moveTo>
                    <a:pt x="0" y="0"/>
                  </a:moveTo>
                  <a:lnTo>
                    <a:pt x="554119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2" name="任意多边形: 形状 411">
              <a:extLst>
                <a:ext uri="{FF2B5EF4-FFF2-40B4-BE49-F238E27FC236}">
                  <a16:creationId xmlns:a16="http://schemas.microsoft.com/office/drawing/2014/main" id="{B13BEAF8-836C-4A55-A339-12223500910B}"/>
                </a:ext>
              </a:extLst>
            </p:cNvPr>
            <p:cNvSpPr/>
            <p:nvPr/>
          </p:nvSpPr>
          <p:spPr>
            <a:xfrm>
              <a:off x="834421" y="3364046"/>
              <a:ext cx="554119" cy="7294"/>
            </a:xfrm>
            <a:custGeom>
              <a:avLst/>
              <a:gdLst>
                <a:gd name="connsiteX0" fmla="*/ 0 w 554119"/>
                <a:gd name="connsiteY0" fmla="*/ 0 h 7294"/>
                <a:gd name="connsiteX1" fmla="*/ 554119 w 554119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119" h="7294">
                  <a:moveTo>
                    <a:pt x="0" y="0"/>
                  </a:moveTo>
                  <a:lnTo>
                    <a:pt x="554119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3" name="任意多边形: 形状 412">
              <a:extLst>
                <a:ext uri="{FF2B5EF4-FFF2-40B4-BE49-F238E27FC236}">
                  <a16:creationId xmlns:a16="http://schemas.microsoft.com/office/drawing/2014/main" id="{0974D1A9-0A92-4D5B-A86A-65484587ED97}"/>
                </a:ext>
              </a:extLst>
            </p:cNvPr>
            <p:cNvSpPr/>
            <p:nvPr/>
          </p:nvSpPr>
          <p:spPr>
            <a:xfrm>
              <a:off x="834421" y="3474053"/>
              <a:ext cx="554119" cy="7294"/>
            </a:xfrm>
            <a:custGeom>
              <a:avLst/>
              <a:gdLst>
                <a:gd name="connsiteX0" fmla="*/ 0 w 554119"/>
                <a:gd name="connsiteY0" fmla="*/ 0 h 7294"/>
                <a:gd name="connsiteX1" fmla="*/ 554119 w 554119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119" h="7294">
                  <a:moveTo>
                    <a:pt x="0" y="0"/>
                  </a:moveTo>
                  <a:lnTo>
                    <a:pt x="554119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4" name="任意多边形: 形状 413">
              <a:extLst>
                <a:ext uri="{FF2B5EF4-FFF2-40B4-BE49-F238E27FC236}">
                  <a16:creationId xmlns:a16="http://schemas.microsoft.com/office/drawing/2014/main" id="{0F535C90-7836-463B-B58E-F414033F2C05}"/>
                </a:ext>
              </a:extLst>
            </p:cNvPr>
            <p:cNvSpPr/>
            <p:nvPr/>
          </p:nvSpPr>
          <p:spPr>
            <a:xfrm>
              <a:off x="834421" y="3584060"/>
              <a:ext cx="554119" cy="7294"/>
            </a:xfrm>
            <a:custGeom>
              <a:avLst/>
              <a:gdLst>
                <a:gd name="connsiteX0" fmla="*/ 0 w 554119"/>
                <a:gd name="connsiteY0" fmla="*/ 0 h 7294"/>
                <a:gd name="connsiteX1" fmla="*/ 554119 w 554119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119" h="7294">
                  <a:moveTo>
                    <a:pt x="0" y="0"/>
                  </a:moveTo>
                  <a:lnTo>
                    <a:pt x="554119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5" name="任意多边形: 形状 414">
              <a:extLst>
                <a:ext uri="{FF2B5EF4-FFF2-40B4-BE49-F238E27FC236}">
                  <a16:creationId xmlns:a16="http://schemas.microsoft.com/office/drawing/2014/main" id="{B7488A64-B501-4FBA-83F1-8EE40605C964}"/>
                </a:ext>
              </a:extLst>
            </p:cNvPr>
            <p:cNvSpPr/>
            <p:nvPr/>
          </p:nvSpPr>
          <p:spPr>
            <a:xfrm>
              <a:off x="834421" y="3693993"/>
              <a:ext cx="554119" cy="7294"/>
            </a:xfrm>
            <a:custGeom>
              <a:avLst/>
              <a:gdLst>
                <a:gd name="connsiteX0" fmla="*/ 0 w 554119"/>
                <a:gd name="connsiteY0" fmla="*/ 0 h 7294"/>
                <a:gd name="connsiteX1" fmla="*/ 554119 w 554119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119" h="7294">
                  <a:moveTo>
                    <a:pt x="0" y="0"/>
                  </a:moveTo>
                  <a:lnTo>
                    <a:pt x="554119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6" name="任意多边形: 形状 415">
              <a:extLst>
                <a:ext uri="{FF2B5EF4-FFF2-40B4-BE49-F238E27FC236}">
                  <a16:creationId xmlns:a16="http://schemas.microsoft.com/office/drawing/2014/main" id="{A768EDD1-8519-4578-A9C8-1CCB2C5D7639}"/>
                </a:ext>
              </a:extLst>
            </p:cNvPr>
            <p:cNvSpPr/>
            <p:nvPr/>
          </p:nvSpPr>
          <p:spPr>
            <a:xfrm>
              <a:off x="834421" y="3804000"/>
              <a:ext cx="554119" cy="7294"/>
            </a:xfrm>
            <a:custGeom>
              <a:avLst/>
              <a:gdLst>
                <a:gd name="connsiteX0" fmla="*/ 0 w 554119"/>
                <a:gd name="connsiteY0" fmla="*/ 0 h 7294"/>
                <a:gd name="connsiteX1" fmla="*/ 554119 w 554119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119" h="7294">
                  <a:moveTo>
                    <a:pt x="0" y="0"/>
                  </a:moveTo>
                  <a:lnTo>
                    <a:pt x="554119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7" name="任意多边形: 形状 416">
              <a:extLst>
                <a:ext uri="{FF2B5EF4-FFF2-40B4-BE49-F238E27FC236}">
                  <a16:creationId xmlns:a16="http://schemas.microsoft.com/office/drawing/2014/main" id="{CEFCA1BE-A1E5-4F1B-8FBC-3ABBD3A32B9D}"/>
                </a:ext>
              </a:extLst>
            </p:cNvPr>
            <p:cNvSpPr/>
            <p:nvPr/>
          </p:nvSpPr>
          <p:spPr>
            <a:xfrm>
              <a:off x="834421" y="3914007"/>
              <a:ext cx="554119" cy="7294"/>
            </a:xfrm>
            <a:custGeom>
              <a:avLst/>
              <a:gdLst>
                <a:gd name="connsiteX0" fmla="*/ 0 w 554119"/>
                <a:gd name="connsiteY0" fmla="*/ 0 h 7294"/>
                <a:gd name="connsiteX1" fmla="*/ 554119 w 554119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119" h="7294">
                  <a:moveTo>
                    <a:pt x="0" y="0"/>
                  </a:moveTo>
                  <a:lnTo>
                    <a:pt x="554119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8" name="任意多边形: 形状 417">
              <a:extLst>
                <a:ext uri="{FF2B5EF4-FFF2-40B4-BE49-F238E27FC236}">
                  <a16:creationId xmlns:a16="http://schemas.microsoft.com/office/drawing/2014/main" id="{CA6A4B76-D1DD-4C0F-9E44-2E931C26806A}"/>
                </a:ext>
              </a:extLst>
            </p:cNvPr>
            <p:cNvSpPr/>
            <p:nvPr/>
          </p:nvSpPr>
          <p:spPr>
            <a:xfrm>
              <a:off x="906276" y="1549445"/>
              <a:ext cx="7294" cy="2389875"/>
            </a:xfrm>
            <a:custGeom>
              <a:avLst/>
              <a:gdLst>
                <a:gd name="connsiteX0" fmla="*/ 0 w 7294"/>
                <a:gd name="connsiteY0" fmla="*/ 0 h 2389875"/>
                <a:gd name="connsiteX1" fmla="*/ 0 w 7294"/>
                <a:gd name="connsiteY1" fmla="*/ 2389876 h 2389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94" h="2389875">
                  <a:moveTo>
                    <a:pt x="0" y="0"/>
                  </a:moveTo>
                  <a:lnTo>
                    <a:pt x="0" y="2389876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9" name="任意多边形: 形状 418">
              <a:extLst>
                <a:ext uri="{FF2B5EF4-FFF2-40B4-BE49-F238E27FC236}">
                  <a16:creationId xmlns:a16="http://schemas.microsoft.com/office/drawing/2014/main" id="{6F46F906-1ED8-4F6A-A141-5D71A0A9D525}"/>
                </a:ext>
              </a:extLst>
            </p:cNvPr>
            <p:cNvSpPr/>
            <p:nvPr/>
          </p:nvSpPr>
          <p:spPr>
            <a:xfrm>
              <a:off x="4713255" y="2018943"/>
              <a:ext cx="122699" cy="59234"/>
            </a:xfrm>
            <a:custGeom>
              <a:avLst/>
              <a:gdLst>
                <a:gd name="connsiteX0" fmla="*/ 0 w 122699"/>
                <a:gd name="connsiteY0" fmla="*/ 0 h 59234"/>
                <a:gd name="connsiteX1" fmla="*/ 122700 w 122699"/>
                <a:gd name="connsiteY1" fmla="*/ 0 h 59234"/>
                <a:gd name="connsiteX2" fmla="*/ 122700 w 122699"/>
                <a:gd name="connsiteY2" fmla="*/ 59234 h 59234"/>
                <a:gd name="connsiteX3" fmla="*/ 0 w 122699"/>
                <a:gd name="connsiteY3" fmla="*/ 59234 h 59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699" h="59234">
                  <a:moveTo>
                    <a:pt x="0" y="0"/>
                  </a:moveTo>
                  <a:lnTo>
                    <a:pt x="122700" y="0"/>
                  </a:lnTo>
                  <a:lnTo>
                    <a:pt x="122700" y="59234"/>
                  </a:lnTo>
                  <a:lnTo>
                    <a:pt x="0" y="59234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0" name="任意多边形: 形状 419">
              <a:extLst>
                <a:ext uri="{FF2B5EF4-FFF2-40B4-BE49-F238E27FC236}">
                  <a16:creationId xmlns:a16="http://schemas.microsoft.com/office/drawing/2014/main" id="{02744645-170A-445A-A284-CEC32762B879}"/>
                </a:ext>
              </a:extLst>
            </p:cNvPr>
            <p:cNvSpPr/>
            <p:nvPr/>
          </p:nvSpPr>
          <p:spPr>
            <a:xfrm>
              <a:off x="5288602" y="2683069"/>
              <a:ext cx="139551" cy="59161"/>
            </a:xfrm>
            <a:custGeom>
              <a:avLst/>
              <a:gdLst>
                <a:gd name="connsiteX0" fmla="*/ 139551 w 139551"/>
                <a:gd name="connsiteY0" fmla="*/ 0 h 59161"/>
                <a:gd name="connsiteX1" fmla="*/ 0 w 139551"/>
                <a:gd name="connsiteY1" fmla="*/ 0 h 59161"/>
                <a:gd name="connsiteX2" fmla="*/ 0 w 139551"/>
                <a:gd name="connsiteY2" fmla="*/ 59161 h 59161"/>
                <a:gd name="connsiteX3" fmla="*/ 139551 w 139551"/>
                <a:gd name="connsiteY3" fmla="*/ 59161 h 59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551" h="59161">
                  <a:moveTo>
                    <a:pt x="139551" y="0"/>
                  </a:moveTo>
                  <a:lnTo>
                    <a:pt x="0" y="0"/>
                  </a:lnTo>
                  <a:lnTo>
                    <a:pt x="0" y="59161"/>
                  </a:lnTo>
                  <a:lnTo>
                    <a:pt x="139551" y="59161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1" name="任意多边形: 形状 420">
              <a:extLst>
                <a:ext uri="{FF2B5EF4-FFF2-40B4-BE49-F238E27FC236}">
                  <a16:creationId xmlns:a16="http://schemas.microsoft.com/office/drawing/2014/main" id="{75414AF0-3771-416E-B539-FEEBF48842AE}"/>
                </a:ext>
              </a:extLst>
            </p:cNvPr>
            <p:cNvSpPr/>
            <p:nvPr/>
          </p:nvSpPr>
          <p:spPr>
            <a:xfrm>
              <a:off x="5288602" y="2822620"/>
              <a:ext cx="139551" cy="59234"/>
            </a:xfrm>
            <a:custGeom>
              <a:avLst/>
              <a:gdLst>
                <a:gd name="connsiteX0" fmla="*/ 139551 w 139551"/>
                <a:gd name="connsiteY0" fmla="*/ 0 h 59234"/>
                <a:gd name="connsiteX1" fmla="*/ 0 w 139551"/>
                <a:gd name="connsiteY1" fmla="*/ 0 h 59234"/>
                <a:gd name="connsiteX2" fmla="*/ 0 w 139551"/>
                <a:gd name="connsiteY2" fmla="*/ 59234 h 59234"/>
                <a:gd name="connsiteX3" fmla="*/ 139551 w 139551"/>
                <a:gd name="connsiteY3" fmla="*/ 59234 h 59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551" h="59234">
                  <a:moveTo>
                    <a:pt x="139551" y="0"/>
                  </a:moveTo>
                  <a:lnTo>
                    <a:pt x="0" y="0"/>
                  </a:lnTo>
                  <a:lnTo>
                    <a:pt x="0" y="59234"/>
                  </a:lnTo>
                  <a:lnTo>
                    <a:pt x="139551" y="59234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2" name="任意多边形: 形状 421">
              <a:extLst>
                <a:ext uri="{FF2B5EF4-FFF2-40B4-BE49-F238E27FC236}">
                  <a16:creationId xmlns:a16="http://schemas.microsoft.com/office/drawing/2014/main" id="{A5C54E42-8F39-47F1-A544-765B97556396}"/>
                </a:ext>
              </a:extLst>
            </p:cNvPr>
            <p:cNvSpPr/>
            <p:nvPr/>
          </p:nvSpPr>
          <p:spPr>
            <a:xfrm>
              <a:off x="5288602" y="2962244"/>
              <a:ext cx="139551" cy="59234"/>
            </a:xfrm>
            <a:custGeom>
              <a:avLst/>
              <a:gdLst>
                <a:gd name="connsiteX0" fmla="*/ 139551 w 139551"/>
                <a:gd name="connsiteY0" fmla="*/ 0 h 59234"/>
                <a:gd name="connsiteX1" fmla="*/ 0 w 139551"/>
                <a:gd name="connsiteY1" fmla="*/ 0 h 59234"/>
                <a:gd name="connsiteX2" fmla="*/ 0 w 139551"/>
                <a:gd name="connsiteY2" fmla="*/ 59234 h 59234"/>
                <a:gd name="connsiteX3" fmla="*/ 139551 w 139551"/>
                <a:gd name="connsiteY3" fmla="*/ 59234 h 59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551" h="59234">
                  <a:moveTo>
                    <a:pt x="139551" y="0"/>
                  </a:moveTo>
                  <a:lnTo>
                    <a:pt x="0" y="0"/>
                  </a:lnTo>
                  <a:lnTo>
                    <a:pt x="0" y="59234"/>
                  </a:lnTo>
                  <a:lnTo>
                    <a:pt x="139551" y="59234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3" name="任意多边形: 形状 422">
              <a:extLst>
                <a:ext uri="{FF2B5EF4-FFF2-40B4-BE49-F238E27FC236}">
                  <a16:creationId xmlns:a16="http://schemas.microsoft.com/office/drawing/2014/main" id="{EF444FB0-ACE0-4A7F-94CC-A39D18246EDB}"/>
                </a:ext>
              </a:extLst>
            </p:cNvPr>
            <p:cNvSpPr/>
            <p:nvPr/>
          </p:nvSpPr>
          <p:spPr>
            <a:xfrm>
              <a:off x="5288602" y="3101795"/>
              <a:ext cx="139551" cy="59234"/>
            </a:xfrm>
            <a:custGeom>
              <a:avLst/>
              <a:gdLst>
                <a:gd name="connsiteX0" fmla="*/ 139551 w 139551"/>
                <a:gd name="connsiteY0" fmla="*/ 0 h 59234"/>
                <a:gd name="connsiteX1" fmla="*/ 0 w 139551"/>
                <a:gd name="connsiteY1" fmla="*/ 0 h 59234"/>
                <a:gd name="connsiteX2" fmla="*/ 0 w 139551"/>
                <a:gd name="connsiteY2" fmla="*/ 59235 h 59234"/>
                <a:gd name="connsiteX3" fmla="*/ 139551 w 139551"/>
                <a:gd name="connsiteY3" fmla="*/ 59235 h 59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551" h="59234">
                  <a:moveTo>
                    <a:pt x="139551" y="0"/>
                  </a:moveTo>
                  <a:lnTo>
                    <a:pt x="0" y="0"/>
                  </a:lnTo>
                  <a:lnTo>
                    <a:pt x="0" y="59235"/>
                  </a:lnTo>
                  <a:lnTo>
                    <a:pt x="139551" y="59235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4" name="任意多边形: 形状 423">
              <a:extLst>
                <a:ext uri="{FF2B5EF4-FFF2-40B4-BE49-F238E27FC236}">
                  <a16:creationId xmlns:a16="http://schemas.microsoft.com/office/drawing/2014/main" id="{B08B3B72-F130-425A-9CBD-8193C6F041F9}"/>
                </a:ext>
              </a:extLst>
            </p:cNvPr>
            <p:cNvSpPr/>
            <p:nvPr/>
          </p:nvSpPr>
          <p:spPr>
            <a:xfrm>
              <a:off x="5288602" y="3241419"/>
              <a:ext cx="139551" cy="59234"/>
            </a:xfrm>
            <a:custGeom>
              <a:avLst/>
              <a:gdLst>
                <a:gd name="connsiteX0" fmla="*/ 139551 w 139551"/>
                <a:gd name="connsiteY0" fmla="*/ 0 h 59234"/>
                <a:gd name="connsiteX1" fmla="*/ 0 w 139551"/>
                <a:gd name="connsiteY1" fmla="*/ 0 h 59234"/>
                <a:gd name="connsiteX2" fmla="*/ 0 w 139551"/>
                <a:gd name="connsiteY2" fmla="*/ 59234 h 59234"/>
                <a:gd name="connsiteX3" fmla="*/ 139551 w 139551"/>
                <a:gd name="connsiteY3" fmla="*/ 59234 h 59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551" h="59234">
                  <a:moveTo>
                    <a:pt x="139551" y="0"/>
                  </a:moveTo>
                  <a:lnTo>
                    <a:pt x="0" y="0"/>
                  </a:lnTo>
                  <a:lnTo>
                    <a:pt x="0" y="59234"/>
                  </a:lnTo>
                  <a:lnTo>
                    <a:pt x="139551" y="59234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5" name="任意多边形: 形状 424">
              <a:extLst>
                <a:ext uri="{FF2B5EF4-FFF2-40B4-BE49-F238E27FC236}">
                  <a16:creationId xmlns:a16="http://schemas.microsoft.com/office/drawing/2014/main" id="{1CB676E3-4495-4F4C-8C2E-4C2CF60E753D}"/>
                </a:ext>
              </a:extLst>
            </p:cNvPr>
            <p:cNvSpPr/>
            <p:nvPr/>
          </p:nvSpPr>
          <p:spPr>
            <a:xfrm>
              <a:off x="5288602" y="3380970"/>
              <a:ext cx="139551" cy="59234"/>
            </a:xfrm>
            <a:custGeom>
              <a:avLst/>
              <a:gdLst>
                <a:gd name="connsiteX0" fmla="*/ 139551 w 139551"/>
                <a:gd name="connsiteY0" fmla="*/ 0 h 59234"/>
                <a:gd name="connsiteX1" fmla="*/ 0 w 139551"/>
                <a:gd name="connsiteY1" fmla="*/ 0 h 59234"/>
                <a:gd name="connsiteX2" fmla="*/ 0 w 139551"/>
                <a:gd name="connsiteY2" fmla="*/ 59234 h 59234"/>
                <a:gd name="connsiteX3" fmla="*/ 139551 w 139551"/>
                <a:gd name="connsiteY3" fmla="*/ 59234 h 59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551" h="59234">
                  <a:moveTo>
                    <a:pt x="139551" y="0"/>
                  </a:moveTo>
                  <a:lnTo>
                    <a:pt x="0" y="0"/>
                  </a:lnTo>
                  <a:lnTo>
                    <a:pt x="0" y="59234"/>
                  </a:lnTo>
                  <a:lnTo>
                    <a:pt x="139551" y="59234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6" name="任意多边形: 形状 425">
              <a:extLst>
                <a:ext uri="{FF2B5EF4-FFF2-40B4-BE49-F238E27FC236}">
                  <a16:creationId xmlns:a16="http://schemas.microsoft.com/office/drawing/2014/main" id="{147E74F9-4C52-420D-A878-9E181E90760E}"/>
                </a:ext>
              </a:extLst>
            </p:cNvPr>
            <p:cNvSpPr/>
            <p:nvPr/>
          </p:nvSpPr>
          <p:spPr>
            <a:xfrm>
              <a:off x="5288602" y="3520594"/>
              <a:ext cx="139551" cy="59234"/>
            </a:xfrm>
            <a:custGeom>
              <a:avLst/>
              <a:gdLst>
                <a:gd name="connsiteX0" fmla="*/ 139551 w 139551"/>
                <a:gd name="connsiteY0" fmla="*/ 0 h 59234"/>
                <a:gd name="connsiteX1" fmla="*/ 0 w 139551"/>
                <a:gd name="connsiteY1" fmla="*/ 0 h 59234"/>
                <a:gd name="connsiteX2" fmla="*/ 0 w 139551"/>
                <a:gd name="connsiteY2" fmla="*/ 59235 h 59234"/>
                <a:gd name="connsiteX3" fmla="*/ 139551 w 139551"/>
                <a:gd name="connsiteY3" fmla="*/ 59235 h 59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551" h="59234">
                  <a:moveTo>
                    <a:pt x="139551" y="0"/>
                  </a:moveTo>
                  <a:lnTo>
                    <a:pt x="0" y="0"/>
                  </a:lnTo>
                  <a:lnTo>
                    <a:pt x="0" y="59235"/>
                  </a:lnTo>
                  <a:lnTo>
                    <a:pt x="139551" y="59235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7" name="任意多边形: 形状 426">
              <a:extLst>
                <a:ext uri="{FF2B5EF4-FFF2-40B4-BE49-F238E27FC236}">
                  <a16:creationId xmlns:a16="http://schemas.microsoft.com/office/drawing/2014/main" id="{DB034638-CD53-412C-8C72-4FA27B533CE5}"/>
                </a:ext>
              </a:extLst>
            </p:cNvPr>
            <p:cNvSpPr/>
            <p:nvPr/>
          </p:nvSpPr>
          <p:spPr>
            <a:xfrm>
              <a:off x="5288602" y="3660145"/>
              <a:ext cx="139551" cy="59234"/>
            </a:xfrm>
            <a:custGeom>
              <a:avLst/>
              <a:gdLst>
                <a:gd name="connsiteX0" fmla="*/ 139551 w 139551"/>
                <a:gd name="connsiteY0" fmla="*/ 0 h 59234"/>
                <a:gd name="connsiteX1" fmla="*/ 0 w 139551"/>
                <a:gd name="connsiteY1" fmla="*/ 0 h 59234"/>
                <a:gd name="connsiteX2" fmla="*/ 0 w 139551"/>
                <a:gd name="connsiteY2" fmla="*/ 59234 h 59234"/>
                <a:gd name="connsiteX3" fmla="*/ 139551 w 139551"/>
                <a:gd name="connsiteY3" fmla="*/ 59234 h 59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551" h="59234">
                  <a:moveTo>
                    <a:pt x="139551" y="0"/>
                  </a:moveTo>
                  <a:lnTo>
                    <a:pt x="0" y="0"/>
                  </a:lnTo>
                  <a:lnTo>
                    <a:pt x="0" y="59234"/>
                  </a:lnTo>
                  <a:lnTo>
                    <a:pt x="139551" y="59234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8" name="任意多边形: 形状 427">
              <a:extLst>
                <a:ext uri="{FF2B5EF4-FFF2-40B4-BE49-F238E27FC236}">
                  <a16:creationId xmlns:a16="http://schemas.microsoft.com/office/drawing/2014/main" id="{3718E742-8133-4FB4-83E7-BBB466816DD6}"/>
                </a:ext>
              </a:extLst>
            </p:cNvPr>
            <p:cNvSpPr/>
            <p:nvPr/>
          </p:nvSpPr>
          <p:spPr>
            <a:xfrm>
              <a:off x="4713255" y="2179649"/>
              <a:ext cx="122699" cy="59234"/>
            </a:xfrm>
            <a:custGeom>
              <a:avLst/>
              <a:gdLst>
                <a:gd name="connsiteX0" fmla="*/ 0 w 122699"/>
                <a:gd name="connsiteY0" fmla="*/ 0 h 59234"/>
                <a:gd name="connsiteX1" fmla="*/ 122700 w 122699"/>
                <a:gd name="connsiteY1" fmla="*/ 0 h 59234"/>
                <a:gd name="connsiteX2" fmla="*/ 122700 w 122699"/>
                <a:gd name="connsiteY2" fmla="*/ 59235 h 59234"/>
                <a:gd name="connsiteX3" fmla="*/ 0 w 122699"/>
                <a:gd name="connsiteY3" fmla="*/ 59235 h 59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699" h="59234">
                  <a:moveTo>
                    <a:pt x="0" y="0"/>
                  </a:moveTo>
                  <a:lnTo>
                    <a:pt x="122700" y="0"/>
                  </a:lnTo>
                  <a:lnTo>
                    <a:pt x="122700" y="59235"/>
                  </a:lnTo>
                  <a:lnTo>
                    <a:pt x="0" y="59235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9" name="任意多边形: 形状 428">
              <a:extLst>
                <a:ext uri="{FF2B5EF4-FFF2-40B4-BE49-F238E27FC236}">
                  <a16:creationId xmlns:a16="http://schemas.microsoft.com/office/drawing/2014/main" id="{9DC99133-B25D-4089-B395-71683DA4ED80}"/>
                </a:ext>
              </a:extLst>
            </p:cNvPr>
            <p:cNvSpPr/>
            <p:nvPr/>
          </p:nvSpPr>
          <p:spPr>
            <a:xfrm>
              <a:off x="4713255" y="2340428"/>
              <a:ext cx="122699" cy="59234"/>
            </a:xfrm>
            <a:custGeom>
              <a:avLst/>
              <a:gdLst>
                <a:gd name="connsiteX0" fmla="*/ 0 w 122699"/>
                <a:gd name="connsiteY0" fmla="*/ 0 h 59234"/>
                <a:gd name="connsiteX1" fmla="*/ 122700 w 122699"/>
                <a:gd name="connsiteY1" fmla="*/ 0 h 59234"/>
                <a:gd name="connsiteX2" fmla="*/ 122700 w 122699"/>
                <a:gd name="connsiteY2" fmla="*/ 59234 h 59234"/>
                <a:gd name="connsiteX3" fmla="*/ 0 w 122699"/>
                <a:gd name="connsiteY3" fmla="*/ 59234 h 59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699" h="59234">
                  <a:moveTo>
                    <a:pt x="0" y="0"/>
                  </a:moveTo>
                  <a:lnTo>
                    <a:pt x="122700" y="0"/>
                  </a:lnTo>
                  <a:lnTo>
                    <a:pt x="122700" y="59234"/>
                  </a:lnTo>
                  <a:lnTo>
                    <a:pt x="0" y="59234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0" name="任意多边形: 形状 429">
              <a:extLst>
                <a:ext uri="{FF2B5EF4-FFF2-40B4-BE49-F238E27FC236}">
                  <a16:creationId xmlns:a16="http://schemas.microsoft.com/office/drawing/2014/main" id="{2CB3F6C6-CB18-441C-9F59-C197B3E0CBC4}"/>
                </a:ext>
              </a:extLst>
            </p:cNvPr>
            <p:cNvSpPr/>
            <p:nvPr/>
          </p:nvSpPr>
          <p:spPr>
            <a:xfrm>
              <a:off x="4713255" y="2501135"/>
              <a:ext cx="122699" cy="59234"/>
            </a:xfrm>
            <a:custGeom>
              <a:avLst/>
              <a:gdLst>
                <a:gd name="connsiteX0" fmla="*/ 0 w 122699"/>
                <a:gd name="connsiteY0" fmla="*/ 0 h 59234"/>
                <a:gd name="connsiteX1" fmla="*/ 122700 w 122699"/>
                <a:gd name="connsiteY1" fmla="*/ 0 h 59234"/>
                <a:gd name="connsiteX2" fmla="*/ 122700 w 122699"/>
                <a:gd name="connsiteY2" fmla="*/ 59234 h 59234"/>
                <a:gd name="connsiteX3" fmla="*/ 0 w 122699"/>
                <a:gd name="connsiteY3" fmla="*/ 59234 h 59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699" h="59234">
                  <a:moveTo>
                    <a:pt x="0" y="0"/>
                  </a:moveTo>
                  <a:lnTo>
                    <a:pt x="122700" y="0"/>
                  </a:lnTo>
                  <a:lnTo>
                    <a:pt x="122700" y="59234"/>
                  </a:lnTo>
                  <a:lnTo>
                    <a:pt x="0" y="59234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1" name="任意多边形: 形状 430">
              <a:extLst>
                <a:ext uri="{FF2B5EF4-FFF2-40B4-BE49-F238E27FC236}">
                  <a16:creationId xmlns:a16="http://schemas.microsoft.com/office/drawing/2014/main" id="{68914C37-2983-4E1E-85E2-F58597C98FD3}"/>
                </a:ext>
              </a:extLst>
            </p:cNvPr>
            <p:cNvSpPr/>
            <p:nvPr/>
          </p:nvSpPr>
          <p:spPr>
            <a:xfrm>
              <a:off x="4713255" y="2661914"/>
              <a:ext cx="122699" cy="59234"/>
            </a:xfrm>
            <a:custGeom>
              <a:avLst/>
              <a:gdLst>
                <a:gd name="connsiteX0" fmla="*/ 0 w 122699"/>
                <a:gd name="connsiteY0" fmla="*/ 0 h 59234"/>
                <a:gd name="connsiteX1" fmla="*/ 122700 w 122699"/>
                <a:gd name="connsiteY1" fmla="*/ 0 h 59234"/>
                <a:gd name="connsiteX2" fmla="*/ 122700 w 122699"/>
                <a:gd name="connsiteY2" fmla="*/ 59234 h 59234"/>
                <a:gd name="connsiteX3" fmla="*/ 0 w 122699"/>
                <a:gd name="connsiteY3" fmla="*/ 59234 h 59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699" h="59234">
                  <a:moveTo>
                    <a:pt x="0" y="0"/>
                  </a:moveTo>
                  <a:lnTo>
                    <a:pt x="122700" y="0"/>
                  </a:lnTo>
                  <a:lnTo>
                    <a:pt x="122700" y="59234"/>
                  </a:lnTo>
                  <a:lnTo>
                    <a:pt x="0" y="59234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2" name="任意多边形: 形状 431">
              <a:extLst>
                <a:ext uri="{FF2B5EF4-FFF2-40B4-BE49-F238E27FC236}">
                  <a16:creationId xmlns:a16="http://schemas.microsoft.com/office/drawing/2014/main" id="{63BB99B7-84FD-4F5D-A511-B42D5E3DD24A}"/>
                </a:ext>
              </a:extLst>
            </p:cNvPr>
            <p:cNvSpPr/>
            <p:nvPr/>
          </p:nvSpPr>
          <p:spPr>
            <a:xfrm>
              <a:off x="4713255" y="2822620"/>
              <a:ext cx="122699" cy="59234"/>
            </a:xfrm>
            <a:custGeom>
              <a:avLst/>
              <a:gdLst>
                <a:gd name="connsiteX0" fmla="*/ 0 w 122699"/>
                <a:gd name="connsiteY0" fmla="*/ 0 h 59234"/>
                <a:gd name="connsiteX1" fmla="*/ 122700 w 122699"/>
                <a:gd name="connsiteY1" fmla="*/ 0 h 59234"/>
                <a:gd name="connsiteX2" fmla="*/ 122700 w 122699"/>
                <a:gd name="connsiteY2" fmla="*/ 59234 h 59234"/>
                <a:gd name="connsiteX3" fmla="*/ 0 w 122699"/>
                <a:gd name="connsiteY3" fmla="*/ 59234 h 59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699" h="59234">
                  <a:moveTo>
                    <a:pt x="0" y="0"/>
                  </a:moveTo>
                  <a:lnTo>
                    <a:pt x="122700" y="0"/>
                  </a:lnTo>
                  <a:lnTo>
                    <a:pt x="122700" y="59234"/>
                  </a:lnTo>
                  <a:lnTo>
                    <a:pt x="0" y="59234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3" name="任意多边形: 形状 432">
              <a:extLst>
                <a:ext uri="{FF2B5EF4-FFF2-40B4-BE49-F238E27FC236}">
                  <a16:creationId xmlns:a16="http://schemas.microsoft.com/office/drawing/2014/main" id="{D1434537-C50A-4C1D-B3C8-301A1A74FAB2}"/>
                </a:ext>
              </a:extLst>
            </p:cNvPr>
            <p:cNvSpPr/>
            <p:nvPr/>
          </p:nvSpPr>
          <p:spPr>
            <a:xfrm>
              <a:off x="4713255" y="2983399"/>
              <a:ext cx="122699" cy="59234"/>
            </a:xfrm>
            <a:custGeom>
              <a:avLst/>
              <a:gdLst>
                <a:gd name="connsiteX0" fmla="*/ 0 w 122699"/>
                <a:gd name="connsiteY0" fmla="*/ 0 h 59234"/>
                <a:gd name="connsiteX1" fmla="*/ 122700 w 122699"/>
                <a:gd name="connsiteY1" fmla="*/ 0 h 59234"/>
                <a:gd name="connsiteX2" fmla="*/ 122700 w 122699"/>
                <a:gd name="connsiteY2" fmla="*/ 59234 h 59234"/>
                <a:gd name="connsiteX3" fmla="*/ 0 w 122699"/>
                <a:gd name="connsiteY3" fmla="*/ 59234 h 59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699" h="59234">
                  <a:moveTo>
                    <a:pt x="0" y="0"/>
                  </a:moveTo>
                  <a:lnTo>
                    <a:pt x="122700" y="0"/>
                  </a:lnTo>
                  <a:lnTo>
                    <a:pt x="122700" y="59234"/>
                  </a:lnTo>
                  <a:lnTo>
                    <a:pt x="0" y="59234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4" name="任意多边形: 形状 433">
              <a:extLst>
                <a:ext uri="{FF2B5EF4-FFF2-40B4-BE49-F238E27FC236}">
                  <a16:creationId xmlns:a16="http://schemas.microsoft.com/office/drawing/2014/main" id="{DB7ECBF8-B497-48B3-A9B2-C318A9A0CF2D}"/>
                </a:ext>
              </a:extLst>
            </p:cNvPr>
            <p:cNvSpPr/>
            <p:nvPr/>
          </p:nvSpPr>
          <p:spPr>
            <a:xfrm>
              <a:off x="4713255" y="3144105"/>
              <a:ext cx="122699" cy="59234"/>
            </a:xfrm>
            <a:custGeom>
              <a:avLst/>
              <a:gdLst>
                <a:gd name="connsiteX0" fmla="*/ 0 w 122699"/>
                <a:gd name="connsiteY0" fmla="*/ 0 h 59234"/>
                <a:gd name="connsiteX1" fmla="*/ 122700 w 122699"/>
                <a:gd name="connsiteY1" fmla="*/ 0 h 59234"/>
                <a:gd name="connsiteX2" fmla="*/ 122700 w 122699"/>
                <a:gd name="connsiteY2" fmla="*/ 59234 h 59234"/>
                <a:gd name="connsiteX3" fmla="*/ 0 w 122699"/>
                <a:gd name="connsiteY3" fmla="*/ 59234 h 59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699" h="59234">
                  <a:moveTo>
                    <a:pt x="0" y="0"/>
                  </a:moveTo>
                  <a:lnTo>
                    <a:pt x="122700" y="0"/>
                  </a:lnTo>
                  <a:lnTo>
                    <a:pt x="122700" y="59234"/>
                  </a:lnTo>
                  <a:lnTo>
                    <a:pt x="0" y="59234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5" name="任意多边形: 形状 434">
              <a:extLst>
                <a:ext uri="{FF2B5EF4-FFF2-40B4-BE49-F238E27FC236}">
                  <a16:creationId xmlns:a16="http://schemas.microsoft.com/office/drawing/2014/main" id="{ADEF395B-EBDE-494A-B7C2-815EE77C7406}"/>
                </a:ext>
              </a:extLst>
            </p:cNvPr>
            <p:cNvSpPr/>
            <p:nvPr/>
          </p:nvSpPr>
          <p:spPr>
            <a:xfrm>
              <a:off x="4713255" y="3304885"/>
              <a:ext cx="122699" cy="59161"/>
            </a:xfrm>
            <a:custGeom>
              <a:avLst/>
              <a:gdLst>
                <a:gd name="connsiteX0" fmla="*/ 0 w 122699"/>
                <a:gd name="connsiteY0" fmla="*/ 0 h 59161"/>
                <a:gd name="connsiteX1" fmla="*/ 122700 w 122699"/>
                <a:gd name="connsiteY1" fmla="*/ 0 h 59161"/>
                <a:gd name="connsiteX2" fmla="*/ 122700 w 122699"/>
                <a:gd name="connsiteY2" fmla="*/ 59161 h 59161"/>
                <a:gd name="connsiteX3" fmla="*/ 0 w 122699"/>
                <a:gd name="connsiteY3" fmla="*/ 59161 h 59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699" h="59161">
                  <a:moveTo>
                    <a:pt x="0" y="0"/>
                  </a:moveTo>
                  <a:lnTo>
                    <a:pt x="122700" y="0"/>
                  </a:lnTo>
                  <a:lnTo>
                    <a:pt x="122700" y="59161"/>
                  </a:lnTo>
                  <a:lnTo>
                    <a:pt x="0" y="59161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6" name="任意多边形: 形状 435">
              <a:extLst>
                <a:ext uri="{FF2B5EF4-FFF2-40B4-BE49-F238E27FC236}">
                  <a16:creationId xmlns:a16="http://schemas.microsoft.com/office/drawing/2014/main" id="{46383379-84D4-4C7F-9AAF-05C19147CC39}"/>
                </a:ext>
              </a:extLst>
            </p:cNvPr>
            <p:cNvSpPr/>
            <p:nvPr/>
          </p:nvSpPr>
          <p:spPr>
            <a:xfrm>
              <a:off x="4713255" y="3465591"/>
              <a:ext cx="122699" cy="59234"/>
            </a:xfrm>
            <a:custGeom>
              <a:avLst/>
              <a:gdLst>
                <a:gd name="connsiteX0" fmla="*/ 0 w 122699"/>
                <a:gd name="connsiteY0" fmla="*/ 0 h 59234"/>
                <a:gd name="connsiteX1" fmla="*/ 122700 w 122699"/>
                <a:gd name="connsiteY1" fmla="*/ 0 h 59234"/>
                <a:gd name="connsiteX2" fmla="*/ 122700 w 122699"/>
                <a:gd name="connsiteY2" fmla="*/ 59234 h 59234"/>
                <a:gd name="connsiteX3" fmla="*/ 0 w 122699"/>
                <a:gd name="connsiteY3" fmla="*/ 59234 h 59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699" h="59234">
                  <a:moveTo>
                    <a:pt x="0" y="0"/>
                  </a:moveTo>
                  <a:lnTo>
                    <a:pt x="122700" y="0"/>
                  </a:lnTo>
                  <a:lnTo>
                    <a:pt x="122700" y="59234"/>
                  </a:lnTo>
                  <a:lnTo>
                    <a:pt x="0" y="59234"/>
                  </a:lnTo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7" name="任意多边形: 形状 436">
              <a:extLst>
                <a:ext uri="{FF2B5EF4-FFF2-40B4-BE49-F238E27FC236}">
                  <a16:creationId xmlns:a16="http://schemas.microsoft.com/office/drawing/2014/main" id="{28ADBD72-67F9-4C02-9856-C723872A5459}"/>
                </a:ext>
              </a:extLst>
            </p:cNvPr>
            <p:cNvSpPr/>
            <p:nvPr/>
          </p:nvSpPr>
          <p:spPr>
            <a:xfrm>
              <a:off x="3985736" y="2403894"/>
              <a:ext cx="532963" cy="50772"/>
            </a:xfrm>
            <a:custGeom>
              <a:avLst/>
              <a:gdLst>
                <a:gd name="connsiteX0" fmla="*/ 0 w 532963"/>
                <a:gd name="connsiteY0" fmla="*/ 0 h 50772"/>
                <a:gd name="connsiteX1" fmla="*/ 532964 w 532963"/>
                <a:gd name="connsiteY1" fmla="*/ 0 h 50772"/>
                <a:gd name="connsiteX2" fmla="*/ 532964 w 532963"/>
                <a:gd name="connsiteY2" fmla="*/ 50772 h 50772"/>
                <a:gd name="connsiteX3" fmla="*/ 0 w 532963"/>
                <a:gd name="connsiteY3" fmla="*/ 50772 h 5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2963" h="50772">
                  <a:moveTo>
                    <a:pt x="0" y="0"/>
                  </a:moveTo>
                  <a:lnTo>
                    <a:pt x="532964" y="0"/>
                  </a:lnTo>
                  <a:lnTo>
                    <a:pt x="532964" y="50772"/>
                  </a:lnTo>
                  <a:lnTo>
                    <a:pt x="0" y="5077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8" name="任意多边形: 形状 437">
              <a:extLst>
                <a:ext uri="{FF2B5EF4-FFF2-40B4-BE49-F238E27FC236}">
                  <a16:creationId xmlns:a16="http://schemas.microsoft.com/office/drawing/2014/main" id="{1E9CFE03-8265-42C4-AEC1-2333718B7E75}"/>
                </a:ext>
              </a:extLst>
            </p:cNvPr>
            <p:cNvSpPr/>
            <p:nvPr/>
          </p:nvSpPr>
          <p:spPr>
            <a:xfrm>
              <a:off x="3985736" y="2492673"/>
              <a:ext cx="532963" cy="50772"/>
            </a:xfrm>
            <a:custGeom>
              <a:avLst/>
              <a:gdLst>
                <a:gd name="connsiteX0" fmla="*/ 0 w 532963"/>
                <a:gd name="connsiteY0" fmla="*/ 0 h 50772"/>
                <a:gd name="connsiteX1" fmla="*/ 532964 w 532963"/>
                <a:gd name="connsiteY1" fmla="*/ 0 h 50772"/>
                <a:gd name="connsiteX2" fmla="*/ 532964 w 532963"/>
                <a:gd name="connsiteY2" fmla="*/ 50772 h 50772"/>
                <a:gd name="connsiteX3" fmla="*/ 0 w 532963"/>
                <a:gd name="connsiteY3" fmla="*/ 50772 h 5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2963" h="50772">
                  <a:moveTo>
                    <a:pt x="0" y="0"/>
                  </a:moveTo>
                  <a:lnTo>
                    <a:pt x="532964" y="0"/>
                  </a:lnTo>
                  <a:lnTo>
                    <a:pt x="532964" y="50772"/>
                  </a:lnTo>
                  <a:lnTo>
                    <a:pt x="0" y="5077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9" name="任意多边形: 形状 438">
              <a:extLst>
                <a:ext uri="{FF2B5EF4-FFF2-40B4-BE49-F238E27FC236}">
                  <a16:creationId xmlns:a16="http://schemas.microsoft.com/office/drawing/2014/main" id="{D13D584C-3136-45E1-B8A9-A752F0783688}"/>
                </a:ext>
              </a:extLst>
            </p:cNvPr>
            <p:cNvSpPr/>
            <p:nvPr/>
          </p:nvSpPr>
          <p:spPr>
            <a:xfrm>
              <a:off x="3985736" y="2581524"/>
              <a:ext cx="532963" cy="50772"/>
            </a:xfrm>
            <a:custGeom>
              <a:avLst/>
              <a:gdLst>
                <a:gd name="connsiteX0" fmla="*/ 0 w 532963"/>
                <a:gd name="connsiteY0" fmla="*/ 0 h 50772"/>
                <a:gd name="connsiteX1" fmla="*/ 532964 w 532963"/>
                <a:gd name="connsiteY1" fmla="*/ 0 h 50772"/>
                <a:gd name="connsiteX2" fmla="*/ 532964 w 532963"/>
                <a:gd name="connsiteY2" fmla="*/ 50772 h 50772"/>
                <a:gd name="connsiteX3" fmla="*/ 0 w 532963"/>
                <a:gd name="connsiteY3" fmla="*/ 50772 h 5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2963" h="50772">
                  <a:moveTo>
                    <a:pt x="0" y="0"/>
                  </a:moveTo>
                  <a:lnTo>
                    <a:pt x="532964" y="0"/>
                  </a:lnTo>
                  <a:lnTo>
                    <a:pt x="532964" y="50772"/>
                  </a:lnTo>
                  <a:lnTo>
                    <a:pt x="0" y="5077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0" name="任意多边形: 形状 439">
              <a:extLst>
                <a:ext uri="{FF2B5EF4-FFF2-40B4-BE49-F238E27FC236}">
                  <a16:creationId xmlns:a16="http://schemas.microsoft.com/office/drawing/2014/main" id="{C3A25BA3-60B8-467A-9F5B-7B1DE0E30A64}"/>
                </a:ext>
              </a:extLst>
            </p:cNvPr>
            <p:cNvSpPr/>
            <p:nvPr/>
          </p:nvSpPr>
          <p:spPr>
            <a:xfrm>
              <a:off x="3985736" y="2670376"/>
              <a:ext cx="532963" cy="50772"/>
            </a:xfrm>
            <a:custGeom>
              <a:avLst/>
              <a:gdLst>
                <a:gd name="connsiteX0" fmla="*/ 0 w 532963"/>
                <a:gd name="connsiteY0" fmla="*/ 0 h 50772"/>
                <a:gd name="connsiteX1" fmla="*/ 532964 w 532963"/>
                <a:gd name="connsiteY1" fmla="*/ 0 h 50772"/>
                <a:gd name="connsiteX2" fmla="*/ 532964 w 532963"/>
                <a:gd name="connsiteY2" fmla="*/ 50772 h 50772"/>
                <a:gd name="connsiteX3" fmla="*/ 0 w 532963"/>
                <a:gd name="connsiteY3" fmla="*/ 50772 h 5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2963" h="50772">
                  <a:moveTo>
                    <a:pt x="0" y="0"/>
                  </a:moveTo>
                  <a:lnTo>
                    <a:pt x="532964" y="0"/>
                  </a:lnTo>
                  <a:lnTo>
                    <a:pt x="532964" y="50772"/>
                  </a:lnTo>
                  <a:lnTo>
                    <a:pt x="0" y="5077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1" name="任意多边形: 形状 440">
              <a:extLst>
                <a:ext uri="{FF2B5EF4-FFF2-40B4-BE49-F238E27FC236}">
                  <a16:creationId xmlns:a16="http://schemas.microsoft.com/office/drawing/2014/main" id="{44A8AB1E-496F-4478-BC10-C30029559490}"/>
                </a:ext>
              </a:extLst>
            </p:cNvPr>
            <p:cNvSpPr/>
            <p:nvPr/>
          </p:nvSpPr>
          <p:spPr>
            <a:xfrm>
              <a:off x="3985736" y="2759155"/>
              <a:ext cx="532963" cy="50772"/>
            </a:xfrm>
            <a:custGeom>
              <a:avLst/>
              <a:gdLst>
                <a:gd name="connsiteX0" fmla="*/ 0 w 532963"/>
                <a:gd name="connsiteY0" fmla="*/ 0 h 50772"/>
                <a:gd name="connsiteX1" fmla="*/ 532964 w 532963"/>
                <a:gd name="connsiteY1" fmla="*/ 0 h 50772"/>
                <a:gd name="connsiteX2" fmla="*/ 532964 w 532963"/>
                <a:gd name="connsiteY2" fmla="*/ 50772 h 50772"/>
                <a:gd name="connsiteX3" fmla="*/ 0 w 532963"/>
                <a:gd name="connsiteY3" fmla="*/ 50772 h 5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2963" h="50772">
                  <a:moveTo>
                    <a:pt x="0" y="0"/>
                  </a:moveTo>
                  <a:lnTo>
                    <a:pt x="532964" y="0"/>
                  </a:lnTo>
                  <a:lnTo>
                    <a:pt x="532964" y="50772"/>
                  </a:lnTo>
                  <a:lnTo>
                    <a:pt x="0" y="5077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2" name="任意多边形: 形状 441">
              <a:extLst>
                <a:ext uri="{FF2B5EF4-FFF2-40B4-BE49-F238E27FC236}">
                  <a16:creationId xmlns:a16="http://schemas.microsoft.com/office/drawing/2014/main" id="{80E10A32-DCC1-4D62-AFA1-40808A4CA7C0}"/>
                </a:ext>
              </a:extLst>
            </p:cNvPr>
            <p:cNvSpPr/>
            <p:nvPr/>
          </p:nvSpPr>
          <p:spPr>
            <a:xfrm>
              <a:off x="3985736" y="2848006"/>
              <a:ext cx="532963" cy="50772"/>
            </a:xfrm>
            <a:custGeom>
              <a:avLst/>
              <a:gdLst>
                <a:gd name="connsiteX0" fmla="*/ 0 w 532963"/>
                <a:gd name="connsiteY0" fmla="*/ 0 h 50772"/>
                <a:gd name="connsiteX1" fmla="*/ 532964 w 532963"/>
                <a:gd name="connsiteY1" fmla="*/ 0 h 50772"/>
                <a:gd name="connsiteX2" fmla="*/ 532964 w 532963"/>
                <a:gd name="connsiteY2" fmla="*/ 50772 h 50772"/>
                <a:gd name="connsiteX3" fmla="*/ 0 w 532963"/>
                <a:gd name="connsiteY3" fmla="*/ 50772 h 5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2963" h="50772">
                  <a:moveTo>
                    <a:pt x="0" y="0"/>
                  </a:moveTo>
                  <a:lnTo>
                    <a:pt x="532964" y="0"/>
                  </a:lnTo>
                  <a:lnTo>
                    <a:pt x="532964" y="50772"/>
                  </a:lnTo>
                  <a:lnTo>
                    <a:pt x="0" y="5077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3" name="任意多边形: 形状 442">
              <a:extLst>
                <a:ext uri="{FF2B5EF4-FFF2-40B4-BE49-F238E27FC236}">
                  <a16:creationId xmlns:a16="http://schemas.microsoft.com/office/drawing/2014/main" id="{B1408378-BECF-4FB3-89F9-8AB6B93A9139}"/>
                </a:ext>
              </a:extLst>
            </p:cNvPr>
            <p:cNvSpPr/>
            <p:nvPr/>
          </p:nvSpPr>
          <p:spPr>
            <a:xfrm>
              <a:off x="3985736" y="2936858"/>
              <a:ext cx="532963" cy="50772"/>
            </a:xfrm>
            <a:custGeom>
              <a:avLst/>
              <a:gdLst>
                <a:gd name="connsiteX0" fmla="*/ 0 w 532963"/>
                <a:gd name="connsiteY0" fmla="*/ 0 h 50772"/>
                <a:gd name="connsiteX1" fmla="*/ 532964 w 532963"/>
                <a:gd name="connsiteY1" fmla="*/ 0 h 50772"/>
                <a:gd name="connsiteX2" fmla="*/ 532964 w 532963"/>
                <a:gd name="connsiteY2" fmla="*/ 50772 h 50772"/>
                <a:gd name="connsiteX3" fmla="*/ 0 w 532963"/>
                <a:gd name="connsiteY3" fmla="*/ 50772 h 5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2963" h="50772">
                  <a:moveTo>
                    <a:pt x="0" y="0"/>
                  </a:moveTo>
                  <a:lnTo>
                    <a:pt x="532964" y="0"/>
                  </a:lnTo>
                  <a:lnTo>
                    <a:pt x="532964" y="50772"/>
                  </a:lnTo>
                  <a:lnTo>
                    <a:pt x="0" y="5077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4" name="任意多边形: 形状 443">
              <a:extLst>
                <a:ext uri="{FF2B5EF4-FFF2-40B4-BE49-F238E27FC236}">
                  <a16:creationId xmlns:a16="http://schemas.microsoft.com/office/drawing/2014/main" id="{B5F542E8-3B13-4588-B50B-ECFEF0FB2EA2}"/>
                </a:ext>
              </a:extLst>
            </p:cNvPr>
            <p:cNvSpPr/>
            <p:nvPr/>
          </p:nvSpPr>
          <p:spPr>
            <a:xfrm>
              <a:off x="3985736" y="3025709"/>
              <a:ext cx="532963" cy="50772"/>
            </a:xfrm>
            <a:custGeom>
              <a:avLst/>
              <a:gdLst>
                <a:gd name="connsiteX0" fmla="*/ 0 w 532963"/>
                <a:gd name="connsiteY0" fmla="*/ 0 h 50772"/>
                <a:gd name="connsiteX1" fmla="*/ 532964 w 532963"/>
                <a:gd name="connsiteY1" fmla="*/ 0 h 50772"/>
                <a:gd name="connsiteX2" fmla="*/ 532964 w 532963"/>
                <a:gd name="connsiteY2" fmla="*/ 50772 h 50772"/>
                <a:gd name="connsiteX3" fmla="*/ 0 w 532963"/>
                <a:gd name="connsiteY3" fmla="*/ 50772 h 5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2963" h="50772">
                  <a:moveTo>
                    <a:pt x="0" y="0"/>
                  </a:moveTo>
                  <a:lnTo>
                    <a:pt x="532964" y="0"/>
                  </a:lnTo>
                  <a:lnTo>
                    <a:pt x="532964" y="50772"/>
                  </a:lnTo>
                  <a:lnTo>
                    <a:pt x="0" y="5077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5" name="任意多边形: 形状 444">
              <a:extLst>
                <a:ext uri="{FF2B5EF4-FFF2-40B4-BE49-F238E27FC236}">
                  <a16:creationId xmlns:a16="http://schemas.microsoft.com/office/drawing/2014/main" id="{3441639E-00EE-4FFA-8A09-2FF9691892F8}"/>
                </a:ext>
              </a:extLst>
            </p:cNvPr>
            <p:cNvSpPr/>
            <p:nvPr/>
          </p:nvSpPr>
          <p:spPr>
            <a:xfrm>
              <a:off x="3985736" y="3114488"/>
              <a:ext cx="532963" cy="50772"/>
            </a:xfrm>
            <a:custGeom>
              <a:avLst/>
              <a:gdLst>
                <a:gd name="connsiteX0" fmla="*/ 0 w 532963"/>
                <a:gd name="connsiteY0" fmla="*/ 0 h 50772"/>
                <a:gd name="connsiteX1" fmla="*/ 532964 w 532963"/>
                <a:gd name="connsiteY1" fmla="*/ 0 h 50772"/>
                <a:gd name="connsiteX2" fmla="*/ 532964 w 532963"/>
                <a:gd name="connsiteY2" fmla="*/ 50772 h 50772"/>
                <a:gd name="connsiteX3" fmla="*/ 0 w 532963"/>
                <a:gd name="connsiteY3" fmla="*/ 50772 h 5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2963" h="50772">
                  <a:moveTo>
                    <a:pt x="0" y="0"/>
                  </a:moveTo>
                  <a:lnTo>
                    <a:pt x="532964" y="0"/>
                  </a:lnTo>
                  <a:lnTo>
                    <a:pt x="532964" y="50772"/>
                  </a:lnTo>
                  <a:lnTo>
                    <a:pt x="0" y="5077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6" name="任意多边形: 形状 445">
              <a:extLst>
                <a:ext uri="{FF2B5EF4-FFF2-40B4-BE49-F238E27FC236}">
                  <a16:creationId xmlns:a16="http://schemas.microsoft.com/office/drawing/2014/main" id="{EA049CAF-1FD9-4C72-A4D9-65AFBDE34342}"/>
                </a:ext>
              </a:extLst>
            </p:cNvPr>
            <p:cNvSpPr/>
            <p:nvPr/>
          </p:nvSpPr>
          <p:spPr>
            <a:xfrm>
              <a:off x="3985736" y="3203340"/>
              <a:ext cx="532963" cy="50772"/>
            </a:xfrm>
            <a:custGeom>
              <a:avLst/>
              <a:gdLst>
                <a:gd name="connsiteX0" fmla="*/ 0 w 532963"/>
                <a:gd name="connsiteY0" fmla="*/ 0 h 50772"/>
                <a:gd name="connsiteX1" fmla="*/ 532964 w 532963"/>
                <a:gd name="connsiteY1" fmla="*/ 0 h 50772"/>
                <a:gd name="connsiteX2" fmla="*/ 532964 w 532963"/>
                <a:gd name="connsiteY2" fmla="*/ 50772 h 50772"/>
                <a:gd name="connsiteX3" fmla="*/ 0 w 532963"/>
                <a:gd name="connsiteY3" fmla="*/ 50772 h 5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2963" h="50772">
                  <a:moveTo>
                    <a:pt x="0" y="0"/>
                  </a:moveTo>
                  <a:lnTo>
                    <a:pt x="532964" y="0"/>
                  </a:lnTo>
                  <a:lnTo>
                    <a:pt x="532964" y="50772"/>
                  </a:lnTo>
                  <a:lnTo>
                    <a:pt x="0" y="5077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7" name="任意多边形: 形状 446">
              <a:extLst>
                <a:ext uri="{FF2B5EF4-FFF2-40B4-BE49-F238E27FC236}">
                  <a16:creationId xmlns:a16="http://schemas.microsoft.com/office/drawing/2014/main" id="{B199C6B1-D1FA-4DF3-9B61-20AE1A040177}"/>
                </a:ext>
              </a:extLst>
            </p:cNvPr>
            <p:cNvSpPr/>
            <p:nvPr/>
          </p:nvSpPr>
          <p:spPr>
            <a:xfrm>
              <a:off x="3985736" y="3292191"/>
              <a:ext cx="532963" cy="50772"/>
            </a:xfrm>
            <a:custGeom>
              <a:avLst/>
              <a:gdLst>
                <a:gd name="connsiteX0" fmla="*/ 0 w 532963"/>
                <a:gd name="connsiteY0" fmla="*/ 0 h 50772"/>
                <a:gd name="connsiteX1" fmla="*/ 532964 w 532963"/>
                <a:gd name="connsiteY1" fmla="*/ 0 h 50772"/>
                <a:gd name="connsiteX2" fmla="*/ 532964 w 532963"/>
                <a:gd name="connsiteY2" fmla="*/ 50772 h 50772"/>
                <a:gd name="connsiteX3" fmla="*/ 0 w 532963"/>
                <a:gd name="connsiteY3" fmla="*/ 50772 h 5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2963" h="50772">
                  <a:moveTo>
                    <a:pt x="0" y="0"/>
                  </a:moveTo>
                  <a:lnTo>
                    <a:pt x="532964" y="0"/>
                  </a:lnTo>
                  <a:lnTo>
                    <a:pt x="532964" y="50772"/>
                  </a:lnTo>
                  <a:lnTo>
                    <a:pt x="0" y="5077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8" name="任意多边形: 形状 447">
              <a:extLst>
                <a:ext uri="{FF2B5EF4-FFF2-40B4-BE49-F238E27FC236}">
                  <a16:creationId xmlns:a16="http://schemas.microsoft.com/office/drawing/2014/main" id="{069C84B6-9A54-4567-9882-EA66CD0B9518}"/>
                </a:ext>
              </a:extLst>
            </p:cNvPr>
            <p:cNvSpPr/>
            <p:nvPr/>
          </p:nvSpPr>
          <p:spPr>
            <a:xfrm>
              <a:off x="3985736" y="3380970"/>
              <a:ext cx="532963" cy="50772"/>
            </a:xfrm>
            <a:custGeom>
              <a:avLst/>
              <a:gdLst>
                <a:gd name="connsiteX0" fmla="*/ 0 w 532963"/>
                <a:gd name="connsiteY0" fmla="*/ 0 h 50772"/>
                <a:gd name="connsiteX1" fmla="*/ 532964 w 532963"/>
                <a:gd name="connsiteY1" fmla="*/ 0 h 50772"/>
                <a:gd name="connsiteX2" fmla="*/ 532964 w 532963"/>
                <a:gd name="connsiteY2" fmla="*/ 50772 h 50772"/>
                <a:gd name="connsiteX3" fmla="*/ 0 w 532963"/>
                <a:gd name="connsiteY3" fmla="*/ 50772 h 5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2963" h="50772">
                  <a:moveTo>
                    <a:pt x="0" y="0"/>
                  </a:moveTo>
                  <a:lnTo>
                    <a:pt x="532964" y="0"/>
                  </a:lnTo>
                  <a:lnTo>
                    <a:pt x="532964" y="50772"/>
                  </a:lnTo>
                  <a:lnTo>
                    <a:pt x="0" y="5077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9" name="任意多边形: 形状 448">
              <a:extLst>
                <a:ext uri="{FF2B5EF4-FFF2-40B4-BE49-F238E27FC236}">
                  <a16:creationId xmlns:a16="http://schemas.microsoft.com/office/drawing/2014/main" id="{84D6CEA0-2622-4AED-A1FC-6216624D17E0}"/>
                </a:ext>
              </a:extLst>
            </p:cNvPr>
            <p:cNvSpPr/>
            <p:nvPr/>
          </p:nvSpPr>
          <p:spPr>
            <a:xfrm>
              <a:off x="3985736" y="3469822"/>
              <a:ext cx="532963" cy="50772"/>
            </a:xfrm>
            <a:custGeom>
              <a:avLst/>
              <a:gdLst>
                <a:gd name="connsiteX0" fmla="*/ 0 w 532963"/>
                <a:gd name="connsiteY0" fmla="*/ 0 h 50772"/>
                <a:gd name="connsiteX1" fmla="*/ 532964 w 532963"/>
                <a:gd name="connsiteY1" fmla="*/ 0 h 50772"/>
                <a:gd name="connsiteX2" fmla="*/ 532964 w 532963"/>
                <a:gd name="connsiteY2" fmla="*/ 50772 h 50772"/>
                <a:gd name="connsiteX3" fmla="*/ 0 w 532963"/>
                <a:gd name="connsiteY3" fmla="*/ 50772 h 5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2963" h="50772">
                  <a:moveTo>
                    <a:pt x="0" y="0"/>
                  </a:moveTo>
                  <a:lnTo>
                    <a:pt x="532964" y="0"/>
                  </a:lnTo>
                  <a:lnTo>
                    <a:pt x="532964" y="50772"/>
                  </a:lnTo>
                  <a:lnTo>
                    <a:pt x="0" y="5077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0" name="任意多边形: 形状 449">
              <a:extLst>
                <a:ext uri="{FF2B5EF4-FFF2-40B4-BE49-F238E27FC236}">
                  <a16:creationId xmlns:a16="http://schemas.microsoft.com/office/drawing/2014/main" id="{EBCEB5CA-4036-4115-8724-8DC60943A122}"/>
                </a:ext>
              </a:extLst>
            </p:cNvPr>
            <p:cNvSpPr/>
            <p:nvPr/>
          </p:nvSpPr>
          <p:spPr>
            <a:xfrm>
              <a:off x="3985736" y="3558673"/>
              <a:ext cx="532963" cy="50772"/>
            </a:xfrm>
            <a:custGeom>
              <a:avLst/>
              <a:gdLst>
                <a:gd name="connsiteX0" fmla="*/ 0 w 532963"/>
                <a:gd name="connsiteY0" fmla="*/ 0 h 50772"/>
                <a:gd name="connsiteX1" fmla="*/ 532964 w 532963"/>
                <a:gd name="connsiteY1" fmla="*/ 0 h 50772"/>
                <a:gd name="connsiteX2" fmla="*/ 532964 w 532963"/>
                <a:gd name="connsiteY2" fmla="*/ 50772 h 50772"/>
                <a:gd name="connsiteX3" fmla="*/ 0 w 532963"/>
                <a:gd name="connsiteY3" fmla="*/ 50772 h 5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2963" h="50772">
                  <a:moveTo>
                    <a:pt x="0" y="0"/>
                  </a:moveTo>
                  <a:lnTo>
                    <a:pt x="532964" y="0"/>
                  </a:lnTo>
                  <a:lnTo>
                    <a:pt x="532964" y="50772"/>
                  </a:lnTo>
                  <a:lnTo>
                    <a:pt x="0" y="5077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1" name="任意多边形: 形状 450">
              <a:extLst>
                <a:ext uri="{FF2B5EF4-FFF2-40B4-BE49-F238E27FC236}">
                  <a16:creationId xmlns:a16="http://schemas.microsoft.com/office/drawing/2014/main" id="{CD5549B1-B09E-4277-BD63-81EDAAD8D6E5}"/>
                </a:ext>
              </a:extLst>
            </p:cNvPr>
            <p:cNvSpPr/>
            <p:nvPr/>
          </p:nvSpPr>
          <p:spPr>
            <a:xfrm>
              <a:off x="3985736" y="3647452"/>
              <a:ext cx="532963" cy="50772"/>
            </a:xfrm>
            <a:custGeom>
              <a:avLst/>
              <a:gdLst>
                <a:gd name="connsiteX0" fmla="*/ 0 w 532963"/>
                <a:gd name="connsiteY0" fmla="*/ 0 h 50772"/>
                <a:gd name="connsiteX1" fmla="*/ 532964 w 532963"/>
                <a:gd name="connsiteY1" fmla="*/ 0 h 50772"/>
                <a:gd name="connsiteX2" fmla="*/ 532964 w 532963"/>
                <a:gd name="connsiteY2" fmla="*/ 50772 h 50772"/>
                <a:gd name="connsiteX3" fmla="*/ 0 w 532963"/>
                <a:gd name="connsiteY3" fmla="*/ 50772 h 5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2963" h="50772">
                  <a:moveTo>
                    <a:pt x="0" y="0"/>
                  </a:moveTo>
                  <a:lnTo>
                    <a:pt x="532964" y="0"/>
                  </a:lnTo>
                  <a:lnTo>
                    <a:pt x="532964" y="50772"/>
                  </a:lnTo>
                  <a:lnTo>
                    <a:pt x="0" y="5077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2" name="任意多边形: 形状 451">
              <a:extLst>
                <a:ext uri="{FF2B5EF4-FFF2-40B4-BE49-F238E27FC236}">
                  <a16:creationId xmlns:a16="http://schemas.microsoft.com/office/drawing/2014/main" id="{1AE88E89-E3BD-4FC1-94A7-CA2E24B59279}"/>
                </a:ext>
              </a:extLst>
            </p:cNvPr>
            <p:cNvSpPr/>
            <p:nvPr/>
          </p:nvSpPr>
          <p:spPr>
            <a:xfrm>
              <a:off x="3985736" y="3736304"/>
              <a:ext cx="532963" cy="50772"/>
            </a:xfrm>
            <a:custGeom>
              <a:avLst/>
              <a:gdLst>
                <a:gd name="connsiteX0" fmla="*/ 0 w 532963"/>
                <a:gd name="connsiteY0" fmla="*/ 0 h 50772"/>
                <a:gd name="connsiteX1" fmla="*/ 532964 w 532963"/>
                <a:gd name="connsiteY1" fmla="*/ 0 h 50772"/>
                <a:gd name="connsiteX2" fmla="*/ 532964 w 532963"/>
                <a:gd name="connsiteY2" fmla="*/ 50772 h 50772"/>
                <a:gd name="connsiteX3" fmla="*/ 0 w 532963"/>
                <a:gd name="connsiteY3" fmla="*/ 50772 h 5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2963" h="50772">
                  <a:moveTo>
                    <a:pt x="0" y="0"/>
                  </a:moveTo>
                  <a:lnTo>
                    <a:pt x="532964" y="0"/>
                  </a:lnTo>
                  <a:lnTo>
                    <a:pt x="532964" y="50772"/>
                  </a:lnTo>
                  <a:lnTo>
                    <a:pt x="0" y="5077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3" name="任意多边形: 形状 452">
              <a:extLst>
                <a:ext uri="{FF2B5EF4-FFF2-40B4-BE49-F238E27FC236}">
                  <a16:creationId xmlns:a16="http://schemas.microsoft.com/office/drawing/2014/main" id="{9E81E518-D53C-460A-B156-305B1BA19D35}"/>
                </a:ext>
              </a:extLst>
            </p:cNvPr>
            <p:cNvSpPr/>
            <p:nvPr/>
          </p:nvSpPr>
          <p:spPr>
            <a:xfrm>
              <a:off x="3985736" y="3825155"/>
              <a:ext cx="532963" cy="50772"/>
            </a:xfrm>
            <a:custGeom>
              <a:avLst/>
              <a:gdLst>
                <a:gd name="connsiteX0" fmla="*/ 0 w 532963"/>
                <a:gd name="connsiteY0" fmla="*/ 0 h 50772"/>
                <a:gd name="connsiteX1" fmla="*/ 532964 w 532963"/>
                <a:gd name="connsiteY1" fmla="*/ 0 h 50772"/>
                <a:gd name="connsiteX2" fmla="*/ 532964 w 532963"/>
                <a:gd name="connsiteY2" fmla="*/ 50772 h 50772"/>
                <a:gd name="connsiteX3" fmla="*/ 0 w 532963"/>
                <a:gd name="connsiteY3" fmla="*/ 50772 h 5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2963" h="50772">
                  <a:moveTo>
                    <a:pt x="0" y="0"/>
                  </a:moveTo>
                  <a:lnTo>
                    <a:pt x="532964" y="0"/>
                  </a:lnTo>
                  <a:lnTo>
                    <a:pt x="532964" y="50772"/>
                  </a:lnTo>
                  <a:lnTo>
                    <a:pt x="0" y="5077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4" name="任意多边形: 形状 453">
              <a:extLst>
                <a:ext uri="{FF2B5EF4-FFF2-40B4-BE49-F238E27FC236}">
                  <a16:creationId xmlns:a16="http://schemas.microsoft.com/office/drawing/2014/main" id="{9A5A1A1A-FE72-484A-B8C6-094DCD04B3A9}"/>
                </a:ext>
              </a:extLst>
            </p:cNvPr>
            <p:cNvSpPr/>
            <p:nvPr/>
          </p:nvSpPr>
          <p:spPr>
            <a:xfrm>
              <a:off x="4912113" y="1879319"/>
              <a:ext cx="7294" cy="1962760"/>
            </a:xfrm>
            <a:custGeom>
              <a:avLst/>
              <a:gdLst>
                <a:gd name="connsiteX0" fmla="*/ 0 w 7294"/>
                <a:gd name="connsiteY0" fmla="*/ 0 h 1962760"/>
                <a:gd name="connsiteX1" fmla="*/ 0 w 7294"/>
                <a:gd name="connsiteY1" fmla="*/ 1962760 h 1962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94" h="1962760">
                  <a:moveTo>
                    <a:pt x="0" y="0"/>
                  </a:moveTo>
                  <a:lnTo>
                    <a:pt x="0" y="196276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5" name="任意多边形: 形状 454">
              <a:extLst>
                <a:ext uri="{FF2B5EF4-FFF2-40B4-BE49-F238E27FC236}">
                  <a16:creationId xmlns:a16="http://schemas.microsoft.com/office/drawing/2014/main" id="{FE030CD9-0D8E-4C04-9DBE-326BD4335425}"/>
                </a:ext>
              </a:extLst>
            </p:cNvPr>
            <p:cNvSpPr/>
            <p:nvPr/>
          </p:nvSpPr>
          <p:spPr>
            <a:xfrm>
              <a:off x="5022047" y="1507134"/>
              <a:ext cx="7294" cy="2334945"/>
            </a:xfrm>
            <a:custGeom>
              <a:avLst/>
              <a:gdLst>
                <a:gd name="connsiteX0" fmla="*/ 0 w 7294"/>
                <a:gd name="connsiteY0" fmla="*/ 0 h 2334945"/>
                <a:gd name="connsiteX1" fmla="*/ 0 w 7294"/>
                <a:gd name="connsiteY1" fmla="*/ 2334945 h 2334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94" h="2334945">
                  <a:moveTo>
                    <a:pt x="0" y="0"/>
                  </a:moveTo>
                  <a:lnTo>
                    <a:pt x="0" y="2334945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6" name="任意多边形: 形状 455">
              <a:extLst>
                <a:ext uri="{FF2B5EF4-FFF2-40B4-BE49-F238E27FC236}">
                  <a16:creationId xmlns:a16="http://schemas.microsoft.com/office/drawing/2014/main" id="{0ED6C5D8-4883-4021-854A-51EEE127CF87}"/>
                </a:ext>
              </a:extLst>
            </p:cNvPr>
            <p:cNvSpPr/>
            <p:nvPr/>
          </p:nvSpPr>
          <p:spPr>
            <a:xfrm>
              <a:off x="3490852" y="3393663"/>
              <a:ext cx="266481" cy="139624"/>
            </a:xfrm>
            <a:custGeom>
              <a:avLst/>
              <a:gdLst>
                <a:gd name="connsiteX0" fmla="*/ 0 w 266481"/>
                <a:gd name="connsiteY0" fmla="*/ 0 h 139624"/>
                <a:gd name="connsiteX1" fmla="*/ 266482 w 266481"/>
                <a:gd name="connsiteY1" fmla="*/ 0 h 139624"/>
                <a:gd name="connsiteX2" fmla="*/ 266482 w 266481"/>
                <a:gd name="connsiteY2" fmla="*/ 139624 h 139624"/>
                <a:gd name="connsiteX3" fmla="*/ 0 w 266481"/>
                <a:gd name="connsiteY3" fmla="*/ 139624 h 13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481" h="139624">
                  <a:moveTo>
                    <a:pt x="0" y="0"/>
                  </a:moveTo>
                  <a:lnTo>
                    <a:pt x="266482" y="0"/>
                  </a:lnTo>
                  <a:lnTo>
                    <a:pt x="266482" y="139624"/>
                  </a:lnTo>
                  <a:lnTo>
                    <a:pt x="0" y="139624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7" name="任意多边形: 形状 456">
              <a:extLst>
                <a:ext uri="{FF2B5EF4-FFF2-40B4-BE49-F238E27FC236}">
                  <a16:creationId xmlns:a16="http://schemas.microsoft.com/office/drawing/2014/main" id="{2D1EE6C4-AEFC-4640-A526-0A80FDE873AD}"/>
                </a:ext>
              </a:extLst>
            </p:cNvPr>
            <p:cNvSpPr/>
            <p:nvPr/>
          </p:nvSpPr>
          <p:spPr>
            <a:xfrm>
              <a:off x="3554244" y="3148336"/>
              <a:ext cx="139624" cy="245326"/>
            </a:xfrm>
            <a:custGeom>
              <a:avLst/>
              <a:gdLst>
                <a:gd name="connsiteX0" fmla="*/ 0 w 139624"/>
                <a:gd name="connsiteY0" fmla="*/ 0 h 245326"/>
                <a:gd name="connsiteX1" fmla="*/ 139624 w 139624"/>
                <a:gd name="connsiteY1" fmla="*/ 0 h 245326"/>
                <a:gd name="connsiteX2" fmla="*/ 139624 w 139624"/>
                <a:gd name="connsiteY2" fmla="*/ 245327 h 245326"/>
                <a:gd name="connsiteX3" fmla="*/ 0 w 139624"/>
                <a:gd name="connsiteY3" fmla="*/ 245327 h 245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624" h="245326">
                  <a:moveTo>
                    <a:pt x="0" y="0"/>
                  </a:moveTo>
                  <a:lnTo>
                    <a:pt x="139624" y="0"/>
                  </a:lnTo>
                  <a:lnTo>
                    <a:pt x="139624" y="245327"/>
                  </a:lnTo>
                  <a:lnTo>
                    <a:pt x="0" y="245327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9" name="任意多边形: 形状 458">
              <a:extLst>
                <a:ext uri="{FF2B5EF4-FFF2-40B4-BE49-F238E27FC236}">
                  <a16:creationId xmlns:a16="http://schemas.microsoft.com/office/drawing/2014/main" id="{D5663BDB-2DFE-44F5-9330-005DE6C5171A}"/>
                </a:ext>
              </a:extLst>
            </p:cNvPr>
            <p:cNvSpPr/>
            <p:nvPr/>
          </p:nvSpPr>
          <p:spPr>
            <a:xfrm>
              <a:off x="2431927" y="2631056"/>
              <a:ext cx="7294" cy="1211898"/>
            </a:xfrm>
            <a:custGeom>
              <a:avLst/>
              <a:gdLst>
                <a:gd name="connsiteX0" fmla="*/ 0 w 7294"/>
                <a:gd name="connsiteY0" fmla="*/ 0 h 1211898"/>
                <a:gd name="connsiteX1" fmla="*/ 0 w 7294"/>
                <a:gd name="connsiteY1" fmla="*/ 1211898 h 1211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94" h="1211898">
                  <a:moveTo>
                    <a:pt x="0" y="0"/>
                  </a:moveTo>
                  <a:lnTo>
                    <a:pt x="0" y="1211898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6" name="任意多边形: 形状 485">
              <a:extLst>
                <a:ext uri="{FF2B5EF4-FFF2-40B4-BE49-F238E27FC236}">
                  <a16:creationId xmlns:a16="http://schemas.microsoft.com/office/drawing/2014/main" id="{C8B3632A-AFCA-4F6B-A102-FF839B637CED}"/>
                </a:ext>
              </a:extLst>
            </p:cNvPr>
            <p:cNvSpPr/>
            <p:nvPr/>
          </p:nvSpPr>
          <p:spPr>
            <a:xfrm>
              <a:off x="3315483" y="2498217"/>
              <a:ext cx="647128" cy="7294"/>
            </a:xfrm>
            <a:custGeom>
              <a:avLst/>
              <a:gdLst>
                <a:gd name="connsiteX0" fmla="*/ 647129 w 647128"/>
                <a:gd name="connsiteY0" fmla="*/ 0 h 7294"/>
                <a:gd name="connsiteX1" fmla="*/ 0 w 647128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7128" h="7294">
                  <a:moveTo>
                    <a:pt x="647129" y="0"/>
                  </a:moveTo>
                  <a:lnTo>
                    <a:pt x="0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0" name="任意多边形: 形状 569">
              <a:extLst>
                <a:ext uri="{FF2B5EF4-FFF2-40B4-BE49-F238E27FC236}">
                  <a16:creationId xmlns:a16="http://schemas.microsoft.com/office/drawing/2014/main" id="{D00BA673-1B0E-4BC2-8400-1537D2362CFE}"/>
                </a:ext>
              </a:extLst>
            </p:cNvPr>
            <p:cNvSpPr/>
            <p:nvPr/>
          </p:nvSpPr>
          <p:spPr>
            <a:xfrm>
              <a:off x="3315483" y="2570509"/>
              <a:ext cx="647128" cy="7294"/>
            </a:xfrm>
            <a:custGeom>
              <a:avLst/>
              <a:gdLst>
                <a:gd name="connsiteX0" fmla="*/ 647129 w 647128"/>
                <a:gd name="connsiteY0" fmla="*/ 0 h 7294"/>
                <a:gd name="connsiteX1" fmla="*/ 0 w 647128"/>
                <a:gd name="connsiteY1" fmla="*/ 0 h 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7128" h="7294">
                  <a:moveTo>
                    <a:pt x="647129" y="0"/>
                  </a:moveTo>
                  <a:lnTo>
                    <a:pt x="0" y="0"/>
                  </a:lnTo>
                </a:path>
              </a:pathLst>
            </a:custGeom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1" name="任意多边形: 形状 570">
              <a:extLst>
                <a:ext uri="{FF2B5EF4-FFF2-40B4-BE49-F238E27FC236}">
                  <a16:creationId xmlns:a16="http://schemas.microsoft.com/office/drawing/2014/main" id="{45A782F3-97B4-45FC-8584-B70162ADDFB8}"/>
                </a:ext>
              </a:extLst>
            </p:cNvPr>
            <p:cNvSpPr/>
            <p:nvPr/>
          </p:nvSpPr>
          <p:spPr>
            <a:xfrm>
              <a:off x="3344371" y="2624710"/>
              <a:ext cx="98699" cy="72292"/>
            </a:xfrm>
            <a:custGeom>
              <a:avLst/>
              <a:gdLst>
                <a:gd name="connsiteX0" fmla="*/ 0 w 98699"/>
                <a:gd name="connsiteY0" fmla="*/ 0 h 72292"/>
                <a:gd name="connsiteX1" fmla="*/ 98700 w 98699"/>
                <a:gd name="connsiteY1" fmla="*/ 0 h 72292"/>
                <a:gd name="connsiteX2" fmla="*/ 98700 w 98699"/>
                <a:gd name="connsiteY2" fmla="*/ 72292 h 72292"/>
                <a:gd name="connsiteX3" fmla="*/ 0 w 98699"/>
                <a:gd name="connsiteY3" fmla="*/ 72292 h 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699" h="72292">
                  <a:moveTo>
                    <a:pt x="0" y="0"/>
                  </a:moveTo>
                  <a:lnTo>
                    <a:pt x="98700" y="0"/>
                  </a:lnTo>
                  <a:lnTo>
                    <a:pt x="98700" y="72292"/>
                  </a:lnTo>
                  <a:lnTo>
                    <a:pt x="0" y="7229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2" name="任意多边形: 形状 571">
              <a:extLst>
                <a:ext uri="{FF2B5EF4-FFF2-40B4-BE49-F238E27FC236}">
                  <a16:creationId xmlns:a16="http://schemas.microsoft.com/office/drawing/2014/main" id="{660D7DC0-A9E3-4CFF-BED9-59FDBE2CB8C7}"/>
                </a:ext>
              </a:extLst>
            </p:cNvPr>
            <p:cNvSpPr/>
            <p:nvPr/>
          </p:nvSpPr>
          <p:spPr>
            <a:xfrm>
              <a:off x="3466122" y="2624710"/>
              <a:ext cx="98699" cy="72292"/>
            </a:xfrm>
            <a:custGeom>
              <a:avLst/>
              <a:gdLst>
                <a:gd name="connsiteX0" fmla="*/ 0 w 98699"/>
                <a:gd name="connsiteY0" fmla="*/ 0 h 72292"/>
                <a:gd name="connsiteX1" fmla="*/ 98700 w 98699"/>
                <a:gd name="connsiteY1" fmla="*/ 0 h 72292"/>
                <a:gd name="connsiteX2" fmla="*/ 98700 w 98699"/>
                <a:gd name="connsiteY2" fmla="*/ 72292 h 72292"/>
                <a:gd name="connsiteX3" fmla="*/ 0 w 98699"/>
                <a:gd name="connsiteY3" fmla="*/ 72292 h 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699" h="72292">
                  <a:moveTo>
                    <a:pt x="0" y="0"/>
                  </a:moveTo>
                  <a:lnTo>
                    <a:pt x="98700" y="0"/>
                  </a:lnTo>
                  <a:lnTo>
                    <a:pt x="98700" y="72292"/>
                  </a:lnTo>
                  <a:lnTo>
                    <a:pt x="0" y="7229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3" name="任意多边形: 形状 572">
              <a:extLst>
                <a:ext uri="{FF2B5EF4-FFF2-40B4-BE49-F238E27FC236}">
                  <a16:creationId xmlns:a16="http://schemas.microsoft.com/office/drawing/2014/main" id="{72B193B1-B2C1-40F2-B79D-B52ED017DF6B}"/>
                </a:ext>
              </a:extLst>
            </p:cNvPr>
            <p:cNvSpPr/>
            <p:nvPr/>
          </p:nvSpPr>
          <p:spPr>
            <a:xfrm>
              <a:off x="3587874" y="2624710"/>
              <a:ext cx="98699" cy="72292"/>
            </a:xfrm>
            <a:custGeom>
              <a:avLst/>
              <a:gdLst>
                <a:gd name="connsiteX0" fmla="*/ 0 w 98699"/>
                <a:gd name="connsiteY0" fmla="*/ 0 h 72292"/>
                <a:gd name="connsiteX1" fmla="*/ 98700 w 98699"/>
                <a:gd name="connsiteY1" fmla="*/ 0 h 72292"/>
                <a:gd name="connsiteX2" fmla="*/ 98700 w 98699"/>
                <a:gd name="connsiteY2" fmla="*/ 72292 h 72292"/>
                <a:gd name="connsiteX3" fmla="*/ 0 w 98699"/>
                <a:gd name="connsiteY3" fmla="*/ 72292 h 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699" h="72292">
                  <a:moveTo>
                    <a:pt x="0" y="0"/>
                  </a:moveTo>
                  <a:lnTo>
                    <a:pt x="98700" y="0"/>
                  </a:lnTo>
                  <a:lnTo>
                    <a:pt x="98700" y="72292"/>
                  </a:lnTo>
                  <a:lnTo>
                    <a:pt x="0" y="7229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9" name="任意多边形: 形状 578">
              <a:extLst>
                <a:ext uri="{FF2B5EF4-FFF2-40B4-BE49-F238E27FC236}">
                  <a16:creationId xmlns:a16="http://schemas.microsoft.com/office/drawing/2014/main" id="{4E9343B9-57D2-4606-A3AF-AFDB068934B9}"/>
                </a:ext>
              </a:extLst>
            </p:cNvPr>
            <p:cNvSpPr/>
            <p:nvPr/>
          </p:nvSpPr>
          <p:spPr>
            <a:xfrm>
              <a:off x="3709625" y="2624710"/>
              <a:ext cx="98699" cy="72292"/>
            </a:xfrm>
            <a:custGeom>
              <a:avLst/>
              <a:gdLst>
                <a:gd name="connsiteX0" fmla="*/ 0 w 98699"/>
                <a:gd name="connsiteY0" fmla="*/ 0 h 72292"/>
                <a:gd name="connsiteX1" fmla="*/ 98700 w 98699"/>
                <a:gd name="connsiteY1" fmla="*/ 0 h 72292"/>
                <a:gd name="connsiteX2" fmla="*/ 98700 w 98699"/>
                <a:gd name="connsiteY2" fmla="*/ 72292 h 72292"/>
                <a:gd name="connsiteX3" fmla="*/ 0 w 98699"/>
                <a:gd name="connsiteY3" fmla="*/ 72292 h 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699" h="72292">
                  <a:moveTo>
                    <a:pt x="0" y="0"/>
                  </a:moveTo>
                  <a:lnTo>
                    <a:pt x="98700" y="0"/>
                  </a:lnTo>
                  <a:lnTo>
                    <a:pt x="98700" y="72292"/>
                  </a:lnTo>
                  <a:lnTo>
                    <a:pt x="0" y="7229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0" name="任意多边形: 形状 579">
              <a:extLst>
                <a:ext uri="{FF2B5EF4-FFF2-40B4-BE49-F238E27FC236}">
                  <a16:creationId xmlns:a16="http://schemas.microsoft.com/office/drawing/2014/main" id="{C4FB18C0-6B8A-4CFE-B6C0-A1C0A2FEC6C1}"/>
                </a:ext>
              </a:extLst>
            </p:cNvPr>
            <p:cNvSpPr/>
            <p:nvPr/>
          </p:nvSpPr>
          <p:spPr>
            <a:xfrm>
              <a:off x="3831377" y="2624710"/>
              <a:ext cx="98699" cy="72292"/>
            </a:xfrm>
            <a:custGeom>
              <a:avLst/>
              <a:gdLst>
                <a:gd name="connsiteX0" fmla="*/ 0 w 98699"/>
                <a:gd name="connsiteY0" fmla="*/ 0 h 72292"/>
                <a:gd name="connsiteX1" fmla="*/ 98700 w 98699"/>
                <a:gd name="connsiteY1" fmla="*/ 0 h 72292"/>
                <a:gd name="connsiteX2" fmla="*/ 98700 w 98699"/>
                <a:gd name="connsiteY2" fmla="*/ 72292 h 72292"/>
                <a:gd name="connsiteX3" fmla="*/ 0 w 98699"/>
                <a:gd name="connsiteY3" fmla="*/ 72292 h 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699" h="72292">
                  <a:moveTo>
                    <a:pt x="0" y="0"/>
                  </a:moveTo>
                  <a:lnTo>
                    <a:pt x="98700" y="0"/>
                  </a:lnTo>
                  <a:lnTo>
                    <a:pt x="98700" y="72292"/>
                  </a:lnTo>
                  <a:lnTo>
                    <a:pt x="0" y="7229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1" name="任意多边形: 形状 580">
              <a:extLst>
                <a:ext uri="{FF2B5EF4-FFF2-40B4-BE49-F238E27FC236}">
                  <a16:creationId xmlns:a16="http://schemas.microsoft.com/office/drawing/2014/main" id="{A53E755D-AD8F-4434-86E4-BB4C38312322}"/>
                </a:ext>
              </a:extLst>
            </p:cNvPr>
            <p:cNvSpPr/>
            <p:nvPr/>
          </p:nvSpPr>
          <p:spPr>
            <a:xfrm>
              <a:off x="3344371" y="2736759"/>
              <a:ext cx="98699" cy="72292"/>
            </a:xfrm>
            <a:custGeom>
              <a:avLst/>
              <a:gdLst>
                <a:gd name="connsiteX0" fmla="*/ 0 w 98699"/>
                <a:gd name="connsiteY0" fmla="*/ 0 h 72292"/>
                <a:gd name="connsiteX1" fmla="*/ 98700 w 98699"/>
                <a:gd name="connsiteY1" fmla="*/ 0 h 72292"/>
                <a:gd name="connsiteX2" fmla="*/ 98700 w 98699"/>
                <a:gd name="connsiteY2" fmla="*/ 72292 h 72292"/>
                <a:gd name="connsiteX3" fmla="*/ 0 w 98699"/>
                <a:gd name="connsiteY3" fmla="*/ 72292 h 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699" h="72292">
                  <a:moveTo>
                    <a:pt x="0" y="0"/>
                  </a:moveTo>
                  <a:lnTo>
                    <a:pt x="98700" y="0"/>
                  </a:lnTo>
                  <a:lnTo>
                    <a:pt x="98700" y="72292"/>
                  </a:lnTo>
                  <a:lnTo>
                    <a:pt x="0" y="7229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3" name="任意多边形: 形状 582">
              <a:extLst>
                <a:ext uri="{FF2B5EF4-FFF2-40B4-BE49-F238E27FC236}">
                  <a16:creationId xmlns:a16="http://schemas.microsoft.com/office/drawing/2014/main" id="{F93E5E24-A359-4C8C-B4E1-1ED9093A8D81}"/>
                </a:ext>
              </a:extLst>
            </p:cNvPr>
            <p:cNvSpPr/>
            <p:nvPr/>
          </p:nvSpPr>
          <p:spPr>
            <a:xfrm>
              <a:off x="3466122" y="2736759"/>
              <a:ext cx="98699" cy="72292"/>
            </a:xfrm>
            <a:custGeom>
              <a:avLst/>
              <a:gdLst>
                <a:gd name="connsiteX0" fmla="*/ 0 w 98699"/>
                <a:gd name="connsiteY0" fmla="*/ 0 h 72292"/>
                <a:gd name="connsiteX1" fmla="*/ 98700 w 98699"/>
                <a:gd name="connsiteY1" fmla="*/ 0 h 72292"/>
                <a:gd name="connsiteX2" fmla="*/ 98700 w 98699"/>
                <a:gd name="connsiteY2" fmla="*/ 72292 h 72292"/>
                <a:gd name="connsiteX3" fmla="*/ 0 w 98699"/>
                <a:gd name="connsiteY3" fmla="*/ 72292 h 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699" h="72292">
                  <a:moveTo>
                    <a:pt x="0" y="0"/>
                  </a:moveTo>
                  <a:lnTo>
                    <a:pt x="98700" y="0"/>
                  </a:lnTo>
                  <a:lnTo>
                    <a:pt x="98700" y="72292"/>
                  </a:lnTo>
                  <a:lnTo>
                    <a:pt x="0" y="7229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4" name="任意多边形: 形状 583">
              <a:extLst>
                <a:ext uri="{FF2B5EF4-FFF2-40B4-BE49-F238E27FC236}">
                  <a16:creationId xmlns:a16="http://schemas.microsoft.com/office/drawing/2014/main" id="{15B928DA-DCA5-4554-9283-98A2789F20C7}"/>
                </a:ext>
              </a:extLst>
            </p:cNvPr>
            <p:cNvSpPr/>
            <p:nvPr/>
          </p:nvSpPr>
          <p:spPr>
            <a:xfrm>
              <a:off x="3587874" y="2736759"/>
              <a:ext cx="98699" cy="72292"/>
            </a:xfrm>
            <a:custGeom>
              <a:avLst/>
              <a:gdLst>
                <a:gd name="connsiteX0" fmla="*/ 0 w 98699"/>
                <a:gd name="connsiteY0" fmla="*/ 0 h 72292"/>
                <a:gd name="connsiteX1" fmla="*/ 98700 w 98699"/>
                <a:gd name="connsiteY1" fmla="*/ 0 h 72292"/>
                <a:gd name="connsiteX2" fmla="*/ 98700 w 98699"/>
                <a:gd name="connsiteY2" fmla="*/ 72292 h 72292"/>
                <a:gd name="connsiteX3" fmla="*/ 0 w 98699"/>
                <a:gd name="connsiteY3" fmla="*/ 72292 h 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699" h="72292">
                  <a:moveTo>
                    <a:pt x="0" y="0"/>
                  </a:moveTo>
                  <a:lnTo>
                    <a:pt x="98700" y="0"/>
                  </a:lnTo>
                  <a:lnTo>
                    <a:pt x="98700" y="72292"/>
                  </a:lnTo>
                  <a:lnTo>
                    <a:pt x="0" y="7229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5" name="任意多边形: 形状 584">
              <a:extLst>
                <a:ext uri="{FF2B5EF4-FFF2-40B4-BE49-F238E27FC236}">
                  <a16:creationId xmlns:a16="http://schemas.microsoft.com/office/drawing/2014/main" id="{87D4C82C-7106-4478-9024-AF218BB3F4EE}"/>
                </a:ext>
              </a:extLst>
            </p:cNvPr>
            <p:cNvSpPr/>
            <p:nvPr/>
          </p:nvSpPr>
          <p:spPr>
            <a:xfrm>
              <a:off x="3709625" y="2736759"/>
              <a:ext cx="98699" cy="72292"/>
            </a:xfrm>
            <a:custGeom>
              <a:avLst/>
              <a:gdLst>
                <a:gd name="connsiteX0" fmla="*/ 0 w 98699"/>
                <a:gd name="connsiteY0" fmla="*/ 0 h 72292"/>
                <a:gd name="connsiteX1" fmla="*/ 98700 w 98699"/>
                <a:gd name="connsiteY1" fmla="*/ 0 h 72292"/>
                <a:gd name="connsiteX2" fmla="*/ 98700 w 98699"/>
                <a:gd name="connsiteY2" fmla="*/ 72292 h 72292"/>
                <a:gd name="connsiteX3" fmla="*/ 0 w 98699"/>
                <a:gd name="connsiteY3" fmla="*/ 72292 h 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699" h="72292">
                  <a:moveTo>
                    <a:pt x="0" y="0"/>
                  </a:moveTo>
                  <a:lnTo>
                    <a:pt x="98700" y="0"/>
                  </a:lnTo>
                  <a:lnTo>
                    <a:pt x="98700" y="72292"/>
                  </a:lnTo>
                  <a:lnTo>
                    <a:pt x="0" y="7229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0" name="任意多边形: 形状 589">
              <a:extLst>
                <a:ext uri="{FF2B5EF4-FFF2-40B4-BE49-F238E27FC236}">
                  <a16:creationId xmlns:a16="http://schemas.microsoft.com/office/drawing/2014/main" id="{8AF82CC5-ED25-4D4E-B61C-BDCABDD85807}"/>
                </a:ext>
              </a:extLst>
            </p:cNvPr>
            <p:cNvSpPr/>
            <p:nvPr/>
          </p:nvSpPr>
          <p:spPr>
            <a:xfrm>
              <a:off x="3831377" y="2736759"/>
              <a:ext cx="98699" cy="72292"/>
            </a:xfrm>
            <a:custGeom>
              <a:avLst/>
              <a:gdLst>
                <a:gd name="connsiteX0" fmla="*/ 0 w 98699"/>
                <a:gd name="connsiteY0" fmla="*/ 0 h 72292"/>
                <a:gd name="connsiteX1" fmla="*/ 98700 w 98699"/>
                <a:gd name="connsiteY1" fmla="*/ 0 h 72292"/>
                <a:gd name="connsiteX2" fmla="*/ 98700 w 98699"/>
                <a:gd name="connsiteY2" fmla="*/ 72292 h 72292"/>
                <a:gd name="connsiteX3" fmla="*/ 0 w 98699"/>
                <a:gd name="connsiteY3" fmla="*/ 72292 h 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699" h="72292">
                  <a:moveTo>
                    <a:pt x="0" y="0"/>
                  </a:moveTo>
                  <a:lnTo>
                    <a:pt x="98700" y="0"/>
                  </a:lnTo>
                  <a:lnTo>
                    <a:pt x="98700" y="72292"/>
                  </a:lnTo>
                  <a:lnTo>
                    <a:pt x="0" y="7229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1" name="任意多边形: 形状 590">
              <a:extLst>
                <a:ext uri="{FF2B5EF4-FFF2-40B4-BE49-F238E27FC236}">
                  <a16:creationId xmlns:a16="http://schemas.microsoft.com/office/drawing/2014/main" id="{F255E666-94B9-4BB5-9D51-D48A77D695C1}"/>
                </a:ext>
              </a:extLst>
            </p:cNvPr>
            <p:cNvSpPr/>
            <p:nvPr/>
          </p:nvSpPr>
          <p:spPr>
            <a:xfrm>
              <a:off x="3344371" y="2848882"/>
              <a:ext cx="98699" cy="72292"/>
            </a:xfrm>
            <a:custGeom>
              <a:avLst/>
              <a:gdLst>
                <a:gd name="connsiteX0" fmla="*/ 0 w 98699"/>
                <a:gd name="connsiteY0" fmla="*/ 0 h 72292"/>
                <a:gd name="connsiteX1" fmla="*/ 98700 w 98699"/>
                <a:gd name="connsiteY1" fmla="*/ 0 h 72292"/>
                <a:gd name="connsiteX2" fmla="*/ 98700 w 98699"/>
                <a:gd name="connsiteY2" fmla="*/ 72292 h 72292"/>
                <a:gd name="connsiteX3" fmla="*/ 0 w 98699"/>
                <a:gd name="connsiteY3" fmla="*/ 72292 h 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699" h="72292">
                  <a:moveTo>
                    <a:pt x="0" y="0"/>
                  </a:moveTo>
                  <a:lnTo>
                    <a:pt x="98700" y="0"/>
                  </a:lnTo>
                  <a:lnTo>
                    <a:pt x="98700" y="72292"/>
                  </a:lnTo>
                  <a:lnTo>
                    <a:pt x="0" y="7229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2" name="任意多边形: 形状 591">
              <a:extLst>
                <a:ext uri="{FF2B5EF4-FFF2-40B4-BE49-F238E27FC236}">
                  <a16:creationId xmlns:a16="http://schemas.microsoft.com/office/drawing/2014/main" id="{4FA58816-A0DD-4209-B4C7-09276D43635E}"/>
                </a:ext>
              </a:extLst>
            </p:cNvPr>
            <p:cNvSpPr/>
            <p:nvPr/>
          </p:nvSpPr>
          <p:spPr>
            <a:xfrm>
              <a:off x="3466122" y="2848882"/>
              <a:ext cx="98699" cy="72292"/>
            </a:xfrm>
            <a:custGeom>
              <a:avLst/>
              <a:gdLst>
                <a:gd name="connsiteX0" fmla="*/ 0 w 98699"/>
                <a:gd name="connsiteY0" fmla="*/ 0 h 72292"/>
                <a:gd name="connsiteX1" fmla="*/ 98700 w 98699"/>
                <a:gd name="connsiteY1" fmla="*/ 0 h 72292"/>
                <a:gd name="connsiteX2" fmla="*/ 98700 w 98699"/>
                <a:gd name="connsiteY2" fmla="*/ 72292 h 72292"/>
                <a:gd name="connsiteX3" fmla="*/ 0 w 98699"/>
                <a:gd name="connsiteY3" fmla="*/ 72292 h 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699" h="72292">
                  <a:moveTo>
                    <a:pt x="0" y="0"/>
                  </a:moveTo>
                  <a:lnTo>
                    <a:pt x="98700" y="0"/>
                  </a:lnTo>
                  <a:lnTo>
                    <a:pt x="98700" y="72292"/>
                  </a:lnTo>
                  <a:lnTo>
                    <a:pt x="0" y="7229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3" name="任意多边形: 形状 592">
              <a:extLst>
                <a:ext uri="{FF2B5EF4-FFF2-40B4-BE49-F238E27FC236}">
                  <a16:creationId xmlns:a16="http://schemas.microsoft.com/office/drawing/2014/main" id="{EBA48B3D-7318-498D-B833-F3AD49AE053F}"/>
                </a:ext>
              </a:extLst>
            </p:cNvPr>
            <p:cNvSpPr/>
            <p:nvPr/>
          </p:nvSpPr>
          <p:spPr>
            <a:xfrm>
              <a:off x="3587874" y="2848882"/>
              <a:ext cx="98699" cy="72292"/>
            </a:xfrm>
            <a:custGeom>
              <a:avLst/>
              <a:gdLst>
                <a:gd name="connsiteX0" fmla="*/ 0 w 98699"/>
                <a:gd name="connsiteY0" fmla="*/ 0 h 72292"/>
                <a:gd name="connsiteX1" fmla="*/ 98700 w 98699"/>
                <a:gd name="connsiteY1" fmla="*/ 0 h 72292"/>
                <a:gd name="connsiteX2" fmla="*/ 98700 w 98699"/>
                <a:gd name="connsiteY2" fmla="*/ 72292 h 72292"/>
                <a:gd name="connsiteX3" fmla="*/ 0 w 98699"/>
                <a:gd name="connsiteY3" fmla="*/ 72292 h 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699" h="72292">
                  <a:moveTo>
                    <a:pt x="0" y="0"/>
                  </a:moveTo>
                  <a:lnTo>
                    <a:pt x="98700" y="0"/>
                  </a:lnTo>
                  <a:lnTo>
                    <a:pt x="98700" y="72292"/>
                  </a:lnTo>
                  <a:lnTo>
                    <a:pt x="0" y="7229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4" name="任意多边形: 形状 593">
              <a:extLst>
                <a:ext uri="{FF2B5EF4-FFF2-40B4-BE49-F238E27FC236}">
                  <a16:creationId xmlns:a16="http://schemas.microsoft.com/office/drawing/2014/main" id="{6110BC94-5864-4416-B92D-51383CCD1384}"/>
                </a:ext>
              </a:extLst>
            </p:cNvPr>
            <p:cNvSpPr/>
            <p:nvPr/>
          </p:nvSpPr>
          <p:spPr>
            <a:xfrm>
              <a:off x="3709625" y="2848882"/>
              <a:ext cx="98699" cy="72292"/>
            </a:xfrm>
            <a:custGeom>
              <a:avLst/>
              <a:gdLst>
                <a:gd name="connsiteX0" fmla="*/ 0 w 98699"/>
                <a:gd name="connsiteY0" fmla="*/ 0 h 72292"/>
                <a:gd name="connsiteX1" fmla="*/ 98700 w 98699"/>
                <a:gd name="connsiteY1" fmla="*/ 0 h 72292"/>
                <a:gd name="connsiteX2" fmla="*/ 98700 w 98699"/>
                <a:gd name="connsiteY2" fmla="*/ 72292 h 72292"/>
                <a:gd name="connsiteX3" fmla="*/ 0 w 98699"/>
                <a:gd name="connsiteY3" fmla="*/ 72292 h 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699" h="72292">
                  <a:moveTo>
                    <a:pt x="0" y="0"/>
                  </a:moveTo>
                  <a:lnTo>
                    <a:pt x="98700" y="0"/>
                  </a:lnTo>
                  <a:lnTo>
                    <a:pt x="98700" y="72292"/>
                  </a:lnTo>
                  <a:lnTo>
                    <a:pt x="0" y="7229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5" name="任意多边形: 形状 594">
              <a:extLst>
                <a:ext uri="{FF2B5EF4-FFF2-40B4-BE49-F238E27FC236}">
                  <a16:creationId xmlns:a16="http://schemas.microsoft.com/office/drawing/2014/main" id="{73B15831-4C54-44F3-9771-B7BD5C8BDEBF}"/>
                </a:ext>
              </a:extLst>
            </p:cNvPr>
            <p:cNvSpPr/>
            <p:nvPr/>
          </p:nvSpPr>
          <p:spPr>
            <a:xfrm>
              <a:off x="3831377" y="2848882"/>
              <a:ext cx="98699" cy="72292"/>
            </a:xfrm>
            <a:custGeom>
              <a:avLst/>
              <a:gdLst>
                <a:gd name="connsiteX0" fmla="*/ 0 w 98699"/>
                <a:gd name="connsiteY0" fmla="*/ 0 h 72292"/>
                <a:gd name="connsiteX1" fmla="*/ 98700 w 98699"/>
                <a:gd name="connsiteY1" fmla="*/ 0 h 72292"/>
                <a:gd name="connsiteX2" fmla="*/ 98700 w 98699"/>
                <a:gd name="connsiteY2" fmla="*/ 72292 h 72292"/>
                <a:gd name="connsiteX3" fmla="*/ 0 w 98699"/>
                <a:gd name="connsiteY3" fmla="*/ 72292 h 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699" h="72292">
                  <a:moveTo>
                    <a:pt x="0" y="0"/>
                  </a:moveTo>
                  <a:lnTo>
                    <a:pt x="98700" y="0"/>
                  </a:lnTo>
                  <a:lnTo>
                    <a:pt x="98700" y="72292"/>
                  </a:lnTo>
                  <a:lnTo>
                    <a:pt x="0" y="7229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6" name="任意多边形: 形状 595">
              <a:extLst>
                <a:ext uri="{FF2B5EF4-FFF2-40B4-BE49-F238E27FC236}">
                  <a16:creationId xmlns:a16="http://schemas.microsoft.com/office/drawing/2014/main" id="{A325F5DF-77A9-4BFD-ADF1-A6CBFDBB54A9}"/>
                </a:ext>
              </a:extLst>
            </p:cNvPr>
            <p:cNvSpPr/>
            <p:nvPr/>
          </p:nvSpPr>
          <p:spPr>
            <a:xfrm>
              <a:off x="3344371" y="3051314"/>
              <a:ext cx="98699" cy="72292"/>
            </a:xfrm>
            <a:custGeom>
              <a:avLst/>
              <a:gdLst>
                <a:gd name="connsiteX0" fmla="*/ 0 w 98699"/>
                <a:gd name="connsiteY0" fmla="*/ 0 h 72292"/>
                <a:gd name="connsiteX1" fmla="*/ 98700 w 98699"/>
                <a:gd name="connsiteY1" fmla="*/ 0 h 72292"/>
                <a:gd name="connsiteX2" fmla="*/ 98700 w 98699"/>
                <a:gd name="connsiteY2" fmla="*/ 72292 h 72292"/>
                <a:gd name="connsiteX3" fmla="*/ 0 w 98699"/>
                <a:gd name="connsiteY3" fmla="*/ 72292 h 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699" h="72292">
                  <a:moveTo>
                    <a:pt x="0" y="0"/>
                  </a:moveTo>
                  <a:lnTo>
                    <a:pt x="98700" y="0"/>
                  </a:lnTo>
                  <a:lnTo>
                    <a:pt x="98700" y="72292"/>
                  </a:lnTo>
                  <a:lnTo>
                    <a:pt x="0" y="7229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7" name="任意多边形: 形状 596">
              <a:extLst>
                <a:ext uri="{FF2B5EF4-FFF2-40B4-BE49-F238E27FC236}">
                  <a16:creationId xmlns:a16="http://schemas.microsoft.com/office/drawing/2014/main" id="{33B15041-5742-48C7-9CCA-73972096EE85}"/>
                </a:ext>
              </a:extLst>
            </p:cNvPr>
            <p:cNvSpPr/>
            <p:nvPr/>
          </p:nvSpPr>
          <p:spPr>
            <a:xfrm>
              <a:off x="3466122" y="3051314"/>
              <a:ext cx="98699" cy="72292"/>
            </a:xfrm>
            <a:custGeom>
              <a:avLst/>
              <a:gdLst>
                <a:gd name="connsiteX0" fmla="*/ 0 w 98699"/>
                <a:gd name="connsiteY0" fmla="*/ 0 h 72292"/>
                <a:gd name="connsiteX1" fmla="*/ 98700 w 98699"/>
                <a:gd name="connsiteY1" fmla="*/ 0 h 72292"/>
                <a:gd name="connsiteX2" fmla="*/ 98700 w 98699"/>
                <a:gd name="connsiteY2" fmla="*/ 72292 h 72292"/>
                <a:gd name="connsiteX3" fmla="*/ 0 w 98699"/>
                <a:gd name="connsiteY3" fmla="*/ 72292 h 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699" h="72292">
                  <a:moveTo>
                    <a:pt x="0" y="0"/>
                  </a:moveTo>
                  <a:lnTo>
                    <a:pt x="98700" y="0"/>
                  </a:lnTo>
                  <a:lnTo>
                    <a:pt x="98700" y="72292"/>
                  </a:lnTo>
                  <a:lnTo>
                    <a:pt x="0" y="7229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8" name="任意多边形: 形状 597">
              <a:extLst>
                <a:ext uri="{FF2B5EF4-FFF2-40B4-BE49-F238E27FC236}">
                  <a16:creationId xmlns:a16="http://schemas.microsoft.com/office/drawing/2014/main" id="{B992945B-FBFC-4B0F-8B4A-6BECF81D6899}"/>
                </a:ext>
              </a:extLst>
            </p:cNvPr>
            <p:cNvSpPr/>
            <p:nvPr/>
          </p:nvSpPr>
          <p:spPr>
            <a:xfrm>
              <a:off x="3587874" y="3051314"/>
              <a:ext cx="98699" cy="72292"/>
            </a:xfrm>
            <a:custGeom>
              <a:avLst/>
              <a:gdLst>
                <a:gd name="connsiteX0" fmla="*/ 0 w 98699"/>
                <a:gd name="connsiteY0" fmla="*/ 0 h 72292"/>
                <a:gd name="connsiteX1" fmla="*/ 98700 w 98699"/>
                <a:gd name="connsiteY1" fmla="*/ 0 h 72292"/>
                <a:gd name="connsiteX2" fmla="*/ 98700 w 98699"/>
                <a:gd name="connsiteY2" fmla="*/ 72292 h 72292"/>
                <a:gd name="connsiteX3" fmla="*/ 0 w 98699"/>
                <a:gd name="connsiteY3" fmla="*/ 72292 h 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699" h="72292">
                  <a:moveTo>
                    <a:pt x="0" y="0"/>
                  </a:moveTo>
                  <a:lnTo>
                    <a:pt x="98700" y="0"/>
                  </a:lnTo>
                  <a:lnTo>
                    <a:pt x="98700" y="72292"/>
                  </a:lnTo>
                  <a:lnTo>
                    <a:pt x="0" y="7229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9" name="任意多边形: 形状 598">
              <a:extLst>
                <a:ext uri="{FF2B5EF4-FFF2-40B4-BE49-F238E27FC236}">
                  <a16:creationId xmlns:a16="http://schemas.microsoft.com/office/drawing/2014/main" id="{88C1DBDC-4B98-4F3B-9FAE-9285D34399FF}"/>
                </a:ext>
              </a:extLst>
            </p:cNvPr>
            <p:cNvSpPr/>
            <p:nvPr/>
          </p:nvSpPr>
          <p:spPr>
            <a:xfrm>
              <a:off x="3709625" y="3051314"/>
              <a:ext cx="98699" cy="72292"/>
            </a:xfrm>
            <a:custGeom>
              <a:avLst/>
              <a:gdLst>
                <a:gd name="connsiteX0" fmla="*/ 0 w 98699"/>
                <a:gd name="connsiteY0" fmla="*/ 0 h 72292"/>
                <a:gd name="connsiteX1" fmla="*/ 98700 w 98699"/>
                <a:gd name="connsiteY1" fmla="*/ 0 h 72292"/>
                <a:gd name="connsiteX2" fmla="*/ 98700 w 98699"/>
                <a:gd name="connsiteY2" fmla="*/ 72292 h 72292"/>
                <a:gd name="connsiteX3" fmla="*/ 0 w 98699"/>
                <a:gd name="connsiteY3" fmla="*/ 72292 h 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699" h="72292">
                  <a:moveTo>
                    <a:pt x="0" y="0"/>
                  </a:moveTo>
                  <a:lnTo>
                    <a:pt x="98700" y="0"/>
                  </a:lnTo>
                  <a:lnTo>
                    <a:pt x="98700" y="72292"/>
                  </a:lnTo>
                  <a:lnTo>
                    <a:pt x="0" y="7229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0" name="任意多边形: 形状 599">
              <a:extLst>
                <a:ext uri="{FF2B5EF4-FFF2-40B4-BE49-F238E27FC236}">
                  <a16:creationId xmlns:a16="http://schemas.microsoft.com/office/drawing/2014/main" id="{CF83F078-2DBE-434E-8A5C-BA867962EBDE}"/>
                </a:ext>
              </a:extLst>
            </p:cNvPr>
            <p:cNvSpPr/>
            <p:nvPr/>
          </p:nvSpPr>
          <p:spPr>
            <a:xfrm>
              <a:off x="3831377" y="3051314"/>
              <a:ext cx="98699" cy="72292"/>
            </a:xfrm>
            <a:custGeom>
              <a:avLst/>
              <a:gdLst>
                <a:gd name="connsiteX0" fmla="*/ 0 w 98699"/>
                <a:gd name="connsiteY0" fmla="*/ 0 h 72292"/>
                <a:gd name="connsiteX1" fmla="*/ 98700 w 98699"/>
                <a:gd name="connsiteY1" fmla="*/ 0 h 72292"/>
                <a:gd name="connsiteX2" fmla="*/ 98700 w 98699"/>
                <a:gd name="connsiteY2" fmla="*/ 72292 h 72292"/>
                <a:gd name="connsiteX3" fmla="*/ 0 w 98699"/>
                <a:gd name="connsiteY3" fmla="*/ 72292 h 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699" h="72292">
                  <a:moveTo>
                    <a:pt x="0" y="0"/>
                  </a:moveTo>
                  <a:lnTo>
                    <a:pt x="98700" y="0"/>
                  </a:lnTo>
                  <a:lnTo>
                    <a:pt x="98700" y="72292"/>
                  </a:lnTo>
                  <a:lnTo>
                    <a:pt x="0" y="72292"/>
                  </a:lnTo>
                  <a:close/>
                </a:path>
              </a:pathLst>
            </a:custGeom>
            <a:noFill/>
            <a:ln w="729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BD572989-3221-4DC2-8E1B-9DDC687081F3}"/>
              </a:ext>
            </a:extLst>
          </p:cNvPr>
          <p:cNvSpPr/>
          <p:nvPr/>
        </p:nvSpPr>
        <p:spPr>
          <a:xfrm>
            <a:off x="5857397" y="1654334"/>
            <a:ext cx="534820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Community</a:t>
            </a:r>
            <a:endParaRPr lang="zh-CN" altLang="en-US" sz="32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464" name="矩形 463">
            <a:extLst>
              <a:ext uri="{FF2B5EF4-FFF2-40B4-BE49-F238E27FC236}">
                <a16:creationId xmlns:a16="http://schemas.microsoft.com/office/drawing/2014/main" id="{1952D1C8-078E-463E-BB75-50B2C39C109B}"/>
              </a:ext>
            </a:extLst>
          </p:cNvPr>
          <p:cNvSpPr/>
          <p:nvPr/>
        </p:nvSpPr>
        <p:spPr>
          <a:xfrm>
            <a:off x="7483332" y="5349512"/>
            <a:ext cx="534820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Handle things </a:t>
            </a:r>
          </a:p>
        </p:txBody>
      </p:sp>
      <p:sp>
        <p:nvSpPr>
          <p:cNvPr id="465" name="矩形 464">
            <a:extLst>
              <a:ext uri="{FF2B5EF4-FFF2-40B4-BE49-F238E27FC236}">
                <a16:creationId xmlns:a16="http://schemas.microsoft.com/office/drawing/2014/main" id="{0A1C0370-3E72-4C87-B092-83781A331093}"/>
              </a:ext>
            </a:extLst>
          </p:cNvPr>
          <p:cNvSpPr/>
          <p:nvPr/>
        </p:nvSpPr>
        <p:spPr>
          <a:xfrm>
            <a:off x="847527" y="5709900"/>
            <a:ext cx="534820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2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Family burden</a:t>
            </a:r>
            <a:endParaRPr lang="zh-CN" altLang="en-US" sz="32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466" name="矩形 465">
            <a:extLst>
              <a:ext uri="{FF2B5EF4-FFF2-40B4-BE49-F238E27FC236}">
                <a16:creationId xmlns:a16="http://schemas.microsoft.com/office/drawing/2014/main" id="{0514989D-F770-4484-A59E-5A450F254943}"/>
              </a:ext>
            </a:extLst>
          </p:cNvPr>
          <p:cNvSpPr/>
          <p:nvPr/>
        </p:nvSpPr>
        <p:spPr>
          <a:xfrm>
            <a:off x="-927329" y="2438426"/>
            <a:ext cx="534820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2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Employment</a:t>
            </a:r>
            <a:endParaRPr lang="zh-CN" altLang="en-US" sz="32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467" name="图片 466">
            <a:extLst>
              <a:ext uri="{FF2B5EF4-FFF2-40B4-BE49-F238E27FC236}">
                <a16:creationId xmlns:a16="http://schemas.microsoft.com/office/drawing/2014/main" id="{BD795966-838A-4CF5-992D-FE7793668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0454" y="3642383"/>
            <a:ext cx="777190" cy="78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10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文本框 585">
            <a:extLst>
              <a:ext uri="{FF2B5EF4-FFF2-40B4-BE49-F238E27FC236}">
                <a16:creationId xmlns:a16="http://schemas.microsoft.com/office/drawing/2014/main" id="{78D0B309-E182-4954-84DE-21220D4E02A3}"/>
              </a:ext>
            </a:extLst>
          </p:cNvPr>
          <p:cNvSpPr txBox="1"/>
          <p:nvPr/>
        </p:nvSpPr>
        <p:spPr>
          <a:xfrm>
            <a:off x="9794296" y="2613103"/>
            <a:ext cx="1370568" cy="43088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endParaRPr lang="zh-CN" altLang="en-US" sz="2800" dirty="0">
              <a:solidFill>
                <a:schemeClr val="accent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1539EFEF-1E0A-4455-B428-CD3687605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Disadvantages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47F6B43-FCB7-41F1-B5B1-0515A04851B4}"/>
              </a:ext>
            </a:extLst>
          </p:cNvPr>
          <p:cNvGrpSpPr/>
          <p:nvPr/>
        </p:nvGrpSpPr>
        <p:grpSpPr>
          <a:xfrm>
            <a:off x="2716994" y="-921833"/>
            <a:ext cx="5803998" cy="9089553"/>
            <a:chOff x="756908" y="943963"/>
            <a:chExt cx="3017538" cy="5029228"/>
          </a:xfrm>
        </p:grpSpPr>
        <p:graphicFrame>
          <p:nvGraphicFramePr>
            <p:cNvPr id="602" name="图表 601">
              <a:extLst>
                <a:ext uri="{FF2B5EF4-FFF2-40B4-BE49-F238E27FC236}">
                  <a16:creationId xmlns:a16="http://schemas.microsoft.com/office/drawing/2014/main" id="{5C74A925-614B-4EDD-9FB4-A74C3E307B6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18830949"/>
                </p:ext>
              </p:extLst>
            </p:nvPr>
          </p:nvGraphicFramePr>
          <p:xfrm>
            <a:off x="756908" y="943963"/>
            <a:ext cx="3017538" cy="502922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pSp>
          <p:nvGrpSpPr>
            <p:cNvPr id="603" name="组合 602">
              <a:extLst>
                <a:ext uri="{FF2B5EF4-FFF2-40B4-BE49-F238E27FC236}">
                  <a16:creationId xmlns:a16="http://schemas.microsoft.com/office/drawing/2014/main" id="{6100344C-1E55-418C-A85F-7806148DAE57}"/>
                </a:ext>
              </a:extLst>
            </p:cNvPr>
            <p:cNvGrpSpPr/>
            <p:nvPr/>
          </p:nvGrpSpPr>
          <p:grpSpPr>
            <a:xfrm>
              <a:off x="1239210" y="2637873"/>
              <a:ext cx="1898011" cy="1602020"/>
              <a:chOff x="4634008" y="3051220"/>
              <a:chExt cx="2925165" cy="2468992"/>
            </a:xfrm>
          </p:grpSpPr>
          <p:grpSp>
            <p:nvGrpSpPr>
              <p:cNvPr id="604" name="图形 463">
                <a:extLst>
                  <a:ext uri="{FF2B5EF4-FFF2-40B4-BE49-F238E27FC236}">
                    <a16:creationId xmlns:a16="http://schemas.microsoft.com/office/drawing/2014/main" id="{B0F66971-7979-4107-A10E-3860647CC09D}"/>
                  </a:ext>
                </a:extLst>
              </p:cNvPr>
              <p:cNvGrpSpPr/>
              <p:nvPr/>
            </p:nvGrpSpPr>
            <p:grpSpPr>
              <a:xfrm rot="17687760">
                <a:off x="4946451" y="3005072"/>
                <a:ext cx="2339661" cy="2431957"/>
                <a:chOff x="4115144" y="1325076"/>
                <a:chExt cx="4059315" cy="4219447"/>
              </a:xfrm>
              <a:solidFill>
                <a:schemeClr val="accent1">
                  <a:lumMod val="20000"/>
                  <a:lumOff val="80000"/>
                </a:schemeClr>
              </a:solidFill>
            </p:grpSpPr>
            <p:sp>
              <p:nvSpPr>
                <p:cNvPr id="674" name="任意多边形: 形状 673">
                  <a:extLst>
                    <a:ext uri="{FF2B5EF4-FFF2-40B4-BE49-F238E27FC236}">
                      <a16:creationId xmlns:a16="http://schemas.microsoft.com/office/drawing/2014/main" id="{C693F443-2DBD-48B1-811A-75145546A03B}"/>
                    </a:ext>
                  </a:extLst>
                </p:cNvPr>
                <p:cNvSpPr/>
                <p:nvPr/>
              </p:nvSpPr>
              <p:spPr>
                <a:xfrm>
                  <a:off x="4270181" y="1325076"/>
                  <a:ext cx="3624741" cy="4219447"/>
                </a:xfrm>
                <a:custGeom>
                  <a:avLst/>
                  <a:gdLst>
                    <a:gd name="connsiteX0" fmla="*/ 91602 w 3624741"/>
                    <a:gd name="connsiteY0" fmla="*/ 1314206 h 4219447"/>
                    <a:gd name="connsiteX1" fmla="*/ 199235 w 3624741"/>
                    <a:gd name="connsiteY1" fmla="*/ 2690568 h 4219447"/>
                    <a:gd name="connsiteX2" fmla="*/ 1956311 w 3624741"/>
                    <a:gd name="connsiteY2" fmla="*/ 4057882 h 4219447"/>
                    <a:gd name="connsiteX3" fmla="*/ 3513935 w 3624741"/>
                    <a:gd name="connsiteY3" fmla="*/ 3706981 h 4219447"/>
                    <a:gd name="connsiteX4" fmla="*/ 3400587 w 3624741"/>
                    <a:gd name="connsiteY4" fmla="*/ 2102781 h 4219447"/>
                    <a:gd name="connsiteX5" fmla="*/ 3114837 w 3624741"/>
                    <a:gd name="connsiteY5" fmla="*/ 565826 h 4219447"/>
                    <a:gd name="connsiteX6" fmla="*/ 1020289 w 3624741"/>
                    <a:gd name="connsiteY6" fmla="*/ 270551 h 4219447"/>
                    <a:gd name="connsiteX7" fmla="*/ 91602 w 3624741"/>
                    <a:gd name="connsiteY7" fmla="*/ 1314206 h 4219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624741" h="4219447">
                      <a:moveTo>
                        <a:pt x="91602" y="1314206"/>
                      </a:moveTo>
                      <a:cubicBezTo>
                        <a:pt x="91602" y="1314206"/>
                        <a:pt x="-173955" y="2000006"/>
                        <a:pt x="199235" y="2690568"/>
                      </a:cubicBezTo>
                      <a:cubicBezTo>
                        <a:pt x="572424" y="3381131"/>
                        <a:pt x="1341092" y="3745938"/>
                        <a:pt x="1956311" y="4057882"/>
                      </a:cubicBezTo>
                      <a:cubicBezTo>
                        <a:pt x="2571531" y="4369826"/>
                        <a:pt x="3210373" y="4217902"/>
                        <a:pt x="3513935" y="3706981"/>
                      </a:cubicBezTo>
                      <a:cubicBezTo>
                        <a:pt x="3817496" y="3196060"/>
                        <a:pt x="3401159" y="2831348"/>
                        <a:pt x="3400587" y="2102781"/>
                      </a:cubicBezTo>
                      <a:cubicBezTo>
                        <a:pt x="3400015" y="1374213"/>
                        <a:pt x="3509648" y="1181332"/>
                        <a:pt x="3114837" y="565826"/>
                      </a:cubicBezTo>
                      <a:cubicBezTo>
                        <a:pt x="2720026" y="-49679"/>
                        <a:pt x="1752191" y="-185982"/>
                        <a:pt x="1020289" y="270551"/>
                      </a:cubicBezTo>
                      <a:cubicBezTo>
                        <a:pt x="288388" y="727085"/>
                        <a:pt x="91602" y="1314206"/>
                        <a:pt x="91602" y="1314206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75" name="任意多边形: 形状 674">
                  <a:extLst>
                    <a:ext uri="{FF2B5EF4-FFF2-40B4-BE49-F238E27FC236}">
                      <a16:creationId xmlns:a16="http://schemas.microsoft.com/office/drawing/2014/main" id="{A0CFF912-4A07-4BED-BADB-C313D22EE6E1}"/>
                    </a:ext>
                  </a:extLst>
                </p:cNvPr>
                <p:cNvSpPr/>
                <p:nvPr/>
              </p:nvSpPr>
              <p:spPr>
                <a:xfrm>
                  <a:off x="4115144" y="1447146"/>
                  <a:ext cx="4059315" cy="3947654"/>
                </a:xfrm>
                <a:custGeom>
                  <a:avLst/>
                  <a:gdLst>
                    <a:gd name="connsiteX0" fmla="*/ 206253 w 4059315"/>
                    <a:gd name="connsiteY0" fmla="*/ 926103 h 3947654"/>
                    <a:gd name="connsiteX1" fmla="*/ 1521274 w 4059315"/>
                    <a:gd name="connsiteY1" fmla="*/ 6178 h 3947654"/>
                    <a:gd name="connsiteX2" fmla="*/ 2652178 w 4059315"/>
                    <a:gd name="connsiteY2" fmla="*/ 333362 h 3947654"/>
                    <a:gd name="connsiteX3" fmla="*/ 3050227 w 4059315"/>
                    <a:gd name="connsiteY3" fmla="*/ 794753 h 3947654"/>
                    <a:gd name="connsiteX4" fmla="*/ 3302640 w 4059315"/>
                    <a:gd name="connsiteY4" fmla="*/ 1445501 h 3947654"/>
                    <a:gd name="connsiteX5" fmla="*/ 3878712 w 4059315"/>
                    <a:gd name="connsiteY5" fmla="*/ 2027764 h 3947654"/>
                    <a:gd name="connsiteX6" fmla="*/ 4056258 w 4059315"/>
                    <a:gd name="connsiteY6" fmla="*/ 2685561 h 3947654"/>
                    <a:gd name="connsiteX7" fmla="*/ 3413320 w 4059315"/>
                    <a:gd name="connsiteY7" fmla="*/ 3727405 h 3947654"/>
                    <a:gd name="connsiteX8" fmla="*/ 2375095 w 4059315"/>
                    <a:gd name="connsiteY8" fmla="*/ 3944671 h 3947654"/>
                    <a:gd name="connsiteX9" fmla="*/ 837570 w 4059315"/>
                    <a:gd name="connsiteY9" fmla="*/ 3395554 h 3947654"/>
                    <a:gd name="connsiteX10" fmla="*/ 15657 w 4059315"/>
                    <a:gd name="connsiteY10" fmla="*/ 2001761 h 3947654"/>
                    <a:gd name="connsiteX11" fmla="*/ 206253 w 4059315"/>
                    <a:gd name="connsiteY11" fmla="*/ 926103 h 39476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059315" h="3947654">
                      <a:moveTo>
                        <a:pt x="206253" y="926103"/>
                      </a:moveTo>
                      <a:cubicBezTo>
                        <a:pt x="460665" y="432327"/>
                        <a:pt x="933105" y="58756"/>
                        <a:pt x="1521274" y="6178"/>
                      </a:cubicBezTo>
                      <a:cubicBezTo>
                        <a:pt x="1925803" y="-29094"/>
                        <a:pt x="2328970" y="87547"/>
                        <a:pt x="2652178" y="333362"/>
                      </a:cubicBezTo>
                      <a:cubicBezTo>
                        <a:pt x="2812769" y="457187"/>
                        <a:pt x="2955454" y="614826"/>
                        <a:pt x="3050227" y="794753"/>
                      </a:cubicBezTo>
                      <a:cubicBezTo>
                        <a:pt x="3159003" y="1001446"/>
                        <a:pt x="3190721" y="1239761"/>
                        <a:pt x="3302640" y="1445501"/>
                      </a:cubicBezTo>
                      <a:cubicBezTo>
                        <a:pt x="3441800" y="1701247"/>
                        <a:pt x="3703166" y="1806784"/>
                        <a:pt x="3878712" y="2027764"/>
                      </a:cubicBezTo>
                      <a:cubicBezTo>
                        <a:pt x="4023206" y="2209787"/>
                        <a:pt x="4072831" y="2453722"/>
                        <a:pt x="4056258" y="2685561"/>
                      </a:cubicBezTo>
                      <a:cubicBezTo>
                        <a:pt x="4025968" y="3108757"/>
                        <a:pt x="3778033" y="3510521"/>
                        <a:pt x="3413320" y="3727405"/>
                      </a:cubicBezTo>
                      <a:cubicBezTo>
                        <a:pt x="3104996" y="3910762"/>
                        <a:pt x="2733331" y="3961339"/>
                        <a:pt x="2375095" y="3944671"/>
                      </a:cubicBezTo>
                      <a:cubicBezTo>
                        <a:pt x="1822645" y="3919048"/>
                        <a:pt x="1272672" y="3736835"/>
                        <a:pt x="837570" y="3395554"/>
                      </a:cubicBezTo>
                      <a:cubicBezTo>
                        <a:pt x="402468" y="3054274"/>
                        <a:pt x="89762" y="2549734"/>
                        <a:pt x="15657" y="2001761"/>
                      </a:cubicBezTo>
                      <a:cubicBezTo>
                        <a:pt x="-34730" y="1629429"/>
                        <a:pt x="38517" y="1251572"/>
                        <a:pt x="206253" y="92610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05" name="图形 463">
                <a:extLst>
                  <a:ext uri="{FF2B5EF4-FFF2-40B4-BE49-F238E27FC236}">
                    <a16:creationId xmlns:a16="http://schemas.microsoft.com/office/drawing/2014/main" id="{8682023F-0703-4309-AA34-19AEE52B857F}"/>
                  </a:ext>
                </a:extLst>
              </p:cNvPr>
              <p:cNvGrpSpPr/>
              <p:nvPr/>
            </p:nvGrpSpPr>
            <p:grpSpPr>
              <a:xfrm>
                <a:off x="4634008" y="3348687"/>
                <a:ext cx="2925165" cy="2171525"/>
                <a:chOff x="4634007" y="3054776"/>
                <a:chExt cx="3321081" cy="2465437"/>
              </a:xfrm>
            </p:grpSpPr>
            <p:sp>
              <p:nvSpPr>
                <p:cNvPr id="606" name="任意多边形: 形状 605">
                  <a:extLst>
                    <a:ext uri="{FF2B5EF4-FFF2-40B4-BE49-F238E27FC236}">
                      <a16:creationId xmlns:a16="http://schemas.microsoft.com/office/drawing/2014/main" id="{C1802306-9AFD-44CB-B438-9F762EF25557}"/>
                    </a:ext>
                  </a:extLst>
                </p:cNvPr>
                <p:cNvSpPr/>
                <p:nvPr/>
              </p:nvSpPr>
              <p:spPr>
                <a:xfrm>
                  <a:off x="6608616" y="3820782"/>
                  <a:ext cx="1104644" cy="1577767"/>
                </a:xfrm>
                <a:custGeom>
                  <a:avLst/>
                  <a:gdLst>
                    <a:gd name="connsiteX0" fmla="*/ 1081202 w 1104644"/>
                    <a:gd name="connsiteY0" fmla="*/ 1304144 h 1577767"/>
                    <a:gd name="connsiteX1" fmla="*/ 75648 w 1104644"/>
                    <a:gd name="connsiteY1" fmla="*/ 1573035 h 1577767"/>
                    <a:gd name="connsiteX2" fmla="*/ 61265 w 1104644"/>
                    <a:gd name="connsiteY2" fmla="*/ 103518 h 1577767"/>
                    <a:gd name="connsiteX3" fmla="*/ 671722 w 1104644"/>
                    <a:gd name="connsiteY3" fmla="*/ 15602 h 1577767"/>
                    <a:gd name="connsiteX4" fmla="*/ 1099204 w 1104644"/>
                    <a:gd name="connsiteY4" fmla="*/ 192958 h 1577767"/>
                    <a:gd name="connsiteX5" fmla="*/ 1081202 w 1104644"/>
                    <a:gd name="connsiteY5" fmla="*/ 1304144 h 15777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04644" h="1577767">
                      <a:moveTo>
                        <a:pt x="1081202" y="1304144"/>
                      </a:moveTo>
                      <a:cubicBezTo>
                        <a:pt x="1030148" y="1346626"/>
                        <a:pt x="636860" y="1616564"/>
                        <a:pt x="75648" y="1573035"/>
                      </a:cubicBezTo>
                      <a:cubicBezTo>
                        <a:pt x="45453" y="1317574"/>
                        <a:pt x="-69704" y="268110"/>
                        <a:pt x="61265" y="103518"/>
                      </a:cubicBezTo>
                      <a:cubicBezTo>
                        <a:pt x="61265" y="103518"/>
                        <a:pt x="379019" y="-48025"/>
                        <a:pt x="671722" y="15602"/>
                      </a:cubicBezTo>
                      <a:cubicBezTo>
                        <a:pt x="964425" y="79229"/>
                        <a:pt x="1078344" y="140189"/>
                        <a:pt x="1099204" y="192958"/>
                      </a:cubicBezTo>
                      <a:cubicBezTo>
                        <a:pt x="1115016" y="232867"/>
                        <a:pt x="1092441" y="976008"/>
                        <a:pt x="1081202" y="1304144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7" name="任意多边形: 形状 606">
                  <a:extLst>
                    <a:ext uri="{FF2B5EF4-FFF2-40B4-BE49-F238E27FC236}">
                      <a16:creationId xmlns:a16="http://schemas.microsoft.com/office/drawing/2014/main" id="{B4A7D07C-D633-4B7B-B836-BEB76887715F}"/>
                    </a:ext>
                  </a:extLst>
                </p:cNvPr>
                <p:cNvSpPr/>
                <p:nvPr/>
              </p:nvSpPr>
              <p:spPr>
                <a:xfrm>
                  <a:off x="6808404" y="3590778"/>
                  <a:ext cx="498392" cy="456316"/>
                </a:xfrm>
                <a:custGeom>
                  <a:avLst/>
                  <a:gdLst>
                    <a:gd name="connsiteX0" fmla="*/ 462219 w 498392"/>
                    <a:gd name="connsiteY0" fmla="*/ 357715 h 456316"/>
                    <a:gd name="connsiteX1" fmla="*/ 81219 w 498392"/>
                    <a:gd name="connsiteY1" fmla="*/ 360763 h 456316"/>
                    <a:gd name="connsiteX2" fmla="*/ 100745 w 498392"/>
                    <a:gd name="connsiteY2" fmla="*/ 321520 h 456316"/>
                    <a:gd name="connsiteX3" fmla="*/ 94172 w 498392"/>
                    <a:gd name="connsiteY3" fmla="*/ 311424 h 456316"/>
                    <a:gd name="connsiteX4" fmla="*/ 65597 w 498392"/>
                    <a:gd name="connsiteY4" fmla="*/ 268275 h 456316"/>
                    <a:gd name="connsiteX5" fmla="*/ 447 w 498392"/>
                    <a:gd name="connsiteY5" fmla="*/ 165882 h 456316"/>
                    <a:gd name="connsiteX6" fmla="*/ 365159 w 498392"/>
                    <a:gd name="connsiteY6" fmla="*/ 41390 h 456316"/>
                    <a:gd name="connsiteX7" fmla="*/ 458123 w 498392"/>
                    <a:gd name="connsiteY7" fmla="*/ 266371 h 456316"/>
                    <a:gd name="connsiteX8" fmla="*/ 462219 w 498392"/>
                    <a:gd name="connsiteY8" fmla="*/ 357715 h 4563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98392" h="456316">
                      <a:moveTo>
                        <a:pt x="462219" y="357715"/>
                      </a:moveTo>
                      <a:cubicBezTo>
                        <a:pt x="293626" y="503733"/>
                        <a:pt x="76456" y="472872"/>
                        <a:pt x="81219" y="360763"/>
                      </a:cubicBezTo>
                      <a:cubicBezTo>
                        <a:pt x="81980" y="343237"/>
                        <a:pt x="100745" y="321520"/>
                        <a:pt x="100745" y="321520"/>
                      </a:cubicBezTo>
                      <a:lnTo>
                        <a:pt x="94172" y="311424"/>
                      </a:lnTo>
                      <a:lnTo>
                        <a:pt x="65597" y="268275"/>
                      </a:lnTo>
                      <a:cubicBezTo>
                        <a:pt x="44738" y="235986"/>
                        <a:pt x="18639" y="195409"/>
                        <a:pt x="447" y="165882"/>
                      </a:cubicBezTo>
                      <a:cubicBezTo>
                        <a:pt x="-14794" y="140736"/>
                        <a:pt x="365159" y="-93008"/>
                        <a:pt x="365159" y="41390"/>
                      </a:cubicBezTo>
                      <a:cubicBezTo>
                        <a:pt x="365159" y="230747"/>
                        <a:pt x="458123" y="266371"/>
                        <a:pt x="458123" y="266371"/>
                      </a:cubicBezTo>
                      <a:cubicBezTo>
                        <a:pt x="493175" y="280467"/>
                        <a:pt x="525846" y="302756"/>
                        <a:pt x="462219" y="3577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8" name="任意多边形: 形状 607">
                  <a:extLst>
                    <a:ext uri="{FF2B5EF4-FFF2-40B4-BE49-F238E27FC236}">
                      <a16:creationId xmlns:a16="http://schemas.microsoft.com/office/drawing/2014/main" id="{BAB74E96-2E58-4F8E-BB2C-363FF1CBC3CA}"/>
                    </a:ext>
                  </a:extLst>
                </p:cNvPr>
                <p:cNvSpPr/>
                <p:nvPr/>
              </p:nvSpPr>
              <p:spPr>
                <a:xfrm>
                  <a:off x="7354974" y="4237672"/>
                  <a:ext cx="22233" cy="150018"/>
                </a:xfrm>
                <a:custGeom>
                  <a:avLst/>
                  <a:gdLst>
                    <a:gd name="connsiteX0" fmla="*/ 22234 w 22233"/>
                    <a:gd name="connsiteY0" fmla="*/ 0 h 150018"/>
                    <a:gd name="connsiteX1" fmla="*/ 4327 w 22233"/>
                    <a:gd name="connsiteY1" fmla="*/ 150019 h 150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2233" h="150018">
                      <a:moveTo>
                        <a:pt x="22234" y="0"/>
                      </a:moveTo>
                      <a:cubicBezTo>
                        <a:pt x="22234" y="0"/>
                        <a:pt x="-11771" y="116586"/>
                        <a:pt x="4327" y="150019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9" name="任意多边形: 形状 608">
                  <a:extLst>
                    <a:ext uri="{FF2B5EF4-FFF2-40B4-BE49-F238E27FC236}">
                      <a16:creationId xmlns:a16="http://schemas.microsoft.com/office/drawing/2014/main" id="{8EA81029-5F21-4E36-ABD7-DF333C71FB58}"/>
                    </a:ext>
                  </a:extLst>
                </p:cNvPr>
                <p:cNvSpPr/>
                <p:nvPr/>
              </p:nvSpPr>
              <p:spPr>
                <a:xfrm>
                  <a:off x="6903624" y="3899153"/>
                  <a:ext cx="433863" cy="157144"/>
                </a:xfrm>
                <a:custGeom>
                  <a:avLst/>
                  <a:gdLst>
                    <a:gd name="connsiteX0" fmla="*/ 433864 w 433863"/>
                    <a:gd name="connsiteY0" fmla="*/ 0 h 157144"/>
                    <a:gd name="connsiteX1" fmla="*/ 0 w 433863"/>
                    <a:gd name="connsiteY1" fmla="*/ 109824 h 157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33863" h="157144">
                      <a:moveTo>
                        <a:pt x="433864" y="0"/>
                      </a:moveTo>
                      <a:cubicBezTo>
                        <a:pt x="433864" y="112491"/>
                        <a:pt x="98298" y="222695"/>
                        <a:pt x="0" y="109824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10" name="任意多边形: 形状 609">
                  <a:extLst>
                    <a:ext uri="{FF2B5EF4-FFF2-40B4-BE49-F238E27FC236}">
                      <a16:creationId xmlns:a16="http://schemas.microsoft.com/office/drawing/2014/main" id="{750BEDD6-877C-4B30-91AA-6BA927DD6ED9}"/>
                    </a:ext>
                  </a:extLst>
                </p:cNvPr>
                <p:cNvSpPr/>
                <p:nvPr/>
              </p:nvSpPr>
              <p:spPr>
                <a:xfrm>
                  <a:off x="6873525" y="3769328"/>
                  <a:ext cx="187928" cy="150971"/>
                </a:xfrm>
                <a:custGeom>
                  <a:avLst/>
                  <a:gdLst>
                    <a:gd name="connsiteX0" fmla="*/ 187928 w 187928"/>
                    <a:gd name="connsiteY0" fmla="*/ 0 h 150971"/>
                    <a:gd name="connsiteX1" fmla="*/ 60674 w 187928"/>
                    <a:gd name="connsiteY1" fmla="*/ 150971 h 150971"/>
                    <a:gd name="connsiteX2" fmla="*/ 38100 w 187928"/>
                    <a:gd name="connsiteY2" fmla="*/ 133159 h 150971"/>
                    <a:gd name="connsiteX3" fmla="*/ 28575 w 187928"/>
                    <a:gd name="connsiteY3" fmla="*/ 133159 h 150971"/>
                    <a:gd name="connsiteX4" fmla="*/ 0 w 187928"/>
                    <a:gd name="connsiteY4" fmla="*/ 90011 h 150971"/>
                    <a:gd name="connsiteX5" fmla="*/ 187928 w 187928"/>
                    <a:gd name="connsiteY5" fmla="*/ 0 h 150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7928" h="150971">
                      <a:moveTo>
                        <a:pt x="187928" y="0"/>
                      </a:moveTo>
                      <a:cubicBezTo>
                        <a:pt x="187928" y="0"/>
                        <a:pt x="165449" y="84772"/>
                        <a:pt x="60674" y="150971"/>
                      </a:cubicBezTo>
                      <a:cubicBezTo>
                        <a:pt x="55674" y="142392"/>
                        <a:pt x="47607" y="136027"/>
                        <a:pt x="38100" y="133159"/>
                      </a:cubicBezTo>
                      <a:cubicBezTo>
                        <a:pt x="34946" y="132645"/>
                        <a:pt x="31729" y="132645"/>
                        <a:pt x="28575" y="133159"/>
                      </a:cubicBezTo>
                      <a:lnTo>
                        <a:pt x="0" y="90011"/>
                      </a:lnTo>
                      <a:cubicBezTo>
                        <a:pt x="54197" y="50959"/>
                        <a:pt x="187928" y="0"/>
                        <a:pt x="18792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11" name="任意多边形: 形状 610">
                  <a:extLst>
                    <a:ext uri="{FF2B5EF4-FFF2-40B4-BE49-F238E27FC236}">
                      <a16:creationId xmlns:a16="http://schemas.microsoft.com/office/drawing/2014/main" id="{9D2DD114-3D37-49A2-BF4C-B338E74E76F4}"/>
                    </a:ext>
                  </a:extLst>
                </p:cNvPr>
                <p:cNvSpPr/>
                <p:nvPr/>
              </p:nvSpPr>
              <p:spPr>
                <a:xfrm>
                  <a:off x="6633087" y="3112706"/>
                  <a:ext cx="550142" cy="773490"/>
                </a:xfrm>
                <a:custGeom>
                  <a:avLst/>
                  <a:gdLst>
                    <a:gd name="connsiteX0" fmla="*/ 475420 w 550142"/>
                    <a:gd name="connsiteY0" fmla="*/ 552418 h 773490"/>
                    <a:gd name="connsiteX1" fmla="*/ 456370 w 550142"/>
                    <a:gd name="connsiteY1" fmla="*/ 653097 h 773490"/>
                    <a:gd name="connsiteX2" fmla="*/ 172144 w 550142"/>
                    <a:gd name="connsiteY2" fmla="*/ 757015 h 773490"/>
                    <a:gd name="connsiteX3" fmla="*/ 47271 w 550142"/>
                    <a:gd name="connsiteY3" fmla="*/ 432498 h 773490"/>
                    <a:gd name="connsiteX4" fmla="*/ 3456 w 550142"/>
                    <a:gd name="connsiteY4" fmla="*/ 186182 h 773490"/>
                    <a:gd name="connsiteX5" fmla="*/ 466752 w 550142"/>
                    <a:gd name="connsiteY5" fmla="*/ 70548 h 773490"/>
                    <a:gd name="connsiteX6" fmla="*/ 545714 w 550142"/>
                    <a:gd name="connsiteY6" fmla="*/ 430403 h 7734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50142" h="773490">
                      <a:moveTo>
                        <a:pt x="475420" y="552418"/>
                      </a:moveTo>
                      <a:cubicBezTo>
                        <a:pt x="475420" y="552418"/>
                        <a:pt x="474277" y="636048"/>
                        <a:pt x="456370" y="653097"/>
                      </a:cubicBezTo>
                      <a:cubicBezTo>
                        <a:pt x="323496" y="780542"/>
                        <a:pt x="193575" y="790638"/>
                        <a:pt x="172144" y="757015"/>
                      </a:cubicBezTo>
                      <a:cubicBezTo>
                        <a:pt x="27840" y="530701"/>
                        <a:pt x="61940" y="471265"/>
                        <a:pt x="47271" y="432498"/>
                      </a:cubicBezTo>
                      <a:cubicBezTo>
                        <a:pt x="21268" y="364490"/>
                        <a:pt x="-10641" y="253428"/>
                        <a:pt x="3456" y="186182"/>
                      </a:cubicBezTo>
                      <a:cubicBezTo>
                        <a:pt x="34888" y="35973"/>
                        <a:pt x="317781" y="-80518"/>
                        <a:pt x="466752" y="70548"/>
                      </a:cubicBezTo>
                      <a:cubicBezTo>
                        <a:pt x="538190" y="142843"/>
                        <a:pt x="560764" y="299720"/>
                        <a:pt x="545714" y="430403"/>
                      </a:cubicBezTo>
                    </a:path>
                  </a:pathLst>
                </a:custGeom>
                <a:solidFill>
                  <a:srgbClr val="FFFFFF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12" name="任意多边形: 形状 611">
                  <a:extLst>
                    <a:ext uri="{FF2B5EF4-FFF2-40B4-BE49-F238E27FC236}">
                      <a16:creationId xmlns:a16="http://schemas.microsoft.com/office/drawing/2014/main" id="{37ED63CC-EF19-4B17-9A2D-39818C05BD38}"/>
                    </a:ext>
                  </a:extLst>
                </p:cNvPr>
                <p:cNvSpPr/>
                <p:nvPr/>
              </p:nvSpPr>
              <p:spPr>
                <a:xfrm>
                  <a:off x="6650259" y="3468301"/>
                  <a:ext cx="48291" cy="10419"/>
                </a:xfrm>
                <a:custGeom>
                  <a:avLst/>
                  <a:gdLst>
                    <a:gd name="connsiteX0" fmla="*/ 48292 w 48291"/>
                    <a:gd name="connsiteY0" fmla="*/ 6990 h 10419"/>
                    <a:gd name="connsiteX1" fmla="*/ 0 w 48291"/>
                    <a:gd name="connsiteY1" fmla="*/ 10419 h 104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8291" h="10419">
                      <a:moveTo>
                        <a:pt x="48292" y="6990"/>
                      </a:moveTo>
                      <a:cubicBezTo>
                        <a:pt x="48292" y="6990"/>
                        <a:pt x="8572" y="-10821"/>
                        <a:pt x="0" y="10419"/>
                      </a:cubicBezTo>
                    </a:path>
                  </a:pathLst>
                </a:custGeom>
                <a:noFill/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13" name="任意多边形: 形状 612">
                  <a:extLst>
                    <a:ext uri="{FF2B5EF4-FFF2-40B4-BE49-F238E27FC236}">
                      <a16:creationId xmlns:a16="http://schemas.microsoft.com/office/drawing/2014/main" id="{D071818A-40FB-4F31-A2B5-2BD4EEA2981A}"/>
                    </a:ext>
                  </a:extLst>
                </p:cNvPr>
                <p:cNvSpPr/>
                <p:nvPr/>
              </p:nvSpPr>
              <p:spPr>
                <a:xfrm>
                  <a:off x="6794849" y="3463243"/>
                  <a:ext cx="119729" cy="20810"/>
                </a:xfrm>
                <a:custGeom>
                  <a:avLst/>
                  <a:gdLst>
                    <a:gd name="connsiteX0" fmla="*/ 0 w 119729"/>
                    <a:gd name="connsiteY0" fmla="*/ 13381 h 20810"/>
                    <a:gd name="connsiteX1" fmla="*/ 119729 w 119729"/>
                    <a:gd name="connsiteY1" fmla="*/ 20811 h 20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19729" h="20810">
                      <a:moveTo>
                        <a:pt x="0" y="13381"/>
                      </a:moveTo>
                      <a:cubicBezTo>
                        <a:pt x="0" y="13381"/>
                        <a:pt x="82582" y="-21194"/>
                        <a:pt x="119729" y="20811"/>
                      </a:cubicBezTo>
                    </a:path>
                  </a:pathLst>
                </a:custGeom>
                <a:noFill/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14" name="任意多边形: 形状 613">
                  <a:extLst>
                    <a:ext uri="{FF2B5EF4-FFF2-40B4-BE49-F238E27FC236}">
                      <a16:creationId xmlns:a16="http://schemas.microsoft.com/office/drawing/2014/main" id="{E636BD85-BC36-47BD-A426-31B8874223B8}"/>
                    </a:ext>
                  </a:extLst>
                </p:cNvPr>
                <p:cNvSpPr/>
                <p:nvPr/>
              </p:nvSpPr>
              <p:spPr>
                <a:xfrm>
                  <a:off x="6854480" y="3514372"/>
                  <a:ext cx="32279" cy="45104"/>
                </a:xfrm>
                <a:custGeom>
                  <a:avLst/>
                  <a:gdLst>
                    <a:gd name="connsiteX0" fmla="*/ 32094 w 32279"/>
                    <a:gd name="connsiteY0" fmla="*/ 20831 h 45104"/>
                    <a:gd name="connsiteX1" fmla="*/ 18568 w 32279"/>
                    <a:gd name="connsiteY1" fmla="*/ 45025 h 45104"/>
                    <a:gd name="connsiteX2" fmla="*/ 185 w 32279"/>
                    <a:gd name="connsiteY2" fmla="*/ 24260 h 45104"/>
                    <a:gd name="connsiteX3" fmla="*/ 13711 w 32279"/>
                    <a:gd name="connsiteY3" fmla="*/ 67 h 45104"/>
                    <a:gd name="connsiteX4" fmla="*/ 32094 w 32279"/>
                    <a:gd name="connsiteY4" fmla="*/ 20831 h 45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279" h="45104">
                      <a:moveTo>
                        <a:pt x="32094" y="20831"/>
                      </a:moveTo>
                      <a:cubicBezTo>
                        <a:pt x="33428" y="33214"/>
                        <a:pt x="27427" y="43977"/>
                        <a:pt x="18568" y="45025"/>
                      </a:cubicBezTo>
                      <a:cubicBezTo>
                        <a:pt x="9710" y="46073"/>
                        <a:pt x="1519" y="36643"/>
                        <a:pt x="185" y="24260"/>
                      </a:cubicBezTo>
                      <a:cubicBezTo>
                        <a:pt x="-1148" y="11878"/>
                        <a:pt x="4853" y="1019"/>
                        <a:pt x="13711" y="67"/>
                      </a:cubicBezTo>
                      <a:cubicBezTo>
                        <a:pt x="22569" y="-886"/>
                        <a:pt x="30380" y="8449"/>
                        <a:pt x="32094" y="2083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15" name="任意多边形: 形状 614">
                  <a:extLst>
                    <a:ext uri="{FF2B5EF4-FFF2-40B4-BE49-F238E27FC236}">
                      <a16:creationId xmlns:a16="http://schemas.microsoft.com/office/drawing/2014/main" id="{5AE326A2-FE87-4637-8496-9D9453B922F0}"/>
                    </a:ext>
                  </a:extLst>
                </p:cNvPr>
                <p:cNvSpPr/>
                <p:nvPr/>
              </p:nvSpPr>
              <p:spPr>
                <a:xfrm>
                  <a:off x="6692555" y="3518181"/>
                  <a:ext cx="32301" cy="44997"/>
                </a:xfrm>
                <a:custGeom>
                  <a:avLst/>
                  <a:gdLst>
                    <a:gd name="connsiteX0" fmla="*/ 32094 w 32301"/>
                    <a:gd name="connsiteY0" fmla="*/ 20737 h 44997"/>
                    <a:gd name="connsiteX1" fmla="*/ 18568 w 32301"/>
                    <a:gd name="connsiteY1" fmla="*/ 44930 h 44997"/>
                    <a:gd name="connsiteX2" fmla="*/ 185 w 32301"/>
                    <a:gd name="connsiteY2" fmla="*/ 24261 h 44997"/>
                    <a:gd name="connsiteX3" fmla="*/ 13711 w 32301"/>
                    <a:gd name="connsiteY3" fmla="*/ 68 h 44997"/>
                    <a:gd name="connsiteX4" fmla="*/ 32094 w 32301"/>
                    <a:gd name="connsiteY4" fmla="*/ 20737 h 449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01" h="44997">
                      <a:moveTo>
                        <a:pt x="32094" y="20737"/>
                      </a:moveTo>
                      <a:cubicBezTo>
                        <a:pt x="33523" y="33119"/>
                        <a:pt x="27427" y="43978"/>
                        <a:pt x="18568" y="44930"/>
                      </a:cubicBezTo>
                      <a:cubicBezTo>
                        <a:pt x="9710" y="45883"/>
                        <a:pt x="1519" y="36643"/>
                        <a:pt x="185" y="24261"/>
                      </a:cubicBezTo>
                      <a:cubicBezTo>
                        <a:pt x="-1148" y="11878"/>
                        <a:pt x="4853" y="1020"/>
                        <a:pt x="13711" y="68"/>
                      </a:cubicBezTo>
                      <a:cubicBezTo>
                        <a:pt x="22569" y="-885"/>
                        <a:pt x="30570" y="8354"/>
                        <a:pt x="32094" y="20737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16" name="任意多边形: 形状 615">
                  <a:extLst>
                    <a:ext uri="{FF2B5EF4-FFF2-40B4-BE49-F238E27FC236}">
                      <a16:creationId xmlns:a16="http://schemas.microsoft.com/office/drawing/2014/main" id="{F2A2BB13-4F12-4368-AF2A-20C7C4AE967A}"/>
                    </a:ext>
                  </a:extLst>
                </p:cNvPr>
                <p:cNvSpPr/>
                <p:nvPr/>
              </p:nvSpPr>
              <p:spPr>
                <a:xfrm>
                  <a:off x="6712850" y="3506342"/>
                  <a:ext cx="62472" cy="157448"/>
                </a:xfrm>
                <a:custGeom>
                  <a:avLst/>
                  <a:gdLst>
                    <a:gd name="connsiteX0" fmla="*/ 15800 w 62472"/>
                    <a:gd name="connsiteY0" fmla="*/ 0 h 157448"/>
                    <a:gd name="connsiteX1" fmla="*/ 5799 w 62472"/>
                    <a:gd name="connsiteY1" fmla="*/ 93821 h 157448"/>
                    <a:gd name="connsiteX2" fmla="*/ 62473 w 62472"/>
                    <a:gd name="connsiteY2" fmla="*/ 157448 h 1574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2472" h="157448">
                      <a:moveTo>
                        <a:pt x="15800" y="0"/>
                      </a:moveTo>
                      <a:cubicBezTo>
                        <a:pt x="27325" y="18574"/>
                        <a:pt x="21039" y="50292"/>
                        <a:pt x="5799" y="93821"/>
                      </a:cubicBezTo>
                      <a:cubicBezTo>
                        <a:pt x="-9441" y="137351"/>
                        <a:pt x="3989" y="153067"/>
                        <a:pt x="62473" y="157448"/>
                      </a:cubicBezTo>
                    </a:path>
                  </a:pathLst>
                </a:custGeom>
                <a:solidFill>
                  <a:srgbClr val="FFFFFF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17" name="任意多边形: 形状 616">
                  <a:extLst>
                    <a:ext uri="{FF2B5EF4-FFF2-40B4-BE49-F238E27FC236}">
                      <a16:creationId xmlns:a16="http://schemas.microsoft.com/office/drawing/2014/main" id="{FBC5D82C-CB16-4817-A820-DDB50F5BC556}"/>
                    </a:ext>
                  </a:extLst>
                </p:cNvPr>
                <p:cNvSpPr/>
                <p:nvPr/>
              </p:nvSpPr>
              <p:spPr>
                <a:xfrm>
                  <a:off x="6775323" y="3713035"/>
                  <a:ext cx="111061" cy="26098"/>
                </a:xfrm>
                <a:custGeom>
                  <a:avLst/>
                  <a:gdLst>
                    <a:gd name="connsiteX0" fmla="*/ 0 w 111061"/>
                    <a:gd name="connsiteY0" fmla="*/ 26098 h 26098"/>
                    <a:gd name="connsiteX1" fmla="*/ 111062 w 111061"/>
                    <a:gd name="connsiteY1" fmla="*/ 0 h 26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11061" h="26098">
                      <a:moveTo>
                        <a:pt x="0" y="26098"/>
                      </a:moveTo>
                      <a:cubicBezTo>
                        <a:pt x="0" y="26098"/>
                        <a:pt x="76200" y="19145"/>
                        <a:pt x="111062" y="0"/>
                      </a:cubicBezTo>
                    </a:path>
                  </a:pathLst>
                </a:custGeom>
                <a:noFill/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18" name="任意多边形: 形状 617">
                  <a:extLst>
                    <a:ext uri="{FF2B5EF4-FFF2-40B4-BE49-F238E27FC236}">
                      <a16:creationId xmlns:a16="http://schemas.microsoft.com/office/drawing/2014/main" id="{52102981-6EE5-4633-A1E6-BC515C4901E0}"/>
                    </a:ext>
                  </a:extLst>
                </p:cNvPr>
                <p:cNvSpPr/>
                <p:nvPr/>
              </p:nvSpPr>
              <p:spPr>
                <a:xfrm>
                  <a:off x="6565773" y="3054776"/>
                  <a:ext cx="692276" cy="610443"/>
                </a:xfrm>
                <a:custGeom>
                  <a:avLst/>
                  <a:gdLst>
                    <a:gd name="connsiteX0" fmla="*/ 692277 w 692276"/>
                    <a:gd name="connsiteY0" fmla="*/ 252494 h 610443"/>
                    <a:gd name="connsiteX1" fmla="*/ 538543 w 692276"/>
                    <a:gd name="connsiteY1" fmla="*/ 66756 h 610443"/>
                    <a:gd name="connsiteX2" fmla="*/ 538543 w 692276"/>
                    <a:gd name="connsiteY2" fmla="*/ 66756 h 610443"/>
                    <a:gd name="connsiteX3" fmla="*/ 304705 w 692276"/>
                    <a:gd name="connsiteY3" fmla="*/ 8654 h 610443"/>
                    <a:gd name="connsiteX4" fmla="*/ 1429 w 692276"/>
                    <a:gd name="connsiteY4" fmla="*/ 319169 h 610443"/>
                    <a:gd name="connsiteX5" fmla="*/ 0 w 692276"/>
                    <a:gd name="connsiteY5" fmla="*/ 324503 h 610443"/>
                    <a:gd name="connsiteX6" fmla="*/ 60198 w 692276"/>
                    <a:gd name="connsiteY6" fmla="*/ 309263 h 610443"/>
                    <a:gd name="connsiteX7" fmla="*/ 34290 w 692276"/>
                    <a:gd name="connsiteY7" fmla="*/ 359841 h 610443"/>
                    <a:gd name="connsiteX8" fmla="*/ 65818 w 692276"/>
                    <a:gd name="connsiteY8" fmla="*/ 380700 h 610443"/>
                    <a:gd name="connsiteX9" fmla="*/ 58579 w 692276"/>
                    <a:gd name="connsiteY9" fmla="*/ 388701 h 610443"/>
                    <a:gd name="connsiteX10" fmla="*/ 95155 w 692276"/>
                    <a:gd name="connsiteY10" fmla="*/ 423944 h 610443"/>
                    <a:gd name="connsiteX11" fmla="*/ 83725 w 692276"/>
                    <a:gd name="connsiteY11" fmla="*/ 359555 h 610443"/>
                    <a:gd name="connsiteX12" fmla="*/ 138589 w 692276"/>
                    <a:gd name="connsiteY12" fmla="*/ 259923 h 610443"/>
                    <a:gd name="connsiteX13" fmla="*/ 107156 w 692276"/>
                    <a:gd name="connsiteY13" fmla="*/ 337933 h 610443"/>
                    <a:gd name="connsiteX14" fmla="*/ 240506 w 692276"/>
                    <a:gd name="connsiteY14" fmla="*/ 242683 h 610443"/>
                    <a:gd name="connsiteX15" fmla="*/ 183356 w 692276"/>
                    <a:gd name="connsiteY15" fmla="*/ 331647 h 610443"/>
                    <a:gd name="connsiteX16" fmla="*/ 354044 w 692276"/>
                    <a:gd name="connsiteY16" fmla="*/ 245160 h 610443"/>
                    <a:gd name="connsiteX17" fmla="*/ 440531 w 692276"/>
                    <a:gd name="connsiteY17" fmla="*/ 357840 h 610443"/>
                    <a:gd name="connsiteX18" fmla="*/ 477298 w 692276"/>
                    <a:gd name="connsiteY18" fmla="*/ 429659 h 610443"/>
                    <a:gd name="connsiteX19" fmla="*/ 563023 w 692276"/>
                    <a:gd name="connsiteY19" fmla="*/ 547388 h 610443"/>
                    <a:gd name="connsiteX20" fmla="*/ 609124 w 692276"/>
                    <a:gd name="connsiteY20" fmla="*/ 610443 h 610443"/>
                    <a:gd name="connsiteX21" fmla="*/ 692277 w 692276"/>
                    <a:gd name="connsiteY21" fmla="*/ 252494 h 6104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692276" h="610443">
                      <a:moveTo>
                        <a:pt x="692277" y="252494"/>
                      </a:moveTo>
                      <a:cubicBezTo>
                        <a:pt x="692277" y="195915"/>
                        <a:pt x="636461" y="79806"/>
                        <a:pt x="538543" y="66756"/>
                      </a:cubicBezTo>
                      <a:lnTo>
                        <a:pt x="538543" y="66756"/>
                      </a:lnTo>
                      <a:cubicBezTo>
                        <a:pt x="482251" y="7892"/>
                        <a:pt x="402050" y="-13730"/>
                        <a:pt x="304705" y="8654"/>
                      </a:cubicBezTo>
                      <a:cubicBezTo>
                        <a:pt x="79724" y="60279"/>
                        <a:pt x="11239" y="282402"/>
                        <a:pt x="1429" y="319169"/>
                      </a:cubicBezTo>
                      <a:cubicBezTo>
                        <a:pt x="476" y="322598"/>
                        <a:pt x="0" y="324503"/>
                        <a:pt x="0" y="324503"/>
                      </a:cubicBezTo>
                      <a:lnTo>
                        <a:pt x="60198" y="309263"/>
                      </a:lnTo>
                      <a:lnTo>
                        <a:pt x="34290" y="359841"/>
                      </a:lnTo>
                      <a:lnTo>
                        <a:pt x="65818" y="380700"/>
                      </a:lnTo>
                      <a:lnTo>
                        <a:pt x="58579" y="388701"/>
                      </a:lnTo>
                      <a:lnTo>
                        <a:pt x="95155" y="423944"/>
                      </a:lnTo>
                      <a:lnTo>
                        <a:pt x="83725" y="359555"/>
                      </a:lnTo>
                      <a:cubicBezTo>
                        <a:pt x="90773" y="318026"/>
                        <a:pt x="138589" y="259923"/>
                        <a:pt x="138589" y="259923"/>
                      </a:cubicBezTo>
                      <a:cubicBezTo>
                        <a:pt x="121138" y="282542"/>
                        <a:pt x="110262" y="309535"/>
                        <a:pt x="107156" y="337933"/>
                      </a:cubicBezTo>
                      <a:cubicBezTo>
                        <a:pt x="126206" y="288498"/>
                        <a:pt x="240506" y="242683"/>
                        <a:pt x="240506" y="242683"/>
                      </a:cubicBezTo>
                      <a:cubicBezTo>
                        <a:pt x="203454" y="272782"/>
                        <a:pt x="183356" y="331647"/>
                        <a:pt x="183356" y="331647"/>
                      </a:cubicBezTo>
                      <a:cubicBezTo>
                        <a:pt x="218599" y="288213"/>
                        <a:pt x="301180" y="260114"/>
                        <a:pt x="354044" y="245160"/>
                      </a:cubicBezTo>
                      <a:cubicBezTo>
                        <a:pt x="371856" y="288117"/>
                        <a:pt x="400145" y="332980"/>
                        <a:pt x="440531" y="357840"/>
                      </a:cubicBezTo>
                      <a:cubicBezTo>
                        <a:pt x="478631" y="381272"/>
                        <a:pt x="477298" y="429659"/>
                        <a:pt x="477298" y="429659"/>
                      </a:cubicBezTo>
                      <a:cubicBezTo>
                        <a:pt x="518291" y="458153"/>
                        <a:pt x="548490" y="499627"/>
                        <a:pt x="563023" y="547388"/>
                      </a:cubicBezTo>
                      <a:lnTo>
                        <a:pt x="609124" y="610443"/>
                      </a:lnTo>
                      <a:cubicBezTo>
                        <a:pt x="609124" y="610443"/>
                        <a:pt x="692277" y="508431"/>
                        <a:pt x="692277" y="252494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19" name="任意多边形: 形状 618">
                  <a:extLst>
                    <a:ext uri="{FF2B5EF4-FFF2-40B4-BE49-F238E27FC236}">
                      <a16:creationId xmlns:a16="http://schemas.microsoft.com/office/drawing/2014/main" id="{FC8D8B78-7D81-48E9-8359-E005A6BEB31E}"/>
                    </a:ext>
                  </a:extLst>
                </p:cNvPr>
                <p:cNvSpPr/>
                <p:nvPr/>
              </p:nvSpPr>
              <p:spPr>
                <a:xfrm>
                  <a:off x="7061402" y="3388152"/>
                  <a:ext cx="140768" cy="234535"/>
                </a:xfrm>
                <a:custGeom>
                  <a:avLst/>
                  <a:gdLst>
                    <a:gd name="connsiteX0" fmla="*/ 2623 w 140768"/>
                    <a:gd name="connsiteY0" fmla="*/ 112476 h 234535"/>
                    <a:gd name="connsiteX1" fmla="*/ 82919 w 140768"/>
                    <a:gd name="connsiteY1" fmla="*/ 938 h 234535"/>
                    <a:gd name="connsiteX2" fmla="*/ 140069 w 140768"/>
                    <a:gd name="connsiteY2" fmla="*/ 90568 h 234535"/>
                    <a:gd name="connsiteX3" fmla="*/ 83395 w 140768"/>
                    <a:gd name="connsiteY3" fmla="*/ 232015 h 234535"/>
                    <a:gd name="connsiteX4" fmla="*/ 46057 w 140768"/>
                    <a:gd name="connsiteY4" fmla="*/ 212298 h 2345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768" h="234535">
                      <a:moveTo>
                        <a:pt x="2623" y="112476"/>
                      </a:moveTo>
                      <a:cubicBezTo>
                        <a:pt x="-12807" y="79424"/>
                        <a:pt x="43200" y="-10111"/>
                        <a:pt x="82919" y="938"/>
                      </a:cubicBezTo>
                      <a:cubicBezTo>
                        <a:pt x="105207" y="7225"/>
                        <a:pt x="134354" y="47896"/>
                        <a:pt x="140069" y="90568"/>
                      </a:cubicBezTo>
                      <a:cubicBezTo>
                        <a:pt x="145784" y="133241"/>
                        <a:pt x="115589" y="214393"/>
                        <a:pt x="83395" y="232015"/>
                      </a:cubicBezTo>
                      <a:cubicBezTo>
                        <a:pt x="62916" y="243445"/>
                        <a:pt x="46057" y="212298"/>
                        <a:pt x="46057" y="212298"/>
                      </a:cubicBezTo>
                    </a:path>
                  </a:pathLst>
                </a:custGeom>
                <a:solidFill>
                  <a:srgbClr val="FFFFFF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0" name="任意多边形: 形状 619">
                  <a:extLst>
                    <a:ext uri="{FF2B5EF4-FFF2-40B4-BE49-F238E27FC236}">
                      <a16:creationId xmlns:a16="http://schemas.microsoft.com/office/drawing/2014/main" id="{F0D6F15A-68EF-4F8F-A27B-FFAAEAA57D8D}"/>
                    </a:ext>
                  </a:extLst>
                </p:cNvPr>
                <p:cNvSpPr/>
                <p:nvPr/>
              </p:nvSpPr>
              <p:spPr>
                <a:xfrm>
                  <a:off x="4634007" y="4865655"/>
                  <a:ext cx="3321081" cy="654558"/>
                </a:xfrm>
                <a:custGeom>
                  <a:avLst/>
                  <a:gdLst>
                    <a:gd name="connsiteX0" fmla="*/ 0 w 3321081"/>
                    <a:gd name="connsiteY0" fmla="*/ 251651 h 654558"/>
                    <a:gd name="connsiteX1" fmla="*/ 1076230 w 3321081"/>
                    <a:gd name="connsiteY1" fmla="*/ 0 h 654558"/>
                    <a:gd name="connsiteX2" fmla="*/ 3321082 w 3321081"/>
                    <a:gd name="connsiteY2" fmla="*/ 259271 h 654558"/>
                    <a:gd name="connsiteX3" fmla="*/ 2743105 w 3321081"/>
                    <a:gd name="connsiteY3" fmla="*/ 654558 h 654558"/>
                    <a:gd name="connsiteX4" fmla="*/ 0 w 3321081"/>
                    <a:gd name="connsiteY4" fmla="*/ 251651 h 6545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1081" h="654558">
                      <a:moveTo>
                        <a:pt x="0" y="251651"/>
                      </a:moveTo>
                      <a:lnTo>
                        <a:pt x="1076230" y="0"/>
                      </a:lnTo>
                      <a:lnTo>
                        <a:pt x="3321082" y="259271"/>
                      </a:lnTo>
                      <a:lnTo>
                        <a:pt x="2743105" y="654558"/>
                      </a:lnTo>
                      <a:lnTo>
                        <a:pt x="0" y="25165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1" name="任意多边形: 形状 620">
                  <a:extLst>
                    <a:ext uri="{FF2B5EF4-FFF2-40B4-BE49-F238E27FC236}">
                      <a16:creationId xmlns:a16="http://schemas.microsoft.com/office/drawing/2014/main" id="{F34D5E6C-811C-4EE4-B8B1-B51B697363FD}"/>
                    </a:ext>
                  </a:extLst>
                </p:cNvPr>
                <p:cNvSpPr/>
                <p:nvPr/>
              </p:nvSpPr>
              <p:spPr>
                <a:xfrm>
                  <a:off x="4634007" y="4865655"/>
                  <a:ext cx="3321081" cy="259270"/>
                </a:xfrm>
                <a:custGeom>
                  <a:avLst/>
                  <a:gdLst>
                    <a:gd name="connsiteX0" fmla="*/ 0 w 3321081"/>
                    <a:gd name="connsiteY0" fmla="*/ 251651 h 259270"/>
                    <a:gd name="connsiteX1" fmla="*/ 1076230 w 3321081"/>
                    <a:gd name="connsiteY1" fmla="*/ 0 h 259270"/>
                    <a:gd name="connsiteX2" fmla="*/ 3321082 w 3321081"/>
                    <a:gd name="connsiteY2" fmla="*/ 259271 h 2592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21081" h="259270">
                      <a:moveTo>
                        <a:pt x="0" y="251651"/>
                      </a:moveTo>
                      <a:lnTo>
                        <a:pt x="1076230" y="0"/>
                      </a:lnTo>
                      <a:lnTo>
                        <a:pt x="3321082" y="259271"/>
                      </a:lnTo>
                    </a:path>
                  </a:pathLst>
                </a:custGeom>
                <a:solidFill>
                  <a:srgbClr val="FFFFFF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2" name="任意多边形: 形状 621">
                  <a:extLst>
                    <a:ext uri="{FF2B5EF4-FFF2-40B4-BE49-F238E27FC236}">
                      <a16:creationId xmlns:a16="http://schemas.microsoft.com/office/drawing/2014/main" id="{C8B9F65A-5B3A-47DF-9572-283A3B48C3C1}"/>
                    </a:ext>
                  </a:extLst>
                </p:cNvPr>
                <p:cNvSpPr/>
                <p:nvPr/>
              </p:nvSpPr>
              <p:spPr>
                <a:xfrm>
                  <a:off x="5565362" y="4975193"/>
                  <a:ext cx="986504" cy="237934"/>
                </a:xfrm>
                <a:custGeom>
                  <a:avLst/>
                  <a:gdLst>
                    <a:gd name="connsiteX0" fmla="*/ 0 w 986504"/>
                    <a:gd name="connsiteY0" fmla="*/ 192596 h 237934"/>
                    <a:gd name="connsiteX1" fmla="*/ 435674 w 986504"/>
                    <a:gd name="connsiteY1" fmla="*/ 0 h 237934"/>
                    <a:gd name="connsiteX2" fmla="*/ 986504 w 986504"/>
                    <a:gd name="connsiteY2" fmla="*/ 28480 h 237934"/>
                    <a:gd name="connsiteX3" fmla="*/ 741521 w 986504"/>
                    <a:gd name="connsiteY3" fmla="*/ 237935 h 237934"/>
                    <a:gd name="connsiteX4" fmla="*/ 0 w 986504"/>
                    <a:gd name="connsiteY4" fmla="*/ 192596 h 237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6504" h="237934">
                      <a:moveTo>
                        <a:pt x="0" y="192596"/>
                      </a:moveTo>
                      <a:lnTo>
                        <a:pt x="435674" y="0"/>
                      </a:lnTo>
                      <a:lnTo>
                        <a:pt x="986504" y="28480"/>
                      </a:lnTo>
                      <a:lnTo>
                        <a:pt x="741521" y="237935"/>
                      </a:lnTo>
                      <a:lnTo>
                        <a:pt x="0" y="1925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3" name="任意多边形: 形状 622">
                  <a:extLst>
                    <a:ext uri="{FF2B5EF4-FFF2-40B4-BE49-F238E27FC236}">
                      <a16:creationId xmlns:a16="http://schemas.microsoft.com/office/drawing/2014/main" id="{C423511B-4E78-4218-B97F-59336A85C070}"/>
                    </a:ext>
                  </a:extLst>
                </p:cNvPr>
                <p:cNvSpPr/>
                <p:nvPr/>
              </p:nvSpPr>
              <p:spPr>
                <a:xfrm>
                  <a:off x="6105037" y="3914775"/>
                  <a:ext cx="782966" cy="1103466"/>
                </a:xfrm>
                <a:custGeom>
                  <a:avLst/>
                  <a:gdLst>
                    <a:gd name="connsiteX0" fmla="*/ 586085 w 782966"/>
                    <a:gd name="connsiteY0" fmla="*/ 0 h 1103466"/>
                    <a:gd name="connsiteX1" fmla="*/ 178795 w 782966"/>
                    <a:gd name="connsiteY1" fmla="*/ 693420 h 1103466"/>
                    <a:gd name="connsiteX2" fmla="*/ 16870 w 782966"/>
                    <a:gd name="connsiteY2" fmla="*/ 843153 h 1103466"/>
                    <a:gd name="connsiteX3" fmla="*/ 163841 w 782966"/>
                    <a:gd name="connsiteY3" fmla="*/ 1068991 h 1103466"/>
                    <a:gd name="connsiteX4" fmla="*/ 297191 w 782966"/>
                    <a:gd name="connsiteY4" fmla="*/ 1103186 h 1103466"/>
                    <a:gd name="connsiteX5" fmla="*/ 782966 w 782966"/>
                    <a:gd name="connsiteY5" fmla="*/ 493109 h 1103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82966" h="1103466">
                      <a:moveTo>
                        <a:pt x="586085" y="0"/>
                      </a:moveTo>
                      <a:cubicBezTo>
                        <a:pt x="446353" y="57150"/>
                        <a:pt x="416254" y="185642"/>
                        <a:pt x="178795" y="693420"/>
                      </a:cubicBezTo>
                      <a:cubicBezTo>
                        <a:pt x="178795" y="693420"/>
                        <a:pt x="73354" y="715042"/>
                        <a:pt x="16870" y="843153"/>
                      </a:cubicBezTo>
                      <a:cubicBezTo>
                        <a:pt x="-39613" y="971264"/>
                        <a:pt x="54970" y="1072420"/>
                        <a:pt x="163841" y="1068991"/>
                      </a:cubicBezTo>
                      <a:cubicBezTo>
                        <a:pt x="163841" y="1068991"/>
                        <a:pt x="207561" y="1107091"/>
                        <a:pt x="297191" y="1103186"/>
                      </a:cubicBezTo>
                      <a:cubicBezTo>
                        <a:pt x="386821" y="1099280"/>
                        <a:pt x="782966" y="493109"/>
                        <a:pt x="782966" y="493109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4" name="任意多边形: 形状 623">
                  <a:extLst>
                    <a:ext uri="{FF2B5EF4-FFF2-40B4-BE49-F238E27FC236}">
                      <a16:creationId xmlns:a16="http://schemas.microsoft.com/office/drawing/2014/main" id="{F6D08996-8297-4362-9FBB-91BDB42D9C74}"/>
                    </a:ext>
                  </a:extLst>
                </p:cNvPr>
                <p:cNvSpPr/>
                <p:nvPr/>
              </p:nvSpPr>
              <p:spPr>
                <a:xfrm>
                  <a:off x="6325457" y="4638008"/>
                  <a:ext cx="84454" cy="227742"/>
                </a:xfrm>
                <a:custGeom>
                  <a:avLst/>
                  <a:gdLst>
                    <a:gd name="connsiteX0" fmla="*/ 0 w 84454"/>
                    <a:gd name="connsiteY0" fmla="*/ 0 h 227742"/>
                    <a:gd name="connsiteX1" fmla="*/ 79343 w 84454"/>
                    <a:gd name="connsiteY1" fmla="*/ 227743 h 2277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4454" h="227742">
                      <a:moveTo>
                        <a:pt x="0" y="0"/>
                      </a:moveTo>
                      <a:cubicBezTo>
                        <a:pt x="62484" y="55626"/>
                        <a:pt x="98393" y="137255"/>
                        <a:pt x="79343" y="227743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5" name="任意多边形: 形状 624">
                  <a:extLst>
                    <a:ext uri="{FF2B5EF4-FFF2-40B4-BE49-F238E27FC236}">
                      <a16:creationId xmlns:a16="http://schemas.microsoft.com/office/drawing/2014/main" id="{51434753-2480-4024-A81D-57A10B531FBE}"/>
                    </a:ext>
                  </a:extLst>
                </p:cNvPr>
                <p:cNvSpPr/>
                <p:nvPr/>
              </p:nvSpPr>
              <p:spPr>
                <a:xfrm>
                  <a:off x="6385750" y="4664773"/>
                  <a:ext cx="88677" cy="115062"/>
                </a:xfrm>
                <a:custGeom>
                  <a:avLst/>
                  <a:gdLst>
                    <a:gd name="connsiteX0" fmla="*/ 0 w 88677"/>
                    <a:gd name="connsiteY0" fmla="*/ 0 h 115062"/>
                    <a:gd name="connsiteX1" fmla="*/ 88678 w 88677"/>
                    <a:gd name="connsiteY1" fmla="*/ 115062 h 1150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8677" h="115062">
                      <a:moveTo>
                        <a:pt x="0" y="0"/>
                      </a:moveTo>
                      <a:cubicBezTo>
                        <a:pt x="0" y="0"/>
                        <a:pt x="76771" y="16764"/>
                        <a:pt x="88678" y="115062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6" name="任意多边形: 形状 625">
                  <a:extLst>
                    <a:ext uri="{FF2B5EF4-FFF2-40B4-BE49-F238E27FC236}">
                      <a16:creationId xmlns:a16="http://schemas.microsoft.com/office/drawing/2014/main" id="{648B03E7-BF84-4DAE-B2C9-703ADB977137}"/>
                    </a:ext>
                  </a:extLst>
                </p:cNvPr>
                <p:cNvSpPr/>
                <p:nvPr/>
              </p:nvSpPr>
              <p:spPr>
                <a:xfrm>
                  <a:off x="6569308" y="4094511"/>
                  <a:ext cx="41041" cy="282606"/>
                </a:xfrm>
                <a:custGeom>
                  <a:avLst/>
                  <a:gdLst>
                    <a:gd name="connsiteX0" fmla="*/ 41041 w 41041"/>
                    <a:gd name="connsiteY0" fmla="*/ 282607 h 282606"/>
                    <a:gd name="connsiteX1" fmla="*/ 4655 w 41041"/>
                    <a:gd name="connsiteY1" fmla="*/ 0 h 282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1041" h="282606">
                      <a:moveTo>
                        <a:pt x="41041" y="282607"/>
                      </a:moveTo>
                      <a:cubicBezTo>
                        <a:pt x="4769" y="193112"/>
                        <a:pt x="-7765" y="95764"/>
                        <a:pt x="4655" y="0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7" name="任意多边形: 形状 626">
                  <a:extLst>
                    <a:ext uri="{FF2B5EF4-FFF2-40B4-BE49-F238E27FC236}">
                      <a16:creationId xmlns:a16="http://schemas.microsoft.com/office/drawing/2014/main" id="{4BCD30F5-5C97-4FDE-8EBB-B48E12F4B444}"/>
                    </a:ext>
                  </a:extLst>
                </p:cNvPr>
                <p:cNvSpPr/>
                <p:nvPr/>
              </p:nvSpPr>
              <p:spPr>
                <a:xfrm>
                  <a:off x="6598931" y="4247578"/>
                  <a:ext cx="35803" cy="476916"/>
                </a:xfrm>
                <a:custGeom>
                  <a:avLst/>
                  <a:gdLst>
                    <a:gd name="connsiteX0" fmla="*/ 560 w 35803"/>
                    <a:gd name="connsiteY0" fmla="*/ 0 h 476916"/>
                    <a:gd name="connsiteX1" fmla="*/ 35802 w 35803"/>
                    <a:gd name="connsiteY1" fmla="*/ 476917 h 4769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5803" h="476916">
                      <a:moveTo>
                        <a:pt x="560" y="0"/>
                      </a:moveTo>
                      <a:cubicBezTo>
                        <a:pt x="-5250" y="40005"/>
                        <a:pt x="36088" y="252984"/>
                        <a:pt x="35802" y="476917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8" name="任意多边形: 形状 627">
                  <a:extLst>
                    <a:ext uri="{FF2B5EF4-FFF2-40B4-BE49-F238E27FC236}">
                      <a16:creationId xmlns:a16="http://schemas.microsoft.com/office/drawing/2014/main" id="{EB52465F-9A1B-4462-8290-B31468717C8C}"/>
                    </a:ext>
                  </a:extLst>
                </p:cNvPr>
                <p:cNvSpPr/>
                <p:nvPr/>
              </p:nvSpPr>
              <p:spPr>
                <a:xfrm>
                  <a:off x="6966845" y="3956875"/>
                  <a:ext cx="820593" cy="1273307"/>
                </a:xfrm>
                <a:custGeom>
                  <a:avLst/>
                  <a:gdLst>
                    <a:gd name="connsiteX0" fmla="*/ 677157 w 820593"/>
                    <a:gd name="connsiteY0" fmla="*/ 0 h 1273307"/>
                    <a:gd name="connsiteX1" fmla="*/ 707828 w 820593"/>
                    <a:gd name="connsiteY1" fmla="*/ 681133 h 1273307"/>
                    <a:gd name="connsiteX2" fmla="*/ 328828 w 820593"/>
                    <a:gd name="connsiteY2" fmla="*/ 1268444 h 1273307"/>
                    <a:gd name="connsiteX3" fmla="*/ 127850 w 820593"/>
                    <a:gd name="connsiteY3" fmla="*/ 1227677 h 1273307"/>
                    <a:gd name="connsiteX4" fmla="*/ 16217 w 820593"/>
                    <a:gd name="connsiteY4" fmla="*/ 1162717 h 1273307"/>
                    <a:gd name="connsiteX5" fmla="*/ 195954 w 820593"/>
                    <a:gd name="connsiteY5" fmla="*/ 836009 h 1273307"/>
                    <a:gd name="connsiteX6" fmla="*/ 463511 w 820593"/>
                    <a:gd name="connsiteY6" fmla="*/ 312801 h 1273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20593" h="1273307">
                      <a:moveTo>
                        <a:pt x="677157" y="0"/>
                      </a:moveTo>
                      <a:cubicBezTo>
                        <a:pt x="851941" y="87821"/>
                        <a:pt x="872705" y="358045"/>
                        <a:pt x="707828" y="681133"/>
                      </a:cubicBezTo>
                      <a:cubicBezTo>
                        <a:pt x="591337" y="909161"/>
                        <a:pt x="430555" y="1245870"/>
                        <a:pt x="328828" y="1268444"/>
                      </a:cubicBezTo>
                      <a:cubicBezTo>
                        <a:pt x="227101" y="1291018"/>
                        <a:pt x="127850" y="1227677"/>
                        <a:pt x="127850" y="1227677"/>
                      </a:cubicBezTo>
                      <a:cubicBezTo>
                        <a:pt x="127850" y="1227677"/>
                        <a:pt x="42125" y="1223677"/>
                        <a:pt x="16217" y="1162717"/>
                      </a:cubicBezTo>
                      <a:cubicBezTo>
                        <a:pt x="-54649" y="996124"/>
                        <a:pt x="125469" y="785622"/>
                        <a:pt x="195954" y="836009"/>
                      </a:cubicBezTo>
                      <a:cubicBezTo>
                        <a:pt x="195954" y="836009"/>
                        <a:pt x="422268" y="343852"/>
                        <a:pt x="463511" y="312801"/>
                      </a:cubicBezTo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9" name="任意多边形: 形状 628">
                  <a:extLst>
                    <a:ext uri="{FF2B5EF4-FFF2-40B4-BE49-F238E27FC236}">
                      <a16:creationId xmlns:a16="http://schemas.microsoft.com/office/drawing/2014/main" id="{CA91D9E6-914A-4781-AC8D-7EB33D2CCC16}"/>
                    </a:ext>
                  </a:extLst>
                </p:cNvPr>
                <p:cNvSpPr/>
                <p:nvPr/>
              </p:nvSpPr>
              <p:spPr>
                <a:xfrm>
                  <a:off x="6964833" y="4789842"/>
                  <a:ext cx="352461" cy="228499"/>
                </a:xfrm>
                <a:custGeom>
                  <a:avLst/>
                  <a:gdLst>
                    <a:gd name="connsiteX0" fmla="*/ 2037 w 352461"/>
                    <a:gd name="connsiteY0" fmla="*/ 228499 h 228499"/>
                    <a:gd name="connsiteX1" fmla="*/ 197966 w 352461"/>
                    <a:gd name="connsiteY1" fmla="*/ 3043 h 228499"/>
                    <a:gd name="connsiteX2" fmla="*/ 352462 w 352461"/>
                    <a:gd name="connsiteY2" fmla="*/ 103531 h 2284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52461" h="228499">
                      <a:moveTo>
                        <a:pt x="2037" y="228499"/>
                      </a:moveTo>
                      <a:cubicBezTo>
                        <a:pt x="-21109" y="113533"/>
                        <a:pt x="159866" y="-22103"/>
                        <a:pt x="197966" y="3043"/>
                      </a:cubicBezTo>
                      <a:cubicBezTo>
                        <a:pt x="197966" y="3043"/>
                        <a:pt x="332364" y="10568"/>
                        <a:pt x="352462" y="103531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0" name="任意多边形: 形状 629">
                  <a:extLst>
                    <a:ext uri="{FF2B5EF4-FFF2-40B4-BE49-F238E27FC236}">
                      <a16:creationId xmlns:a16="http://schemas.microsoft.com/office/drawing/2014/main" id="{8E6BF0D8-7ACD-43C1-B791-FCE02BA80776}"/>
                    </a:ext>
                  </a:extLst>
                </p:cNvPr>
                <p:cNvSpPr/>
                <p:nvPr/>
              </p:nvSpPr>
              <p:spPr>
                <a:xfrm>
                  <a:off x="7459217" y="4638008"/>
                  <a:ext cx="215455" cy="404812"/>
                </a:xfrm>
                <a:custGeom>
                  <a:avLst/>
                  <a:gdLst>
                    <a:gd name="connsiteX0" fmla="*/ 0 w 215455"/>
                    <a:gd name="connsiteY0" fmla="*/ 404813 h 404812"/>
                    <a:gd name="connsiteX1" fmla="*/ 215455 w 215455"/>
                    <a:gd name="connsiteY1" fmla="*/ 0 h 4048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15455" h="404812">
                      <a:moveTo>
                        <a:pt x="0" y="404813"/>
                      </a:moveTo>
                      <a:cubicBezTo>
                        <a:pt x="78677" y="266033"/>
                        <a:pt x="215455" y="0"/>
                        <a:pt x="215455" y="0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1" name="任意多边形: 形状 630">
                  <a:extLst>
                    <a:ext uri="{FF2B5EF4-FFF2-40B4-BE49-F238E27FC236}">
                      <a16:creationId xmlns:a16="http://schemas.microsoft.com/office/drawing/2014/main" id="{7AF7FE98-73CD-479C-9D20-4A26713646E6}"/>
                    </a:ext>
                  </a:extLst>
                </p:cNvPr>
                <p:cNvSpPr/>
                <p:nvPr/>
              </p:nvSpPr>
              <p:spPr>
                <a:xfrm>
                  <a:off x="7162800" y="4766895"/>
                  <a:ext cx="164591" cy="25989"/>
                </a:xfrm>
                <a:custGeom>
                  <a:avLst/>
                  <a:gdLst>
                    <a:gd name="connsiteX0" fmla="*/ 0 w 164591"/>
                    <a:gd name="connsiteY0" fmla="*/ 25990 h 25989"/>
                    <a:gd name="connsiteX1" fmla="*/ 164592 w 164591"/>
                    <a:gd name="connsiteY1" fmla="*/ 22941 h 259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64591" h="25989">
                      <a:moveTo>
                        <a:pt x="0" y="25990"/>
                      </a:moveTo>
                      <a:cubicBezTo>
                        <a:pt x="0" y="25990"/>
                        <a:pt x="94202" y="-30399"/>
                        <a:pt x="164592" y="22941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2" name="任意多边形: 形状 631">
                  <a:extLst>
                    <a:ext uri="{FF2B5EF4-FFF2-40B4-BE49-F238E27FC236}">
                      <a16:creationId xmlns:a16="http://schemas.microsoft.com/office/drawing/2014/main" id="{08D23D03-FF9B-47F5-90F7-BF55158F52FD}"/>
                    </a:ext>
                  </a:extLst>
                </p:cNvPr>
                <p:cNvSpPr/>
                <p:nvPr/>
              </p:nvSpPr>
              <p:spPr>
                <a:xfrm>
                  <a:off x="7194994" y="4237863"/>
                  <a:ext cx="328517" cy="486536"/>
                </a:xfrm>
                <a:custGeom>
                  <a:avLst/>
                  <a:gdLst>
                    <a:gd name="connsiteX0" fmla="*/ 0 w 328517"/>
                    <a:gd name="connsiteY0" fmla="*/ 486537 h 486536"/>
                    <a:gd name="connsiteX1" fmla="*/ 104775 w 328517"/>
                    <a:gd name="connsiteY1" fmla="*/ 267462 h 486536"/>
                    <a:gd name="connsiteX2" fmla="*/ 328517 w 328517"/>
                    <a:gd name="connsiteY2" fmla="*/ 0 h 486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28517" h="486536">
                      <a:moveTo>
                        <a:pt x="0" y="486537"/>
                      </a:moveTo>
                      <a:cubicBezTo>
                        <a:pt x="0" y="486537"/>
                        <a:pt x="52006" y="372237"/>
                        <a:pt x="104775" y="267462"/>
                      </a:cubicBezTo>
                      <a:cubicBezTo>
                        <a:pt x="157544" y="162687"/>
                        <a:pt x="278321" y="7525"/>
                        <a:pt x="328517" y="0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3" name="任意多边形: 形状 632">
                  <a:extLst>
                    <a:ext uri="{FF2B5EF4-FFF2-40B4-BE49-F238E27FC236}">
                      <a16:creationId xmlns:a16="http://schemas.microsoft.com/office/drawing/2014/main" id="{D44FAE4A-92EE-4298-97FD-D9291EF1D504}"/>
                    </a:ext>
                  </a:extLst>
                </p:cNvPr>
                <p:cNvSpPr/>
                <p:nvPr/>
              </p:nvSpPr>
              <p:spPr>
                <a:xfrm>
                  <a:off x="5725001" y="4310252"/>
                  <a:ext cx="615016" cy="619693"/>
                </a:xfrm>
                <a:custGeom>
                  <a:avLst/>
                  <a:gdLst>
                    <a:gd name="connsiteX0" fmla="*/ 477298 w 615016"/>
                    <a:gd name="connsiteY0" fmla="*/ 619601 h 619693"/>
                    <a:gd name="connsiteX1" fmla="*/ 444913 w 615016"/>
                    <a:gd name="connsiteY1" fmla="*/ 610743 h 619693"/>
                    <a:gd name="connsiteX2" fmla="*/ 81248 w 615016"/>
                    <a:gd name="connsiteY2" fmla="*/ 286417 h 619693"/>
                    <a:gd name="connsiteX3" fmla="*/ 0 w 615016"/>
                    <a:gd name="connsiteY3" fmla="*/ 166497 h 619693"/>
                    <a:gd name="connsiteX4" fmla="*/ 38862 w 615016"/>
                    <a:gd name="connsiteY4" fmla="*/ 0 h 619693"/>
                    <a:gd name="connsiteX5" fmla="*/ 222409 w 615016"/>
                    <a:gd name="connsiteY5" fmla="*/ 188881 h 619693"/>
                    <a:gd name="connsiteX6" fmla="*/ 600456 w 615016"/>
                    <a:gd name="connsiteY6" fmla="*/ 407956 h 619693"/>
                    <a:gd name="connsiteX7" fmla="*/ 477298 w 615016"/>
                    <a:gd name="connsiteY7" fmla="*/ 619601 h 619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15016" h="619693">
                      <a:moveTo>
                        <a:pt x="477298" y="619601"/>
                      </a:moveTo>
                      <a:cubicBezTo>
                        <a:pt x="465985" y="619049"/>
                        <a:pt x="454931" y="616026"/>
                        <a:pt x="444913" y="610743"/>
                      </a:cubicBezTo>
                      <a:cubicBezTo>
                        <a:pt x="282988" y="526256"/>
                        <a:pt x="157067" y="386620"/>
                        <a:pt x="81248" y="286417"/>
                      </a:cubicBezTo>
                      <a:cubicBezTo>
                        <a:pt x="51771" y="248119"/>
                        <a:pt x="24638" y="208073"/>
                        <a:pt x="0" y="166497"/>
                      </a:cubicBezTo>
                      <a:lnTo>
                        <a:pt x="38862" y="0"/>
                      </a:lnTo>
                      <a:cubicBezTo>
                        <a:pt x="38862" y="0"/>
                        <a:pt x="75438" y="95250"/>
                        <a:pt x="222409" y="188881"/>
                      </a:cubicBezTo>
                      <a:cubicBezTo>
                        <a:pt x="369380" y="282512"/>
                        <a:pt x="543973" y="313373"/>
                        <a:pt x="600456" y="407956"/>
                      </a:cubicBezTo>
                      <a:cubicBezTo>
                        <a:pt x="650462" y="490347"/>
                        <a:pt x="562356" y="623697"/>
                        <a:pt x="477298" y="61960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4" name="任意多边形: 形状 633">
                  <a:extLst>
                    <a:ext uri="{FF2B5EF4-FFF2-40B4-BE49-F238E27FC236}">
                      <a16:creationId xmlns:a16="http://schemas.microsoft.com/office/drawing/2014/main" id="{F1F92D22-5099-4FE1-BE92-DA9CBD06FAE6}"/>
                    </a:ext>
                  </a:extLst>
                </p:cNvPr>
                <p:cNvSpPr/>
                <p:nvPr/>
              </p:nvSpPr>
              <p:spPr>
                <a:xfrm>
                  <a:off x="5725001" y="4310252"/>
                  <a:ext cx="615016" cy="619693"/>
                </a:xfrm>
                <a:custGeom>
                  <a:avLst/>
                  <a:gdLst>
                    <a:gd name="connsiteX0" fmla="*/ 477298 w 615016"/>
                    <a:gd name="connsiteY0" fmla="*/ 619601 h 619693"/>
                    <a:gd name="connsiteX1" fmla="*/ 467773 w 615016"/>
                    <a:gd name="connsiteY1" fmla="*/ 584454 h 619693"/>
                    <a:gd name="connsiteX2" fmla="*/ 228029 w 615016"/>
                    <a:gd name="connsiteY2" fmla="*/ 330041 h 619693"/>
                    <a:gd name="connsiteX3" fmla="*/ 81439 w 615016"/>
                    <a:gd name="connsiteY3" fmla="*/ 286417 h 619693"/>
                    <a:gd name="connsiteX4" fmla="*/ 0 w 615016"/>
                    <a:gd name="connsiteY4" fmla="*/ 166497 h 619693"/>
                    <a:gd name="connsiteX5" fmla="*/ 38862 w 615016"/>
                    <a:gd name="connsiteY5" fmla="*/ 0 h 619693"/>
                    <a:gd name="connsiteX6" fmla="*/ 222409 w 615016"/>
                    <a:gd name="connsiteY6" fmla="*/ 188881 h 619693"/>
                    <a:gd name="connsiteX7" fmla="*/ 600456 w 615016"/>
                    <a:gd name="connsiteY7" fmla="*/ 407956 h 619693"/>
                    <a:gd name="connsiteX8" fmla="*/ 477298 w 615016"/>
                    <a:gd name="connsiteY8" fmla="*/ 619601 h 619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15016" h="619693">
                      <a:moveTo>
                        <a:pt x="477298" y="619601"/>
                      </a:moveTo>
                      <a:cubicBezTo>
                        <a:pt x="475491" y="607557"/>
                        <a:pt x="472295" y="595763"/>
                        <a:pt x="467773" y="584454"/>
                      </a:cubicBezTo>
                      <a:cubicBezTo>
                        <a:pt x="433768" y="499301"/>
                        <a:pt x="228029" y="330041"/>
                        <a:pt x="228029" y="330041"/>
                      </a:cubicBezTo>
                      <a:cubicBezTo>
                        <a:pt x="179070" y="328517"/>
                        <a:pt x="125254" y="308134"/>
                        <a:pt x="81439" y="286417"/>
                      </a:cubicBezTo>
                      <a:cubicBezTo>
                        <a:pt x="51896" y="248125"/>
                        <a:pt x="24700" y="208078"/>
                        <a:pt x="0" y="166497"/>
                      </a:cubicBezTo>
                      <a:lnTo>
                        <a:pt x="38862" y="0"/>
                      </a:lnTo>
                      <a:cubicBezTo>
                        <a:pt x="38862" y="0"/>
                        <a:pt x="75438" y="95250"/>
                        <a:pt x="222409" y="188881"/>
                      </a:cubicBezTo>
                      <a:cubicBezTo>
                        <a:pt x="369380" y="282512"/>
                        <a:pt x="543973" y="313373"/>
                        <a:pt x="600456" y="407956"/>
                      </a:cubicBezTo>
                      <a:cubicBezTo>
                        <a:pt x="650462" y="490347"/>
                        <a:pt x="562356" y="623697"/>
                        <a:pt x="477298" y="619601"/>
                      </a:cubicBezTo>
                      <a:close/>
                    </a:path>
                  </a:pathLst>
                </a:custGeom>
                <a:solidFill>
                  <a:srgbClr val="92E3A9">
                    <a:alpha val="4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5" name="任意多边形: 形状 634">
                  <a:extLst>
                    <a:ext uri="{FF2B5EF4-FFF2-40B4-BE49-F238E27FC236}">
                      <a16:creationId xmlns:a16="http://schemas.microsoft.com/office/drawing/2014/main" id="{4A6D4ABB-116B-49C6-B72A-0DF8DE6EF223}"/>
                    </a:ext>
                  </a:extLst>
                </p:cNvPr>
                <p:cNvSpPr/>
                <p:nvPr/>
              </p:nvSpPr>
              <p:spPr>
                <a:xfrm>
                  <a:off x="5725001" y="4310252"/>
                  <a:ext cx="615016" cy="619693"/>
                </a:xfrm>
                <a:custGeom>
                  <a:avLst/>
                  <a:gdLst>
                    <a:gd name="connsiteX0" fmla="*/ 477298 w 615016"/>
                    <a:gd name="connsiteY0" fmla="*/ 619601 h 619693"/>
                    <a:gd name="connsiteX1" fmla="*/ 444913 w 615016"/>
                    <a:gd name="connsiteY1" fmla="*/ 610743 h 619693"/>
                    <a:gd name="connsiteX2" fmla="*/ 81248 w 615016"/>
                    <a:gd name="connsiteY2" fmla="*/ 286417 h 619693"/>
                    <a:gd name="connsiteX3" fmla="*/ 0 w 615016"/>
                    <a:gd name="connsiteY3" fmla="*/ 166497 h 619693"/>
                    <a:gd name="connsiteX4" fmla="*/ 38862 w 615016"/>
                    <a:gd name="connsiteY4" fmla="*/ 0 h 619693"/>
                    <a:gd name="connsiteX5" fmla="*/ 222409 w 615016"/>
                    <a:gd name="connsiteY5" fmla="*/ 188881 h 619693"/>
                    <a:gd name="connsiteX6" fmla="*/ 600456 w 615016"/>
                    <a:gd name="connsiteY6" fmla="*/ 407956 h 619693"/>
                    <a:gd name="connsiteX7" fmla="*/ 477298 w 615016"/>
                    <a:gd name="connsiteY7" fmla="*/ 619601 h 619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15016" h="619693">
                      <a:moveTo>
                        <a:pt x="477298" y="619601"/>
                      </a:moveTo>
                      <a:cubicBezTo>
                        <a:pt x="465985" y="619049"/>
                        <a:pt x="454931" y="616026"/>
                        <a:pt x="444913" y="610743"/>
                      </a:cubicBezTo>
                      <a:cubicBezTo>
                        <a:pt x="282988" y="526256"/>
                        <a:pt x="157067" y="386620"/>
                        <a:pt x="81248" y="286417"/>
                      </a:cubicBezTo>
                      <a:cubicBezTo>
                        <a:pt x="51771" y="248119"/>
                        <a:pt x="24638" y="208073"/>
                        <a:pt x="0" y="166497"/>
                      </a:cubicBezTo>
                      <a:lnTo>
                        <a:pt x="38862" y="0"/>
                      </a:lnTo>
                      <a:cubicBezTo>
                        <a:pt x="38862" y="0"/>
                        <a:pt x="75438" y="95250"/>
                        <a:pt x="222409" y="188881"/>
                      </a:cubicBezTo>
                      <a:cubicBezTo>
                        <a:pt x="369380" y="282512"/>
                        <a:pt x="543973" y="313373"/>
                        <a:pt x="600456" y="407956"/>
                      </a:cubicBezTo>
                      <a:cubicBezTo>
                        <a:pt x="650462" y="490347"/>
                        <a:pt x="562356" y="623697"/>
                        <a:pt x="477298" y="619601"/>
                      </a:cubicBezTo>
                      <a:close/>
                    </a:path>
                  </a:pathLst>
                </a:custGeom>
                <a:noFill/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6" name="任意多边形: 形状 635">
                  <a:extLst>
                    <a:ext uri="{FF2B5EF4-FFF2-40B4-BE49-F238E27FC236}">
                      <a16:creationId xmlns:a16="http://schemas.microsoft.com/office/drawing/2014/main" id="{8FF1D0FF-6FDE-46E1-9623-9AAF2EBE3CA7}"/>
                    </a:ext>
                  </a:extLst>
                </p:cNvPr>
                <p:cNvSpPr/>
                <p:nvPr/>
              </p:nvSpPr>
              <p:spPr>
                <a:xfrm>
                  <a:off x="5668517" y="4396358"/>
                  <a:ext cx="167068" cy="142069"/>
                </a:xfrm>
                <a:custGeom>
                  <a:avLst/>
                  <a:gdLst>
                    <a:gd name="connsiteX0" fmla="*/ 167069 w 167068"/>
                    <a:gd name="connsiteY0" fmla="*/ 70295 h 142069"/>
                    <a:gd name="connsiteX1" fmla="*/ 94012 w 167068"/>
                    <a:gd name="connsiteY1" fmla="*/ 139160 h 142069"/>
                    <a:gd name="connsiteX2" fmla="*/ 0 w 167068"/>
                    <a:gd name="connsiteY2" fmla="*/ 0 h 1420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67068" h="142069">
                      <a:moveTo>
                        <a:pt x="167069" y="70295"/>
                      </a:moveTo>
                      <a:cubicBezTo>
                        <a:pt x="167069" y="70295"/>
                        <a:pt x="146971" y="159068"/>
                        <a:pt x="94012" y="139160"/>
                      </a:cubicBezTo>
                      <a:cubicBezTo>
                        <a:pt x="65437" y="128397"/>
                        <a:pt x="10382" y="43053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7" name="任意多边形: 形状 636">
                  <a:extLst>
                    <a:ext uri="{FF2B5EF4-FFF2-40B4-BE49-F238E27FC236}">
                      <a16:creationId xmlns:a16="http://schemas.microsoft.com/office/drawing/2014/main" id="{85E070E3-4D18-4668-99DE-12D222EA135B}"/>
                    </a:ext>
                  </a:extLst>
                </p:cNvPr>
                <p:cNvSpPr/>
                <p:nvPr/>
              </p:nvSpPr>
              <p:spPr>
                <a:xfrm>
                  <a:off x="5602128" y="3897725"/>
                  <a:ext cx="997362" cy="798099"/>
                </a:xfrm>
                <a:custGeom>
                  <a:avLst/>
                  <a:gdLst>
                    <a:gd name="connsiteX0" fmla="*/ 0 w 997362"/>
                    <a:gd name="connsiteY0" fmla="*/ 22288 h 798099"/>
                    <a:gd name="connsiteX1" fmla="*/ 43244 w 997362"/>
                    <a:gd name="connsiteY1" fmla="*/ 0 h 798099"/>
                    <a:gd name="connsiteX2" fmla="*/ 241268 w 997362"/>
                    <a:gd name="connsiteY2" fmla="*/ 62675 h 798099"/>
                    <a:gd name="connsiteX3" fmla="*/ 345091 w 997362"/>
                    <a:gd name="connsiteY3" fmla="*/ 206407 h 798099"/>
                    <a:gd name="connsiteX4" fmla="*/ 885920 w 997362"/>
                    <a:gd name="connsiteY4" fmla="*/ 143446 h 798099"/>
                    <a:gd name="connsiteX5" fmla="*/ 997363 w 997362"/>
                    <a:gd name="connsiteY5" fmla="*/ 764572 h 798099"/>
                    <a:gd name="connsiteX6" fmla="*/ 485013 w 997362"/>
                    <a:gd name="connsiteY6" fmla="*/ 798100 h 798099"/>
                    <a:gd name="connsiteX7" fmla="*/ 165259 w 997362"/>
                    <a:gd name="connsiteY7" fmla="*/ 494347 h 7980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97362" h="798099">
                      <a:moveTo>
                        <a:pt x="0" y="22288"/>
                      </a:moveTo>
                      <a:lnTo>
                        <a:pt x="43244" y="0"/>
                      </a:lnTo>
                      <a:cubicBezTo>
                        <a:pt x="43244" y="0"/>
                        <a:pt x="165449" y="1048"/>
                        <a:pt x="241268" y="62675"/>
                      </a:cubicBezTo>
                      <a:cubicBezTo>
                        <a:pt x="310134" y="118682"/>
                        <a:pt x="345091" y="206407"/>
                        <a:pt x="345091" y="206407"/>
                      </a:cubicBezTo>
                      <a:cubicBezTo>
                        <a:pt x="345091" y="206407"/>
                        <a:pt x="612648" y="58674"/>
                        <a:pt x="885920" y="143446"/>
                      </a:cubicBezTo>
                      <a:lnTo>
                        <a:pt x="997363" y="764572"/>
                      </a:lnTo>
                      <a:lnTo>
                        <a:pt x="485013" y="798100"/>
                      </a:lnTo>
                      <a:lnTo>
                        <a:pt x="165259" y="49434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8" name="任意多边形: 形状 637">
                  <a:extLst>
                    <a:ext uri="{FF2B5EF4-FFF2-40B4-BE49-F238E27FC236}">
                      <a16:creationId xmlns:a16="http://schemas.microsoft.com/office/drawing/2014/main" id="{88A5D756-44BE-4569-A578-11E5E0E6BD1B}"/>
                    </a:ext>
                  </a:extLst>
                </p:cNvPr>
                <p:cNvSpPr/>
                <p:nvPr/>
              </p:nvSpPr>
              <p:spPr>
                <a:xfrm>
                  <a:off x="5574887" y="3902392"/>
                  <a:ext cx="1059846" cy="847820"/>
                </a:xfrm>
                <a:custGeom>
                  <a:avLst/>
                  <a:gdLst>
                    <a:gd name="connsiteX0" fmla="*/ 1059847 w 1059846"/>
                    <a:gd name="connsiteY0" fmla="*/ 784765 h 847820"/>
                    <a:gd name="connsiteX1" fmla="*/ 919353 w 1059846"/>
                    <a:gd name="connsiteY1" fmla="*/ 785622 h 847820"/>
                    <a:gd name="connsiteX2" fmla="*/ 553117 w 1059846"/>
                    <a:gd name="connsiteY2" fmla="*/ 847820 h 847820"/>
                    <a:gd name="connsiteX3" fmla="*/ 549497 w 1059846"/>
                    <a:gd name="connsiteY3" fmla="*/ 846582 h 847820"/>
                    <a:gd name="connsiteX4" fmla="*/ 479203 w 1059846"/>
                    <a:gd name="connsiteY4" fmla="*/ 822007 h 847820"/>
                    <a:gd name="connsiteX5" fmla="*/ 477774 w 1059846"/>
                    <a:gd name="connsiteY5" fmla="*/ 819912 h 847820"/>
                    <a:gd name="connsiteX6" fmla="*/ 211074 w 1059846"/>
                    <a:gd name="connsiteY6" fmla="*/ 589788 h 847820"/>
                    <a:gd name="connsiteX7" fmla="*/ 0 w 1059846"/>
                    <a:gd name="connsiteY7" fmla="*/ 0 h 847820"/>
                    <a:gd name="connsiteX8" fmla="*/ 338804 w 1059846"/>
                    <a:gd name="connsiteY8" fmla="*/ 207454 h 847820"/>
                    <a:gd name="connsiteX9" fmla="*/ 398907 w 1059846"/>
                    <a:gd name="connsiteY9" fmla="*/ 229171 h 847820"/>
                    <a:gd name="connsiteX10" fmla="*/ 956786 w 1059846"/>
                    <a:gd name="connsiteY10" fmla="*/ 161354 h 8478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59846" h="847820">
                      <a:moveTo>
                        <a:pt x="1059847" y="784765"/>
                      </a:moveTo>
                      <a:cubicBezTo>
                        <a:pt x="1059847" y="784765"/>
                        <a:pt x="999744" y="782955"/>
                        <a:pt x="919353" y="785622"/>
                      </a:cubicBezTo>
                      <a:cubicBezTo>
                        <a:pt x="797814" y="789432"/>
                        <a:pt x="629888" y="803148"/>
                        <a:pt x="553117" y="847820"/>
                      </a:cubicBezTo>
                      <a:lnTo>
                        <a:pt x="549497" y="846582"/>
                      </a:lnTo>
                      <a:lnTo>
                        <a:pt x="479203" y="822007"/>
                      </a:lnTo>
                      <a:lnTo>
                        <a:pt x="477774" y="819912"/>
                      </a:lnTo>
                      <a:cubicBezTo>
                        <a:pt x="464820" y="800862"/>
                        <a:pt x="360331" y="650843"/>
                        <a:pt x="211074" y="589788"/>
                      </a:cubicBezTo>
                      <a:lnTo>
                        <a:pt x="0" y="0"/>
                      </a:lnTo>
                      <a:cubicBezTo>
                        <a:pt x="0" y="0"/>
                        <a:pt x="219075" y="9525"/>
                        <a:pt x="338804" y="207454"/>
                      </a:cubicBezTo>
                      <a:lnTo>
                        <a:pt x="398907" y="229171"/>
                      </a:lnTo>
                      <a:cubicBezTo>
                        <a:pt x="398907" y="229171"/>
                        <a:pt x="756571" y="123254"/>
                        <a:pt x="956786" y="16135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639" name="图形 463">
                  <a:extLst>
                    <a:ext uri="{FF2B5EF4-FFF2-40B4-BE49-F238E27FC236}">
                      <a16:creationId xmlns:a16="http://schemas.microsoft.com/office/drawing/2014/main" id="{5E33E89E-6CB9-4576-AA88-4F2D56AC4D29}"/>
                    </a:ext>
                  </a:extLst>
                </p:cNvPr>
                <p:cNvGrpSpPr/>
                <p:nvPr/>
              </p:nvGrpSpPr>
              <p:grpSpPr>
                <a:xfrm>
                  <a:off x="5574887" y="3902487"/>
                  <a:ext cx="919353" cy="847725"/>
                  <a:chOff x="5574887" y="3902487"/>
                  <a:chExt cx="919353" cy="847725"/>
                </a:xfrm>
                <a:solidFill>
                  <a:srgbClr val="000000">
                    <a:alpha val="70000"/>
                  </a:srgbClr>
                </a:solidFill>
              </p:grpSpPr>
              <p:sp>
                <p:nvSpPr>
                  <p:cNvPr id="672" name="任意多边形: 形状 671">
                    <a:extLst>
                      <a:ext uri="{FF2B5EF4-FFF2-40B4-BE49-F238E27FC236}">
                        <a16:creationId xmlns:a16="http://schemas.microsoft.com/office/drawing/2014/main" id="{EC3D780F-256B-4AB8-923D-A056CF04F560}"/>
                      </a:ext>
                    </a:extLst>
                  </p:cNvPr>
                  <p:cNvSpPr/>
                  <p:nvPr/>
                </p:nvSpPr>
                <p:spPr>
                  <a:xfrm>
                    <a:off x="5574887" y="3902487"/>
                    <a:ext cx="477774" cy="819912"/>
                  </a:xfrm>
                  <a:custGeom>
                    <a:avLst/>
                    <a:gdLst>
                      <a:gd name="connsiteX0" fmla="*/ 477774 w 477774"/>
                      <a:gd name="connsiteY0" fmla="*/ 819912 h 819912"/>
                      <a:gd name="connsiteX1" fmla="*/ 211074 w 477774"/>
                      <a:gd name="connsiteY1" fmla="*/ 589788 h 819912"/>
                      <a:gd name="connsiteX2" fmla="*/ 0 w 477774"/>
                      <a:gd name="connsiteY2" fmla="*/ 0 h 819912"/>
                      <a:gd name="connsiteX3" fmla="*/ 338804 w 477774"/>
                      <a:gd name="connsiteY3" fmla="*/ 207454 h 8199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77774" h="819912">
                        <a:moveTo>
                          <a:pt x="477774" y="819912"/>
                        </a:moveTo>
                        <a:cubicBezTo>
                          <a:pt x="464820" y="800862"/>
                          <a:pt x="360331" y="650843"/>
                          <a:pt x="211074" y="589788"/>
                        </a:cubicBezTo>
                        <a:lnTo>
                          <a:pt x="0" y="0"/>
                        </a:lnTo>
                        <a:cubicBezTo>
                          <a:pt x="0" y="0"/>
                          <a:pt x="219075" y="9525"/>
                          <a:pt x="338804" y="207454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7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3" name="任意多边形: 形状 672">
                    <a:extLst>
                      <a:ext uri="{FF2B5EF4-FFF2-40B4-BE49-F238E27FC236}">
                        <a16:creationId xmlns:a16="http://schemas.microsoft.com/office/drawing/2014/main" id="{04393C7B-8C47-4E67-8C1C-D995A535E722}"/>
                      </a:ext>
                    </a:extLst>
                  </p:cNvPr>
                  <p:cNvSpPr/>
                  <p:nvPr/>
                </p:nvSpPr>
                <p:spPr>
                  <a:xfrm>
                    <a:off x="5983986" y="4136452"/>
                    <a:ext cx="510254" cy="613759"/>
                  </a:xfrm>
                  <a:custGeom>
                    <a:avLst/>
                    <a:gdLst>
                      <a:gd name="connsiteX0" fmla="*/ 510254 w 510254"/>
                      <a:gd name="connsiteY0" fmla="*/ 551562 h 613759"/>
                      <a:gd name="connsiteX1" fmla="*/ 144018 w 510254"/>
                      <a:gd name="connsiteY1" fmla="*/ 613760 h 613759"/>
                      <a:gd name="connsiteX2" fmla="*/ 140398 w 510254"/>
                      <a:gd name="connsiteY2" fmla="*/ 612522 h 613759"/>
                      <a:gd name="connsiteX3" fmla="*/ 0 w 510254"/>
                      <a:gd name="connsiteY3" fmla="*/ 16447 h 613759"/>
                      <a:gd name="connsiteX4" fmla="*/ 150209 w 510254"/>
                      <a:gd name="connsiteY4" fmla="*/ 3684 h 613759"/>
                      <a:gd name="connsiteX5" fmla="*/ 510254 w 510254"/>
                      <a:gd name="connsiteY5" fmla="*/ 551562 h 6137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510254" h="613759">
                        <a:moveTo>
                          <a:pt x="510254" y="551562"/>
                        </a:moveTo>
                        <a:cubicBezTo>
                          <a:pt x="388715" y="555372"/>
                          <a:pt x="220790" y="569088"/>
                          <a:pt x="144018" y="613760"/>
                        </a:cubicBezTo>
                        <a:lnTo>
                          <a:pt x="140398" y="612522"/>
                        </a:lnTo>
                        <a:lnTo>
                          <a:pt x="0" y="16447"/>
                        </a:lnTo>
                        <a:cubicBezTo>
                          <a:pt x="0" y="16447"/>
                          <a:pt x="114871" y="-9365"/>
                          <a:pt x="150209" y="3684"/>
                        </a:cubicBezTo>
                        <a:cubicBezTo>
                          <a:pt x="150114" y="3874"/>
                          <a:pt x="383667" y="176181"/>
                          <a:pt x="510254" y="551562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7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40" name="任意多边形: 形状 639">
                  <a:extLst>
                    <a:ext uri="{FF2B5EF4-FFF2-40B4-BE49-F238E27FC236}">
                      <a16:creationId xmlns:a16="http://schemas.microsoft.com/office/drawing/2014/main" id="{2CDDD74B-6BBE-4770-B36B-4D2EB4AE61EF}"/>
                    </a:ext>
                  </a:extLst>
                </p:cNvPr>
                <p:cNvSpPr/>
                <p:nvPr/>
              </p:nvSpPr>
              <p:spPr>
                <a:xfrm>
                  <a:off x="5574887" y="3902392"/>
                  <a:ext cx="1059846" cy="847820"/>
                </a:xfrm>
                <a:custGeom>
                  <a:avLst/>
                  <a:gdLst>
                    <a:gd name="connsiteX0" fmla="*/ 1059847 w 1059846"/>
                    <a:gd name="connsiteY0" fmla="*/ 784765 h 847820"/>
                    <a:gd name="connsiteX1" fmla="*/ 919353 w 1059846"/>
                    <a:gd name="connsiteY1" fmla="*/ 785622 h 847820"/>
                    <a:gd name="connsiteX2" fmla="*/ 553117 w 1059846"/>
                    <a:gd name="connsiteY2" fmla="*/ 847820 h 847820"/>
                    <a:gd name="connsiteX3" fmla="*/ 549497 w 1059846"/>
                    <a:gd name="connsiteY3" fmla="*/ 846582 h 847820"/>
                    <a:gd name="connsiteX4" fmla="*/ 479203 w 1059846"/>
                    <a:gd name="connsiteY4" fmla="*/ 822007 h 847820"/>
                    <a:gd name="connsiteX5" fmla="*/ 477774 w 1059846"/>
                    <a:gd name="connsiteY5" fmla="*/ 819912 h 847820"/>
                    <a:gd name="connsiteX6" fmla="*/ 211074 w 1059846"/>
                    <a:gd name="connsiteY6" fmla="*/ 589788 h 847820"/>
                    <a:gd name="connsiteX7" fmla="*/ 0 w 1059846"/>
                    <a:gd name="connsiteY7" fmla="*/ 0 h 847820"/>
                    <a:gd name="connsiteX8" fmla="*/ 338804 w 1059846"/>
                    <a:gd name="connsiteY8" fmla="*/ 207454 h 847820"/>
                    <a:gd name="connsiteX9" fmla="*/ 398907 w 1059846"/>
                    <a:gd name="connsiteY9" fmla="*/ 229171 h 847820"/>
                    <a:gd name="connsiteX10" fmla="*/ 956786 w 1059846"/>
                    <a:gd name="connsiteY10" fmla="*/ 161354 h 8478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59846" h="847820">
                      <a:moveTo>
                        <a:pt x="1059847" y="784765"/>
                      </a:moveTo>
                      <a:cubicBezTo>
                        <a:pt x="1059847" y="784765"/>
                        <a:pt x="999744" y="782955"/>
                        <a:pt x="919353" y="785622"/>
                      </a:cubicBezTo>
                      <a:cubicBezTo>
                        <a:pt x="797814" y="789432"/>
                        <a:pt x="629888" y="803148"/>
                        <a:pt x="553117" y="847820"/>
                      </a:cubicBezTo>
                      <a:lnTo>
                        <a:pt x="549497" y="846582"/>
                      </a:lnTo>
                      <a:lnTo>
                        <a:pt x="479203" y="822007"/>
                      </a:lnTo>
                      <a:lnTo>
                        <a:pt x="477774" y="819912"/>
                      </a:lnTo>
                      <a:cubicBezTo>
                        <a:pt x="464820" y="800862"/>
                        <a:pt x="360331" y="650843"/>
                        <a:pt x="211074" y="589788"/>
                      </a:cubicBezTo>
                      <a:lnTo>
                        <a:pt x="0" y="0"/>
                      </a:lnTo>
                      <a:cubicBezTo>
                        <a:pt x="0" y="0"/>
                        <a:pt x="219075" y="9525"/>
                        <a:pt x="338804" y="207454"/>
                      </a:cubicBezTo>
                      <a:lnTo>
                        <a:pt x="398907" y="229171"/>
                      </a:lnTo>
                      <a:cubicBezTo>
                        <a:pt x="398907" y="229171"/>
                        <a:pt x="756571" y="123254"/>
                        <a:pt x="956786" y="161354"/>
                      </a:cubicBezTo>
                      <a:close/>
                    </a:path>
                  </a:pathLst>
                </a:custGeom>
                <a:noFill/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1" name="任意多边形: 形状 640">
                  <a:extLst>
                    <a:ext uri="{FF2B5EF4-FFF2-40B4-BE49-F238E27FC236}">
                      <a16:creationId xmlns:a16="http://schemas.microsoft.com/office/drawing/2014/main" id="{980061AE-39AB-4D73-B9AE-3BD44A89EC68}"/>
                    </a:ext>
                  </a:extLst>
                </p:cNvPr>
                <p:cNvSpPr/>
                <p:nvPr/>
              </p:nvSpPr>
              <p:spPr>
                <a:xfrm>
                  <a:off x="5973984" y="4131659"/>
                  <a:ext cx="137826" cy="571785"/>
                </a:xfrm>
                <a:custGeom>
                  <a:avLst/>
                  <a:gdLst>
                    <a:gd name="connsiteX0" fmla="*/ 0 w 137826"/>
                    <a:gd name="connsiteY0" fmla="*/ 0 h 571785"/>
                    <a:gd name="connsiteX1" fmla="*/ 137827 w 137826"/>
                    <a:gd name="connsiteY1" fmla="*/ 571786 h 5717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7826" h="571785">
                      <a:moveTo>
                        <a:pt x="0" y="0"/>
                      </a:moveTo>
                      <a:lnTo>
                        <a:pt x="137827" y="571786"/>
                      </a:lnTo>
                    </a:path>
                  </a:pathLst>
                </a:custGeom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2" name="任意多边形: 形状 641">
                  <a:extLst>
                    <a:ext uri="{FF2B5EF4-FFF2-40B4-BE49-F238E27FC236}">
                      <a16:creationId xmlns:a16="http://schemas.microsoft.com/office/drawing/2014/main" id="{21A16B71-EE28-453E-9EEA-D03DA75115A3}"/>
                    </a:ext>
                  </a:extLst>
                </p:cNvPr>
                <p:cNvSpPr/>
                <p:nvPr/>
              </p:nvSpPr>
              <p:spPr>
                <a:xfrm>
                  <a:off x="5920168" y="4153090"/>
                  <a:ext cx="133921" cy="571404"/>
                </a:xfrm>
                <a:custGeom>
                  <a:avLst/>
                  <a:gdLst>
                    <a:gd name="connsiteX0" fmla="*/ 133922 w 133921"/>
                    <a:gd name="connsiteY0" fmla="*/ 571405 h 571404"/>
                    <a:gd name="connsiteX1" fmla="*/ 0 w 133921"/>
                    <a:gd name="connsiteY1" fmla="*/ 0 h 5714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3921" h="571404">
                      <a:moveTo>
                        <a:pt x="133922" y="571405"/>
                      </a:moveTo>
                      <a:lnTo>
                        <a:pt x="0" y="0"/>
                      </a:lnTo>
                    </a:path>
                  </a:pathLst>
                </a:custGeom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3" name="任意多边形: 形状 642">
                  <a:extLst>
                    <a:ext uri="{FF2B5EF4-FFF2-40B4-BE49-F238E27FC236}">
                      <a16:creationId xmlns:a16="http://schemas.microsoft.com/office/drawing/2014/main" id="{332003B0-3E40-43C3-952A-C3E2963CF99B}"/>
                    </a:ext>
                  </a:extLst>
                </p:cNvPr>
                <p:cNvSpPr/>
                <p:nvPr/>
              </p:nvSpPr>
              <p:spPr>
                <a:xfrm>
                  <a:off x="5642649" y="4140300"/>
                  <a:ext cx="222471" cy="337211"/>
                </a:xfrm>
                <a:custGeom>
                  <a:avLst/>
                  <a:gdLst>
                    <a:gd name="connsiteX0" fmla="*/ 71208 w 222471"/>
                    <a:gd name="connsiteY0" fmla="*/ 336926 h 337211"/>
                    <a:gd name="connsiteX1" fmla="*/ 7200 w 222471"/>
                    <a:gd name="connsiteY1" fmla="*/ 65559 h 337211"/>
                    <a:gd name="connsiteX2" fmla="*/ 54825 w 222471"/>
                    <a:gd name="connsiteY2" fmla="*/ 3360 h 337211"/>
                    <a:gd name="connsiteX3" fmla="*/ 158076 w 222471"/>
                    <a:gd name="connsiteY3" fmla="*/ 13457 h 337211"/>
                    <a:gd name="connsiteX4" fmla="*/ 82447 w 222471"/>
                    <a:gd name="connsiteY4" fmla="*/ 46413 h 337211"/>
                    <a:gd name="connsiteX5" fmla="*/ 61016 w 222471"/>
                    <a:gd name="connsiteY5" fmla="*/ 85656 h 337211"/>
                    <a:gd name="connsiteX6" fmla="*/ 61873 w 222471"/>
                    <a:gd name="connsiteY6" fmla="*/ 107278 h 337211"/>
                    <a:gd name="connsiteX7" fmla="*/ 104450 w 222471"/>
                    <a:gd name="connsiteY7" fmla="*/ 85275 h 337211"/>
                    <a:gd name="connsiteX8" fmla="*/ 165029 w 222471"/>
                    <a:gd name="connsiteY8" fmla="*/ 113279 h 337211"/>
                    <a:gd name="connsiteX9" fmla="*/ 193604 w 222471"/>
                    <a:gd name="connsiteY9" fmla="*/ 140139 h 337211"/>
                    <a:gd name="connsiteX10" fmla="*/ 113022 w 222471"/>
                    <a:gd name="connsiteY10" fmla="*/ 149664 h 337211"/>
                    <a:gd name="connsiteX11" fmla="*/ 88448 w 222471"/>
                    <a:gd name="connsiteY11" fmla="*/ 186717 h 337211"/>
                    <a:gd name="connsiteX12" fmla="*/ 122547 w 222471"/>
                    <a:gd name="connsiteY12" fmla="*/ 191955 h 337211"/>
                    <a:gd name="connsiteX13" fmla="*/ 216559 w 222471"/>
                    <a:gd name="connsiteY13" fmla="*/ 257678 h 337211"/>
                    <a:gd name="connsiteX14" fmla="*/ 124643 w 222471"/>
                    <a:gd name="connsiteY14" fmla="*/ 255392 h 337211"/>
                    <a:gd name="connsiteX15" fmla="*/ 110165 w 222471"/>
                    <a:gd name="connsiteY15" fmla="*/ 267489 h 337211"/>
                    <a:gd name="connsiteX16" fmla="*/ 176840 w 222471"/>
                    <a:gd name="connsiteY16" fmla="*/ 285300 h 337211"/>
                    <a:gd name="connsiteX17" fmla="*/ 222465 w 222471"/>
                    <a:gd name="connsiteY17" fmla="*/ 320257 h 337211"/>
                    <a:gd name="connsiteX18" fmla="*/ 167505 w 222471"/>
                    <a:gd name="connsiteY18" fmla="*/ 326829 h 337211"/>
                    <a:gd name="connsiteX19" fmla="*/ 123214 w 222471"/>
                    <a:gd name="connsiteY19" fmla="*/ 325019 h 337211"/>
                    <a:gd name="connsiteX20" fmla="*/ 99592 w 222471"/>
                    <a:gd name="connsiteY20" fmla="*/ 337211 h 337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22471" h="337211">
                      <a:moveTo>
                        <a:pt x="71208" y="336926"/>
                      </a:moveTo>
                      <a:cubicBezTo>
                        <a:pt x="40632" y="328449"/>
                        <a:pt x="-20994" y="144711"/>
                        <a:pt x="7200" y="65559"/>
                      </a:cubicBezTo>
                      <a:cubicBezTo>
                        <a:pt x="7200" y="65559"/>
                        <a:pt x="40728" y="7361"/>
                        <a:pt x="54825" y="3360"/>
                      </a:cubicBezTo>
                      <a:cubicBezTo>
                        <a:pt x="76161" y="-2831"/>
                        <a:pt x="162267" y="-1021"/>
                        <a:pt x="158076" y="13457"/>
                      </a:cubicBezTo>
                      <a:cubicBezTo>
                        <a:pt x="148551" y="46985"/>
                        <a:pt x="82447" y="46413"/>
                        <a:pt x="82447" y="46413"/>
                      </a:cubicBezTo>
                      <a:lnTo>
                        <a:pt x="61016" y="85656"/>
                      </a:lnTo>
                      <a:lnTo>
                        <a:pt x="61873" y="107278"/>
                      </a:lnTo>
                      <a:cubicBezTo>
                        <a:pt x="61873" y="107278"/>
                        <a:pt x="93020" y="84609"/>
                        <a:pt x="104450" y="85275"/>
                      </a:cubicBezTo>
                      <a:cubicBezTo>
                        <a:pt x="110355" y="85275"/>
                        <a:pt x="140835" y="100515"/>
                        <a:pt x="165029" y="113279"/>
                      </a:cubicBezTo>
                      <a:cubicBezTo>
                        <a:pt x="185698" y="124233"/>
                        <a:pt x="198366" y="130233"/>
                        <a:pt x="193604" y="140139"/>
                      </a:cubicBezTo>
                      <a:cubicBezTo>
                        <a:pt x="178269" y="173096"/>
                        <a:pt x="113022" y="149664"/>
                        <a:pt x="113022" y="149664"/>
                      </a:cubicBezTo>
                      <a:lnTo>
                        <a:pt x="88448" y="186717"/>
                      </a:lnTo>
                      <a:cubicBezTo>
                        <a:pt x="88448" y="186717"/>
                        <a:pt x="112165" y="190812"/>
                        <a:pt x="122547" y="191955"/>
                      </a:cubicBezTo>
                      <a:cubicBezTo>
                        <a:pt x="132930" y="193098"/>
                        <a:pt x="219131" y="250534"/>
                        <a:pt x="216559" y="257678"/>
                      </a:cubicBezTo>
                      <a:cubicBezTo>
                        <a:pt x="206367" y="285681"/>
                        <a:pt x="124643" y="255392"/>
                        <a:pt x="124643" y="255392"/>
                      </a:cubicBezTo>
                      <a:lnTo>
                        <a:pt x="110165" y="267489"/>
                      </a:lnTo>
                      <a:cubicBezTo>
                        <a:pt x="110165" y="267489"/>
                        <a:pt x="170363" y="283014"/>
                        <a:pt x="176840" y="285300"/>
                      </a:cubicBezTo>
                      <a:cubicBezTo>
                        <a:pt x="186365" y="288825"/>
                        <a:pt x="223036" y="317019"/>
                        <a:pt x="222465" y="320257"/>
                      </a:cubicBezTo>
                      <a:cubicBezTo>
                        <a:pt x="218083" y="345022"/>
                        <a:pt x="167505" y="326829"/>
                        <a:pt x="167505" y="326829"/>
                      </a:cubicBezTo>
                      <a:lnTo>
                        <a:pt x="123214" y="325019"/>
                      </a:lnTo>
                      <a:cubicBezTo>
                        <a:pt x="116468" y="330971"/>
                        <a:pt x="108352" y="335160"/>
                        <a:pt x="99592" y="337211"/>
                      </a:cubicBezTo>
                    </a:path>
                  </a:pathLst>
                </a:custGeom>
                <a:solidFill>
                  <a:srgbClr val="FFFFFF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4" name="任意多边形: 形状 643">
                  <a:extLst>
                    <a:ext uri="{FF2B5EF4-FFF2-40B4-BE49-F238E27FC236}">
                      <a16:creationId xmlns:a16="http://schemas.microsoft.com/office/drawing/2014/main" id="{CBD3508D-B82F-4035-BEF3-288F1E67FDEA}"/>
                    </a:ext>
                  </a:extLst>
                </p:cNvPr>
                <p:cNvSpPr/>
                <p:nvPr/>
              </p:nvSpPr>
              <p:spPr>
                <a:xfrm>
                  <a:off x="5662510" y="4247578"/>
                  <a:ext cx="41631" cy="60007"/>
                </a:xfrm>
                <a:custGeom>
                  <a:avLst/>
                  <a:gdLst>
                    <a:gd name="connsiteX0" fmla="*/ 41631 w 41631"/>
                    <a:gd name="connsiteY0" fmla="*/ 0 h 60007"/>
                    <a:gd name="connsiteX1" fmla="*/ 5722 w 41631"/>
                    <a:gd name="connsiteY1" fmla="*/ 30956 h 60007"/>
                    <a:gd name="connsiteX2" fmla="*/ 198 w 41631"/>
                    <a:gd name="connsiteY2" fmla="*/ 60007 h 600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1631" h="60007">
                      <a:moveTo>
                        <a:pt x="41631" y="0"/>
                      </a:moveTo>
                      <a:cubicBezTo>
                        <a:pt x="41631" y="0"/>
                        <a:pt x="13056" y="24003"/>
                        <a:pt x="5722" y="30956"/>
                      </a:cubicBezTo>
                      <a:cubicBezTo>
                        <a:pt x="-1612" y="37910"/>
                        <a:pt x="198" y="60007"/>
                        <a:pt x="198" y="60007"/>
                      </a:cubicBezTo>
                    </a:path>
                  </a:pathLst>
                </a:custGeom>
                <a:noFill/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5" name="任意多边形: 形状 644">
                  <a:extLst>
                    <a:ext uri="{FF2B5EF4-FFF2-40B4-BE49-F238E27FC236}">
                      <a16:creationId xmlns:a16="http://schemas.microsoft.com/office/drawing/2014/main" id="{54E31184-E4EB-4EA2-98CA-D9B65D0CED46}"/>
                    </a:ext>
                  </a:extLst>
                </p:cNvPr>
                <p:cNvSpPr/>
                <p:nvPr/>
              </p:nvSpPr>
              <p:spPr>
                <a:xfrm>
                  <a:off x="5683472" y="4356353"/>
                  <a:ext cx="33146" cy="90963"/>
                </a:xfrm>
                <a:custGeom>
                  <a:avLst/>
                  <a:gdLst>
                    <a:gd name="connsiteX0" fmla="*/ 0 w 33146"/>
                    <a:gd name="connsiteY0" fmla="*/ 0 h 90963"/>
                    <a:gd name="connsiteX1" fmla="*/ 23622 w 33146"/>
                    <a:gd name="connsiteY1" fmla="*/ 46673 h 90963"/>
                    <a:gd name="connsiteX2" fmla="*/ 33147 w 33146"/>
                    <a:gd name="connsiteY2" fmla="*/ 90964 h 90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146" h="90963">
                      <a:moveTo>
                        <a:pt x="0" y="0"/>
                      </a:moveTo>
                      <a:cubicBezTo>
                        <a:pt x="0" y="24194"/>
                        <a:pt x="16192" y="38862"/>
                        <a:pt x="23622" y="46673"/>
                      </a:cubicBezTo>
                      <a:cubicBezTo>
                        <a:pt x="31051" y="54483"/>
                        <a:pt x="11716" y="75724"/>
                        <a:pt x="33147" y="90964"/>
                      </a:cubicBezTo>
                    </a:path>
                  </a:pathLst>
                </a:custGeom>
                <a:noFill/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6" name="任意多边形: 形状 645">
                  <a:extLst>
                    <a:ext uri="{FF2B5EF4-FFF2-40B4-BE49-F238E27FC236}">
                      <a16:creationId xmlns:a16="http://schemas.microsoft.com/office/drawing/2014/main" id="{59EA0C6F-0D42-4090-84F7-2F9A5B7FDEC6}"/>
                    </a:ext>
                  </a:extLst>
                </p:cNvPr>
                <p:cNvSpPr/>
                <p:nvPr/>
              </p:nvSpPr>
              <p:spPr>
                <a:xfrm>
                  <a:off x="6691122" y="4495895"/>
                  <a:ext cx="561801" cy="629010"/>
                </a:xfrm>
                <a:custGeom>
                  <a:avLst/>
                  <a:gdLst>
                    <a:gd name="connsiteX0" fmla="*/ 403193 w 561801"/>
                    <a:gd name="connsiteY0" fmla="*/ 627316 h 629010"/>
                    <a:gd name="connsiteX1" fmla="*/ 196787 w 561801"/>
                    <a:gd name="connsiteY1" fmla="*/ 421481 h 629010"/>
                    <a:gd name="connsiteX2" fmla="*/ 196787 w 561801"/>
                    <a:gd name="connsiteY2" fmla="*/ 421481 h 629010"/>
                    <a:gd name="connsiteX3" fmla="*/ 16478 w 561801"/>
                    <a:gd name="connsiteY3" fmla="*/ 211931 h 629010"/>
                    <a:gd name="connsiteX4" fmla="*/ 0 w 561801"/>
                    <a:gd name="connsiteY4" fmla="*/ 200025 h 629010"/>
                    <a:gd name="connsiteX5" fmla="*/ 39814 w 561801"/>
                    <a:gd name="connsiteY5" fmla="*/ 0 h 629010"/>
                    <a:gd name="connsiteX6" fmla="*/ 259556 w 561801"/>
                    <a:gd name="connsiteY6" fmla="*/ 184118 h 629010"/>
                    <a:gd name="connsiteX7" fmla="*/ 553974 w 561801"/>
                    <a:gd name="connsiteY7" fmla="*/ 420529 h 629010"/>
                    <a:gd name="connsiteX8" fmla="*/ 403193 w 561801"/>
                    <a:gd name="connsiteY8" fmla="*/ 627316 h 629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61801" h="629010">
                      <a:moveTo>
                        <a:pt x="403193" y="627316"/>
                      </a:moveTo>
                      <a:cubicBezTo>
                        <a:pt x="342709" y="643795"/>
                        <a:pt x="276987" y="537496"/>
                        <a:pt x="196787" y="421481"/>
                      </a:cubicBezTo>
                      <a:lnTo>
                        <a:pt x="196787" y="421481"/>
                      </a:lnTo>
                      <a:cubicBezTo>
                        <a:pt x="143827" y="345281"/>
                        <a:pt x="84582" y="264033"/>
                        <a:pt x="16478" y="211931"/>
                      </a:cubicBezTo>
                      <a:cubicBezTo>
                        <a:pt x="11049" y="207835"/>
                        <a:pt x="5524" y="203835"/>
                        <a:pt x="0" y="200025"/>
                      </a:cubicBezTo>
                      <a:lnTo>
                        <a:pt x="39814" y="0"/>
                      </a:lnTo>
                      <a:cubicBezTo>
                        <a:pt x="122491" y="43339"/>
                        <a:pt x="173736" y="112776"/>
                        <a:pt x="259556" y="184118"/>
                      </a:cubicBezTo>
                      <a:cubicBezTo>
                        <a:pt x="397669" y="299085"/>
                        <a:pt x="520065" y="369665"/>
                        <a:pt x="553974" y="420529"/>
                      </a:cubicBezTo>
                      <a:cubicBezTo>
                        <a:pt x="587883" y="471392"/>
                        <a:pt x="506825" y="599027"/>
                        <a:pt x="403193" y="62731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7" name="任意多边形: 形状 646">
                  <a:extLst>
                    <a:ext uri="{FF2B5EF4-FFF2-40B4-BE49-F238E27FC236}">
                      <a16:creationId xmlns:a16="http://schemas.microsoft.com/office/drawing/2014/main" id="{5CA725D4-4B2C-4609-93CF-C6F634AF4784}"/>
                    </a:ext>
                  </a:extLst>
                </p:cNvPr>
                <p:cNvSpPr/>
                <p:nvPr/>
              </p:nvSpPr>
              <p:spPr>
                <a:xfrm>
                  <a:off x="6707600" y="4703730"/>
                  <a:ext cx="180308" cy="213550"/>
                </a:xfrm>
                <a:custGeom>
                  <a:avLst/>
                  <a:gdLst>
                    <a:gd name="connsiteX0" fmla="*/ 180308 w 180308"/>
                    <a:gd name="connsiteY0" fmla="*/ 213551 h 213550"/>
                    <a:gd name="connsiteX1" fmla="*/ 0 w 180308"/>
                    <a:gd name="connsiteY1" fmla="*/ 4001 h 213550"/>
                    <a:gd name="connsiteX2" fmla="*/ 26384 w 180308"/>
                    <a:gd name="connsiteY2" fmla="*/ 0 h 213550"/>
                    <a:gd name="connsiteX3" fmla="*/ 180308 w 180308"/>
                    <a:gd name="connsiteY3" fmla="*/ 213551 h 213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0308" h="213550">
                      <a:moveTo>
                        <a:pt x="180308" y="213551"/>
                      </a:moveTo>
                      <a:cubicBezTo>
                        <a:pt x="127349" y="137351"/>
                        <a:pt x="68104" y="56102"/>
                        <a:pt x="0" y="4001"/>
                      </a:cubicBezTo>
                      <a:cubicBezTo>
                        <a:pt x="8974" y="4459"/>
                        <a:pt x="17949" y="3098"/>
                        <a:pt x="26384" y="0"/>
                      </a:cubicBezTo>
                      <a:cubicBezTo>
                        <a:pt x="26384" y="0"/>
                        <a:pt x="134017" y="87344"/>
                        <a:pt x="180308" y="213551"/>
                      </a:cubicBezTo>
                      <a:close/>
                    </a:path>
                  </a:pathLst>
                </a:custGeom>
                <a:solidFill>
                  <a:srgbClr val="92E3A9">
                    <a:alpha val="4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8" name="任意多边形: 形状 647">
                  <a:extLst>
                    <a:ext uri="{FF2B5EF4-FFF2-40B4-BE49-F238E27FC236}">
                      <a16:creationId xmlns:a16="http://schemas.microsoft.com/office/drawing/2014/main" id="{DE3F38B1-BAE8-45C1-A61B-83841B88D83A}"/>
                    </a:ext>
                  </a:extLst>
                </p:cNvPr>
                <p:cNvSpPr/>
                <p:nvPr/>
              </p:nvSpPr>
              <p:spPr>
                <a:xfrm>
                  <a:off x="6691122" y="4495895"/>
                  <a:ext cx="561801" cy="629010"/>
                </a:xfrm>
                <a:custGeom>
                  <a:avLst/>
                  <a:gdLst>
                    <a:gd name="connsiteX0" fmla="*/ 403193 w 561801"/>
                    <a:gd name="connsiteY0" fmla="*/ 627316 h 629010"/>
                    <a:gd name="connsiteX1" fmla="*/ 196787 w 561801"/>
                    <a:gd name="connsiteY1" fmla="*/ 421481 h 629010"/>
                    <a:gd name="connsiteX2" fmla="*/ 196787 w 561801"/>
                    <a:gd name="connsiteY2" fmla="*/ 421481 h 629010"/>
                    <a:gd name="connsiteX3" fmla="*/ 16478 w 561801"/>
                    <a:gd name="connsiteY3" fmla="*/ 211931 h 629010"/>
                    <a:gd name="connsiteX4" fmla="*/ 0 w 561801"/>
                    <a:gd name="connsiteY4" fmla="*/ 200025 h 629010"/>
                    <a:gd name="connsiteX5" fmla="*/ 39814 w 561801"/>
                    <a:gd name="connsiteY5" fmla="*/ 0 h 629010"/>
                    <a:gd name="connsiteX6" fmla="*/ 259556 w 561801"/>
                    <a:gd name="connsiteY6" fmla="*/ 184118 h 629010"/>
                    <a:gd name="connsiteX7" fmla="*/ 553974 w 561801"/>
                    <a:gd name="connsiteY7" fmla="*/ 420529 h 629010"/>
                    <a:gd name="connsiteX8" fmla="*/ 403193 w 561801"/>
                    <a:gd name="connsiteY8" fmla="*/ 627316 h 629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61801" h="629010">
                      <a:moveTo>
                        <a:pt x="403193" y="627316"/>
                      </a:moveTo>
                      <a:cubicBezTo>
                        <a:pt x="342709" y="643795"/>
                        <a:pt x="276987" y="537496"/>
                        <a:pt x="196787" y="421481"/>
                      </a:cubicBezTo>
                      <a:lnTo>
                        <a:pt x="196787" y="421481"/>
                      </a:lnTo>
                      <a:cubicBezTo>
                        <a:pt x="143827" y="345281"/>
                        <a:pt x="84582" y="264033"/>
                        <a:pt x="16478" y="211931"/>
                      </a:cubicBezTo>
                      <a:cubicBezTo>
                        <a:pt x="11049" y="207835"/>
                        <a:pt x="5524" y="203835"/>
                        <a:pt x="0" y="200025"/>
                      </a:cubicBezTo>
                      <a:lnTo>
                        <a:pt x="39814" y="0"/>
                      </a:lnTo>
                      <a:cubicBezTo>
                        <a:pt x="122491" y="43339"/>
                        <a:pt x="173736" y="112776"/>
                        <a:pt x="259556" y="184118"/>
                      </a:cubicBezTo>
                      <a:cubicBezTo>
                        <a:pt x="397669" y="299085"/>
                        <a:pt x="520065" y="369665"/>
                        <a:pt x="553974" y="420529"/>
                      </a:cubicBezTo>
                      <a:cubicBezTo>
                        <a:pt x="587883" y="471392"/>
                        <a:pt x="506825" y="599027"/>
                        <a:pt x="403193" y="627316"/>
                      </a:cubicBezTo>
                      <a:close/>
                    </a:path>
                  </a:pathLst>
                </a:custGeom>
                <a:noFill/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9" name="任意多边形: 形状 648">
                  <a:extLst>
                    <a:ext uri="{FF2B5EF4-FFF2-40B4-BE49-F238E27FC236}">
                      <a16:creationId xmlns:a16="http://schemas.microsoft.com/office/drawing/2014/main" id="{54AF97C7-2653-4192-B008-D2BE04A175B6}"/>
                    </a:ext>
                  </a:extLst>
                </p:cNvPr>
                <p:cNvSpPr/>
                <p:nvPr/>
              </p:nvSpPr>
              <p:spPr>
                <a:xfrm>
                  <a:off x="6292206" y="4376832"/>
                  <a:ext cx="461018" cy="333335"/>
                </a:xfrm>
                <a:custGeom>
                  <a:avLst/>
                  <a:gdLst>
                    <a:gd name="connsiteX0" fmla="*/ 461019 w 461018"/>
                    <a:gd name="connsiteY0" fmla="*/ 311182 h 333335"/>
                    <a:gd name="connsiteX1" fmla="*/ 441969 w 461018"/>
                    <a:gd name="connsiteY1" fmla="*/ 326612 h 333335"/>
                    <a:gd name="connsiteX2" fmla="*/ 435397 w 461018"/>
                    <a:gd name="connsiteY2" fmla="*/ 328803 h 333335"/>
                    <a:gd name="connsiteX3" fmla="*/ 433587 w 461018"/>
                    <a:gd name="connsiteY3" fmla="*/ 328803 h 333335"/>
                    <a:gd name="connsiteX4" fmla="*/ 225846 w 461018"/>
                    <a:gd name="connsiteY4" fmla="*/ 310801 h 333335"/>
                    <a:gd name="connsiteX5" fmla="*/ 125929 w 461018"/>
                    <a:gd name="connsiteY5" fmla="*/ 255460 h 333335"/>
                    <a:gd name="connsiteX6" fmla="*/ 115357 w 461018"/>
                    <a:gd name="connsiteY6" fmla="*/ 229743 h 333335"/>
                    <a:gd name="connsiteX7" fmla="*/ 112785 w 461018"/>
                    <a:gd name="connsiteY7" fmla="*/ 222218 h 333335"/>
                    <a:gd name="connsiteX8" fmla="*/ 74685 w 461018"/>
                    <a:gd name="connsiteY8" fmla="*/ 188309 h 333335"/>
                    <a:gd name="connsiteX9" fmla="*/ 84210 w 461018"/>
                    <a:gd name="connsiteY9" fmla="*/ 166592 h 333335"/>
                    <a:gd name="connsiteX10" fmla="*/ 217560 w 461018"/>
                    <a:gd name="connsiteY10" fmla="*/ 166592 h 333335"/>
                    <a:gd name="connsiteX11" fmla="*/ 95163 w 461018"/>
                    <a:gd name="connsiteY11" fmla="*/ 116681 h 333335"/>
                    <a:gd name="connsiteX12" fmla="*/ 6581 w 461018"/>
                    <a:gd name="connsiteY12" fmla="*/ 61436 h 333335"/>
                    <a:gd name="connsiteX13" fmla="*/ 31060 w 461018"/>
                    <a:gd name="connsiteY13" fmla="*/ 43243 h 333335"/>
                    <a:gd name="connsiteX14" fmla="*/ 162981 w 461018"/>
                    <a:gd name="connsiteY14" fmla="*/ 75247 h 333335"/>
                    <a:gd name="connsiteX15" fmla="*/ 234324 w 461018"/>
                    <a:gd name="connsiteY15" fmla="*/ 90392 h 333335"/>
                    <a:gd name="connsiteX16" fmla="*/ 163458 w 461018"/>
                    <a:gd name="connsiteY16" fmla="*/ 60198 h 333335"/>
                    <a:gd name="connsiteX17" fmla="*/ 50396 w 461018"/>
                    <a:gd name="connsiteY17" fmla="*/ 0 h 333335"/>
                    <a:gd name="connsiteX18" fmla="*/ 129549 w 461018"/>
                    <a:gd name="connsiteY18" fmla="*/ 0 h 333335"/>
                    <a:gd name="connsiteX19" fmla="*/ 262899 w 461018"/>
                    <a:gd name="connsiteY19" fmla="*/ 16954 h 333335"/>
                    <a:gd name="connsiteX20" fmla="*/ 438349 w 461018"/>
                    <a:gd name="connsiteY20" fmla="*/ 118681 h 33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61018" h="333335">
                      <a:moveTo>
                        <a:pt x="461019" y="311182"/>
                      </a:moveTo>
                      <a:cubicBezTo>
                        <a:pt x="456882" y="318577"/>
                        <a:pt x="450062" y="324101"/>
                        <a:pt x="441969" y="326612"/>
                      </a:cubicBezTo>
                      <a:cubicBezTo>
                        <a:pt x="439817" y="327456"/>
                        <a:pt x="437624" y="328187"/>
                        <a:pt x="435397" y="328803"/>
                      </a:cubicBezTo>
                      <a:lnTo>
                        <a:pt x="433587" y="328803"/>
                      </a:lnTo>
                      <a:cubicBezTo>
                        <a:pt x="369674" y="345472"/>
                        <a:pt x="225846" y="310801"/>
                        <a:pt x="225846" y="310801"/>
                      </a:cubicBezTo>
                      <a:cubicBezTo>
                        <a:pt x="225846" y="310801"/>
                        <a:pt x="131644" y="266033"/>
                        <a:pt x="125929" y="255460"/>
                      </a:cubicBezTo>
                      <a:cubicBezTo>
                        <a:pt x="121948" y="247083"/>
                        <a:pt x="118418" y="238498"/>
                        <a:pt x="115357" y="229743"/>
                      </a:cubicBezTo>
                      <a:lnTo>
                        <a:pt x="112785" y="222218"/>
                      </a:lnTo>
                      <a:cubicBezTo>
                        <a:pt x="112785" y="222218"/>
                        <a:pt x="78876" y="203168"/>
                        <a:pt x="74685" y="188309"/>
                      </a:cubicBezTo>
                      <a:cubicBezTo>
                        <a:pt x="70494" y="173450"/>
                        <a:pt x="63350" y="169259"/>
                        <a:pt x="84210" y="166592"/>
                      </a:cubicBezTo>
                      <a:cubicBezTo>
                        <a:pt x="105070" y="163925"/>
                        <a:pt x="217560" y="166592"/>
                        <a:pt x="217560" y="166592"/>
                      </a:cubicBezTo>
                      <a:lnTo>
                        <a:pt x="95163" y="116681"/>
                      </a:lnTo>
                      <a:cubicBezTo>
                        <a:pt x="95163" y="116681"/>
                        <a:pt x="14106" y="75819"/>
                        <a:pt x="6581" y="61436"/>
                      </a:cubicBezTo>
                      <a:cubicBezTo>
                        <a:pt x="-944" y="47054"/>
                        <a:pt x="-10373" y="37529"/>
                        <a:pt x="31060" y="43243"/>
                      </a:cubicBezTo>
                      <a:cubicBezTo>
                        <a:pt x="72494" y="48958"/>
                        <a:pt x="162981" y="75247"/>
                        <a:pt x="162981" y="75247"/>
                      </a:cubicBezTo>
                      <a:lnTo>
                        <a:pt x="234324" y="90392"/>
                      </a:lnTo>
                      <a:lnTo>
                        <a:pt x="163458" y="60198"/>
                      </a:lnTo>
                      <a:cubicBezTo>
                        <a:pt x="163458" y="60198"/>
                        <a:pt x="24012" y="43339"/>
                        <a:pt x="50396" y="0"/>
                      </a:cubicBezTo>
                      <a:lnTo>
                        <a:pt x="129549" y="0"/>
                      </a:lnTo>
                      <a:cubicBezTo>
                        <a:pt x="174389" y="1980"/>
                        <a:pt x="218990" y="7650"/>
                        <a:pt x="262899" y="16954"/>
                      </a:cubicBezTo>
                      <a:cubicBezTo>
                        <a:pt x="285949" y="24003"/>
                        <a:pt x="438349" y="118681"/>
                        <a:pt x="438349" y="118681"/>
                      </a:cubicBezTo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50" name="任意多边形: 形状 649">
                  <a:extLst>
                    <a:ext uri="{FF2B5EF4-FFF2-40B4-BE49-F238E27FC236}">
                      <a16:creationId xmlns:a16="http://schemas.microsoft.com/office/drawing/2014/main" id="{68E6AD5F-9E8B-4C71-9A58-1F1B8F9C4C8A}"/>
                    </a:ext>
                  </a:extLst>
                </p:cNvPr>
                <p:cNvSpPr/>
                <p:nvPr/>
              </p:nvSpPr>
              <p:spPr>
                <a:xfrm>
                  <a:off x="6407372" y="4606956"/>
                  <a:ext cx="318230" cy="103592"/>
                </a:xfrm>
                <a:custGeom>
                  <a:avLst/>
                  <a:gdLst>
                    <a:gd name="connsiteX0" fmla="*/ 318230 w 318230"/>
                    <a:gd name="connsiteY0" fmla="*/ 99060 h 103592"/>
                    <a:gd name="connsiteX1" fmla="*/ 110490 w 318230"/>
                    <a:gd name="connsiteY1" fmla="*/ 81058 h 103592"/>
                    <a:gd name="connsiteX2" fmla="*/ 10573 w 318230"/>
                    <a:gd name="connsiteY2" fmla="*/ 25718 h 103592"/>
                    <a:gd name="connsiteX3" fmla="*/ 0 w 318230"/>
                    <a:gd name="connsiteY3" fmla="*/ 0 h 103592"/>
                    <a:gd name="connsiteX4" fmla="*/ 115633 w 318230"/>
                    <a:gd name="connsiteY4" fmla="*/ 12668 h 103592"/>
                    <a:gd name="connsiteX5" fmla="*/ 115633 w 318230"/>
                    <a:gd name="connsiteY5" fmla="*/ 60293 h 103592"/>
                    <a:gd name="connsiteX6" fmla="*/ 318230 w 318230"/>
                    <a:gd name="connsiteY6" fmla="*/ 99060 h 1035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8230" h="103592">
                      <a:moveTo>
                        <a:pt x="318230" y="99060"/>
                      </a:moveTo>
                      <a:cubicBezTo>
                        <a:pt x="254318" y="115729"/>
                        <a:pt x="110490" y="81058"/>
                        <a:pt x="110490" y="81058"/>
                      </a:cubicBezTo>
                      <a:cubicBezTo>
                        <a:pt x="110490" y="81058"/>
                        <a:pt x="16288" y="36291"/>
                        <a:pt x="10573" y="25718"/>
                      </a:cubicBezTo>
                      <a:cubicBezTo>
                        <a:pt x="6591" y="17341"/>
                        <a:pt x="3061" y="8756"/>
                        <a:pt x="0" y="0"/>
                      </a:cubicBezTo>
                      <a:lnTo>
                        <a:pt x="115633" y="12668"/>
                      </a:lnTo>
                      <a:cubicBezTo>
                        <a:pt x="107410" y="27479"/>
                        <a:pt x="107410" y="45483"/>
                        <a:pt x="115633" y="60293"/>
                      </a:cubicBezTo>
                      <a:cubicBezTo>
                        <a:pt x="128492" y="83439"/>
                        <a:pt x="274987" y="106871"/>
                        <a:pt x="318230" y="99060"/>
                      </a:cubicBezTo>
                      <a:close/>
                    </a:path>
                  </a:pathLst>
                </a:custGeom>
                <a:solidFill>
                  <a:srgbClr val="92E3A9">
                    <a:alpha val="4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51" name="任意多边形: 形状 650">
                  <a:extLst>
                    <a:ext uri="{FF2B5EF4-FFF2-40B4-BE49-F238E27FC236}">
                      <a16:creationId xmlns:a16="http://schemas.microsoft.com/office/drawing/2014/main" id="{834B079A-974A-4353-B981-20A58587D254}"/>
                    </a:ext>
                  </a:extLst>
                </p:cNvPr>
                <p:cNvSpPr/>
                <p:nvPr/>
              </p:nvSpPr>
              <p:spPr>
                <a:xfrm>
                  <a:off x="6292206" y="4376832"/>
                  <a:ext cx="461018" cy="333335"/>
                </a:xfrm>
                <a:custGeom>
                  <a:avLst/>
                  <a:gdLst>
                    <a:gd name="connsiteX0" fmla="*/ 461019 w 461018"/>
                    <a:gd name="connsiteY0" fmla="*/ 311182 h 333335"/>
                    <a:gd name="connsiteX1" fmla="*/ 441969 w 461018"/>
                    <a:gd name="connsiteY1" fmla="*/ 326612 h 333335"/>
                    <a:gd name="connsiteX2" fmla="*/ 435397 w 461018"/>
                    <a:gd name="connsiteY2" fmla="*/ 328803 h 333335"/>
                    <a:gd name="connsiteX3" fmla="*/ 433587 w 461018"/>
                    <a:gd name="connsiteY3" fmla="*/ 328803 h 333335"/>
                    <a:gd name="connsiteX4" fmla="*/ 225846 w 461018"/>
                    <a:gd name="connsiteY4" fmla="*/ 310801 h 333335"/>
                    <a:gd name="connsiteX5" fmla="*/ 125929 w 461018"/>
                    <a:gd name="connsiteY5" fmla="*/ 255460 h 333335"/>
                    <a:gd name="connsiteX6" fmla="*/ 115357 w 461018"/>
                    <a:gd name="connsiteY6" fmla="*/ 229743 h 333335"/>
                    <a:gd name="connsiteX7" fmla="*/ 112785 w 461018"/>
                    <a:gd name="connsiteY7" fmla="*/ 222218 h 333335"/>
                    <a:gd name="connsiteX8" fmla="*/ 74685 w 461018"/>
                    <a:gd name="connsiteY8" fmla="*/ 188309 h 333335"/>
                    <a:gd name="connsiteX9" fmla="*/ 84210 w 461018"/>
                    <a:gd name="connsiteY9" fmla="*/ 166592 h 333335"/>
                    <a:gd name="connsiteX10" fmla="*/ 217560 w 461018"/>
                    <a:gd name="connsiteY10" fmla="*/ 166592 h 333335"/>
                    <a:gd name="connsiteX11" fmla="*/ 95163 w 461018"/>
                    <a:gd name="connsiteY11" fmla="*/ 116681 h 333335"/>
                    <a:gd name="connsiteX12" fmla="*/ 6581 w 461018"/>
                    <a:gd name="connsiteY12" fmla="*/ 61436 h 333335"/>
                    <a:gd name="connsiteX13" fmla="*/ 31060 w 461018"/>
                    <a:gd name="connsiteY13" fmla="*/ 43243 h 333335"/>
                    <a:gd name="connsiteX14" fmla="*/ 162981 w 461018"/>
                    <a:gd name="connsiteY14" fmla="*/ 75247 h 333335"/>
                    <a:gd name="connsiteX15" fmla="*/ 234324 w 461018"/>
                    <a:gd name="connsiteY15" fmla="*/ 90392 h 333335"/>
                    <a:gd name="connsiteX16" fmla="*/ 163458 w 461018"/>
                    <a:gd name="connsiteY16" fmla="*/ 60198 h 333335"/>
                    <a:gd name="connsiteX17" fmla="*/ 50396 w 461018"/>
                    <a:gd name="connsiteY17" fmla="*/ 0 h 333335"/>
                    <a:gd name="connsiteX18" fmla="*/ 129549 w 461018"/>
                    <a:gd name="connsiteY18" fmla="*/ 0 h 333335"/>
                    <a:gd name="connsiteX19" fmla="*/ 262899 w 461018"/>
                    <a:gd name="connsiteY19" fmla="*/ 16954 h 333335"/>
                    <a:gd name="connsiteX20" fmla="*/ 438349 w 461018"/>
                    <a:gd name="connsiteY20" fmla="*/ 118681 h 33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61018" h="333335">
                      <a:moveTo>
                        <a:pt x="461019" y="311182"/>
                      </a:moveTo>
                      <a:cubicBezTo>
                        <a:pt x="456882" y="318577"/>
                        <a:pt x="450062" y="324101"/>
                        <a:pt x="441969" y="326612"/>
                      </a:cubicBezTo>
                      <a:cubicBezTo>
                        <a:pt x="439817" y="327456"/>
                        <a:pt x="437624" y="328187"/>
                        <a:pt x="435397" y="328803"/>
                      </a:cubicBezTo>
                      <a:lnTo>
                        <a:pt x="433587" y="328803"/>
                      </a:lnTo>
                      <a:cubicBezTo>
                        <a:pt x="369674" y="345472"/>
                        <a:pt x="225846" y="310801"/>
                        <a:pt x="225846" y="310801"/>
                      </a:cubicBezTo>
                      <a:cubicBezTo>
                        <a:pt x="225846" y="310801"/>
                        <a:pt x="131644" y="266033"/>
                        <a:pt x="125929" y="255460"/>
                      </a:cubicBezTo>
                      <a:cubicBezTo>
                        <a:pt x="121948" y="247083"/>
                        <a:pt x="118418" y="238498"/>
                        <a:pt x="115357" y="229743"/>
                      </a:cubicBezTo>
                      <a:lnTo>
                        <a:pt x="112785" y="222218"/>
                      </a:lnTo>
                      <a:cubicBezTo>
                        <a:pt x="112785" y="222218"/>
                        <a:pt x="78876" y="203168"/>
                        <a:pt x="74685" y="188309"/>
                      </a:cubicBezTo>
                      <a:cubicBezTo>
                        <a:pt x="70494" y="173450"/>
                        <a:pt x="63350" y="169259"/>
                        <a:pt x="84210" y="166592"/>
                      </a:cubicBezTo>
                      <a:cubicBezTo>
                        <a:pt x="105070" y="163925"/>
                        <a:pt x="217560" y="166592"/>
                        <a:pt x="217560" y="166592"/>
                      </a:cubicBezTo>
                      <a:lnTo>
                        <a:pt x="95163" y="116681"/>
                      </a:lnTo>
                      <a:cubicBezTo>
                        <a:pt x="95163" y="116681"/>
                        <a:pt x="14106" y="75819"/>
                        <a:pt x="6581" y="61436"/>
                      </a:cubicBezTo>
                      <a:cubicBezTo>
                        <a:pt x="-944" y="47054"/>
                        <a:pt x="-10373" y="37529"/>
                        <a:pt x="31060" y="43243"/>
                      </a:cubicBezTo>
                      <a:cubicBezTo>
                        <a:pt x="72494" y="48958"/>
                        <a:pt x="162981" y="75247"/>
                        <a:pt x="162981" y="75247"/>
                      </a:cubicBezTo>
                      <a:lnTo>
                        <a:pt x="234324" y="90392"/>
                      </a:lnTo>
                      <a:lnTo>
                        <a:pt x="163458" y="60198"/>
                      </a:lnTo>
                      <a:cubicBezTo>
                        <a:pt x="163458" y="60198"/>
                        <a:pt x="24012" y="43339"/>
                        <a:pt x="50396" y="0"/>
                      </a:cubicBezTo>
                      <a:lnTo>
                        <a:pt x="129549" y="0"/>
                      </a:lnTo>
                      <a:cubicBezTo>
                        <a:pt x="174389" y="1980"/>
                        <a:pt x="218990" y="7650"/>
                        <a:pt x="262899" y="16954"/>
                      </a:cubicBezTo>
                      <a:cubicBezTo>
                        <a:pt x="285949" y="24003"/>
                        <a:pt x="438349" y="118681"/>
                        <a:pt x="438349" y="118681"/>
                      </a:cubicBezTo>
                    </a:path>
                  </a:pathLst>
                </a:custGeom>
                <a:noFill/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52" name="任意多边形: 形状 651">
                  <a:extLst>
                    <a:ext uri="{FF2B5EF4-FFF2-40B4-BE49-F238E27FC236}">
                      <a16:creationId xmlns:a16="http://schemas.microsoft.com/office/drawing/2014/main" id="{627F8B07-559F-4997-97E5-D2B00AF9271D}"/>
                    </a:ext>
                  </a:extLst>
                </p:cNvPr>
                <p:cNvSpPr/>
                <p:nvPr/>
              </p:nvSpPr>
              <p:spPr>
                <a:xfrm>
                  <a:off x="6404800" y="4599432"/>
                  <a:ext cx="139160" cy="20478"/>
                </a:xfrm>
                <a:custGeom>
                  <a:avLst/>
                  <a:gdLst>
                    <a:gd name="connsiteX0" fmla="*/ 0 w 139160"/>
                    <a:gd name="connsiteY0" fmla="*/ 0 h 20478"/>
                    <a:gd name="connsiteX1" fmla="*/ 139160 w 139160"/>
                    <a:gd name="connsiteY1" fmla="*/ 20479 h 204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9160" h="20478">
                      <a:moveTo>
                        <a:pt x="0" y="0"/>
                      </a:moveTo>
                      <a:lnTo>
                        <a:pt x="139160" y="20479"/>
                      </a:lnTo>
                    </a:path>
                  </a:pathLst>
                </a:custGeom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53" name="任意多边形: 形状 652">
                  <a:extLst>
                    <a:ext uri="{FF2B5EF4-FFF2-40B4-BE49-F238E27FC236}">
                      <a16:creationId xmlns:a16="http://schemas.microsoft.com/office/drawing/2014/main" id="{11340212-835F-4F69-AEF1-954A31FC6695}"/>
                    </a:ext>
                  </a:extLst>
                </p:cNvPr>
                <p:cNvSpPr/>
                <p:nvPr/>
              </p:nvSpPr>
              <p:spPr>
                <a:xfrm>
                  <a:off x="5017579" y="4876749"/>
                  <a:ext cx="986980" cy="253606"/>
                </a:xfrm>
                <a:custGeom>
                  <a:avLst/>
                  <a:gdLst>
                    <a:gd name="connsiteX0" fmla="*/ 0 w 986980"/>
                    <a:gd name="connsiteY0" fmla="*/ 148831 h 253606"/>
                    <a:gd name="connsiteX1" fmla="*/ 348805 w 986980"/>
                    <a:gd name="connsiteY1" fmla="*/ 253606 h 253606"/>
                    <a:gd name="connsiteX2" fmla="*/ 986980 w 986980"/>
                    <a:gd name="connsiteY2" fmla="*/ 107969 h 253606"/>
                    <a:gd name="connsiteX3" fmla="*/ 593598 w 986980"/>
                    <a:gd name="connsiteY3" fmla="*/ 51 h 253606"/>
                    <a:gd name="connsiteX4" fmla="*/ 0 w 986980"/>
                    <a:gd name="connsiteY4" fmla="*/ 148831 h 253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6980" h="253606">
                      <a:moveTo>
                        <a:pt x="0" y="148831"/>
                      </a:moveTo>
                      <a:lnTo>
                        <a:pt x="348805" y="253606"/>
                      </a:lnTo>
                      <a:lnTo>
                        <a:pt x="986980" y="107969"/>
                      </a:lnTo>
                      <a:cubicBezTo>
                        <a:pt x="986980" y="107969"/>
                        <a:pt x="597218" y="-2711"/>
                        <a:pt x="593598" y="51"/>
                      </a:cubicBezTo>
                      <a:cubicBezTo>
                        <a:pt x="589979" y="2813"/>
                        <a:pt x="0" y="148831"/>
                        <a:pt x="0" y="148831"/>
                      </a:cubicBezTo>
                      <a:close/>
                    </a:path>
                  </a:pathLst>
                </a:custGeom>
                <a:solidFill>
                  <a:srgbClr val="92E3A9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54" name="任意多边形: 形状 653">
                  <a:extLst>
                    <a:ext uri="{FF2B5EF4-FFF2-40B4-BE49-F238E27FC236}">
                      <a16:creationId xmlns:a16="http://schemas.microsoft.com/office/drawing/2014/main" id="{EB6A8D06-B703-484E-9F7F-52B36CF07E54}"/>
                    </a:ext>
                  </a:extLst>
                </p:cNvPr>
                <p:cNvSpPr/>
                <p:nvPr/>
              </p:nvSpPr>
              <p:spPr>
                <a:xfrm>
                  <a:off x="5017579" y="4876749"/>
                  <a:ext cx="986980" cy="253606"/>
                </a:xfrm>
                <a:custGeom>
                  <a:avLst/>
                  <a:gdLst>
                    <a:gd name="connsiteX0" fmla="*/ 0 w 986980"/>
                    <a:gd name="connsiteY0" fmla="*/ 148831 h 253606"/>
                    <a:gd name="connsiteX1" fmla="*/ 348805 w 986980"/>
                    <a:gd name="connsiteY1" fmla="*/ 253606 h 253606"/>
                    <a:gd name="connsiteX2" fmla="*/ 986980 w 986980"/>
                    <a:gd name="connsiteY2" fmla="*/ 107969 h 253606"/>
                    <a:gd name="connsiteX3" fmla="*/ 593598 w 986980"/>
                    <a:gd name="connsiteY3" fmla="*/ 51 h 253606"/>
                    <a:gd name="connsiteX4" fmla="*/ 0 w 986980"/>
                    <a:gd name="connsiteY4" fmla="*/ 148831 h 253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6980" h="253606">
                      <a:moveTo>
                        <a:pt x="0" y="148831"/>
                      </a:moveTo>
                      <a:lnTo>
                        <a:pt x="348805" y="253606"/>
                      </a:lnTo>
                      <a:lnTo>
                        <a:pt x="986980" y="107969"/>
                      </a:lnTo>
                      <a:cubicBezTo>
                        <a:pt x="986980" y="107969"/>
                        <a:pt x="597218" y="-2711"/>
                        <a:pt x="593598" y="51"/>
                      </a:cubicBezTo>
                      <a:cubicBezTo>
                        <a:pt x="589979" y="2813"/>
                        <a:pt x="0" y="148831"/>
                        <a:pt x="0" y="148831"/>
                      </a:cubicBezTo>
                      <a:close/>
                    </a:path>
                  </a:pathLst>
                </a:custGeom>
                <a:solidFill>
                  <a:srgbClr val="000000">
                    <a:alpha val="7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55" name="任意多边形: 形状 654">
                  <a:extLst>
                    <a:ext uri="{FF2B5EF4-FFF2-40B4-BE49-F238E27FC236}">
                      <a16:creationId xmlns:a16="http://schemas.microsoft.com/office/drawing/2014/main" id="{7EB95955-66E1-44E8-9FA9-2FC1FE777865}"/>
                    </a:ext>
                  </a:extLst>
                </p:cNvPr>
                <p:cNvSpPr/>
                <p:nvPr/>
              </p:nvSpPr>
              <p:spPr>
                <a:xfrm>
                  <a:off x="5017579" y="4876749"/>
                  <a:ext cx="986980" cy="253606"/>
                </a:xfrm>
                <a:custGeom>
                  <a:avLst/>
                  <a:gdLst>
                    <a:gd name="connsiteX0" fmla="*/ 0 w 986980"/>
                    <a:gd name="connsiteY0" fmla="*/ 148831 h 253606"/>
                    <a:gd name="connsiteX1" fmla="*/ 348805 w 986980"/>
                    <a:gd name="connsiteY1" fmla="*/ 253606 h 253606"/>
                    <a:gd name="connsiteX2" fmla="*/ 986980 w 986980"/>
                    <a:gd name="connsiteY2" fmla="*/ 107969 h 253606"/>
                    <a:gd name="connsiteX3" fmla="*/ 593598 w 986980"/>
                    <a:gd name="connsiteY3" fmla="*/ 51 h 253606"/>
                    <a:gd name="connsiteX4" fmla="*/ 0 w 986980"/>
                    <a:gd name="connsiteY4" fmla="*/ 148831 h 253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6980" h="253606">
                      <a:moveTo>
                        <a:pt x="0" y="148831"/>
                      </a:moveTo>
                      <a:lnTo>
                        <a:pt x="348805" y="253606"/>
                      </a:lnTo>
                      <a:lnTo>
                        <a:pt x="986980" y="107969"/>
                      </a:lnTo>
                      <a:cubicBezTo>
                        <a:pt x="986980" y="107969"/>
                        <a:pt x="597218" y="-2711"/>
                        <a:pt x="593598" y="51"/>
                      </a:cubicBezTo>
                      <a:cubicBezTo>
                        <a:pt x="589979" y="2813"/>
                        <a:pt x="0" y="148831"/>
                        <a:pt x="0" y="148831"/>
                      </a:cubicBezTo>
                      <a:close/>
                    </a:path>
                  </a:pathLst>
                </a:custGeom>
                <a:noFill/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56" name="任意多边形: 形状 655">
                  <a:extLst>
                    <a:ext uri="{FF2B5EF4-FFF2-40B4-BE49-F238E27FC236}">
                      <a16:creationId xmlns:a16="http://schemas.microsoft.com/office/drawing/2014/main" id="{D8FE05A1-379D-4D96-8FDD-EDAE5AAFD5F9}"/>
                    </a:ext>
                  </a:extLst>
                </p:cNvPr>
                <p:cNvSpPr/>
                <p:nvPr/>
              </p:nvSpPr>
              <p:spPr>
                <a:xfrm>
                  <a:off x="5001120" y="4801742"/>
                  <a:ext cx="625106" cy="223837"/>
                </a:xfrm>
                <a:custGeom>
                  <a:avLst/>
                  <a:gdLst>
                    <a:gd name="connsiteX0" fmla="*/ 21507 w 625106"/>
                    <a:gd name="connsiteY0" fmla="*/ 100965 h 223837"/>
                    <a:gd name="connsiteX1" fmla="*/ 16459 w 625106"/>
                    <a:gd name="connsiteY1" fmla="*/ 223838 h 223837"/>
                    <a:gd name="connsiteX2" fmla="*/ 579958 w 625106"/>
                    <a:gd name="connsiteY2" fmla="*/ 106871 h 223837"/>
                    <a:gd name="connsiteX3" fmla="*/ 625106 w 625106"/>
                    <a:gd name="connsiteY3" fmla="*/ 0 h 223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5106" h="223837">
                      <a:moveTo>
                        <a:pt x="21507" y="100965"/>
                      </a:moveTo>
                      <a:cubicBezTo>
                        <a:pt x="-2972" y="102679"/>
                        <a:pt x="-9068" y="190881"/>
                        <a:pt x="16459" y="223838"/>
                      </a:cubicBezTo>
                      <a:lnTo>
                        <a:pt x="579958" y="106871"/>
                      </a:lnTo>
                      <a:lnTo>
                        <a:pt x="625106" y="0"/>
                      </a:lnTo>
                      <a:close/>
                    </a:path>
                  </a:pathLst>
                </a:custGeom>
                <a:solidFill>
                  <a:srgbClr val="92E3A9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57" name="任意多边形: 形状 656">
                  <a:extLst>
                    <a:ext uri="{FF2B5EF4-FFF2-40B4-BE49-F238E27FC236}">
                      <a16:creationId xmlns:a16="http://schemas.microsoft.com/office/drawing/2014/main" id="{4911DBA8-4AC7-4B56-989F-B65327574EC7}"/>
                    </a:ext>
                  </a:extLst>
                </p:cNvPr>
                <p:cNvSpPr/>
                <p:nvPr/>
              </p:nvSpPr>
              <p:spPr>
                <a:xfrm>
                  <a:off x="5001120" y="4801742"/>
                  <a:ext cx="625106" cy="223837"/>
                </a:xfrm>
                <a:custGeom>
                  <a:avLst/>
                  <a:gdLst>
                    <a:gd name="connsiteX0" fmla="*/ 21507 w 625106"/>
                    <a:gd name="connsiteY0" fmla="*/ 100965 h 223837"/>
                    <a:gd name="connsiteX1" fmla="*/ 16459 w 625106"/>
                    <a:gd name="connsiteY1" fmla="*/ 223838 h 223837"/>
                    <a:gd name="connsiteX2" fmla="*/ 579958 w 625106"/>
                    <a:gd name="connsiteY2" fmla="*/ 106871 h 223837"/>
                    <a:gd name="connsiteX3" fmla="*/ 625106 w 625106"/>
                    <a:gd name="connsiteY3" fmla="*/ 0 h 223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5106" h="223837">
                      <a:moveTo>
                        <a:pt x="21507" y="100965"/>
                      </a:moveTo>
                      <a:cubicBezTo>
                        <a:pt x="-2972" y="102679"/>
                        <a:pt x="-9068" y="190881"/>
                        <a:pt x="16459" y="223838"/>
                      </a:cubicBezTo>
                      <a:lnTo>
                        <a:pt x="579958" y="106871"/>
                      </a:lnTo>
                      <a:lnTo>
                        <a:pt x="625106" y="0"/>
                      </a:lnTo>
                      <a:close/>
                    </a:path>
                  </a:pathLst>
                </a:custGeom>
                <a:solidFill>
                  <a:srgbClr val="000000">
                    <a:alpha val="7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58" name="任意多边形: 形状 657">
                  <a:extLst>
                    <a:ext uri="{FF2B5EF4-FFF2-40B4-BE49-F238E27FC236}">
                      <a16:creationId xmlns:a16="http://schemas.microsoft.com/office/drawing/2014/main" id="{95B427A3-3D55-47C1-872E-6EE4BF86FFF8}"/>
                    </a:ext>
                  </a:extLst>
                </p:cNvPr>
                <p:cNvSpPr/>
                <p:nvPr/>
              </p:nvSpPr>
              <p:spPr>
                <a:xfrm>
                  <a:off x="5001120" y="4801742"/>
                  <a:ext cx="625106" cy="223837"/>
                </a:xfrm>
                <a:custGeom>
                  <a:avLst/>
                  <a:gdLst>
                    <a:gd name="connsiteX0" fmla="*/ 21507 w 625106"/>
                    <a:gd name="connsiteY0" fmla="*/ 100965 h 223837"/>
                    <a:gd name="connsiteX1" fmla="*/ 16459 w 625106"/>
                    <a:gd name="connsiteY1" fmla="*/ 223838 h 223837"/>
                    <a:gd name="connsiteX2" fmla="*/ 579958 w 625106"/>
                    <a:gd name="connsiteY2" fmla="*/ 106871 h 223837"/>
                    <a:gd name="connsiteX3" fmla="*/ 625106 w 625106"/>
                    <a:gd name="connsiteY3" fmla="*/ 0 h 223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5106" h="223837">
                      <a:moveTo>
                        <a:pt x="21507" y="100965"/>
                      </a:moveTo>
                      <a:cubicBezTo>
                        <a:pt x="-2972" y="102679"/>
                        <a:pt x="-9068" y="190881"/>
                        <a:pt x="16459" y="223838"/>
                      </a:cubicBezTo>
                      <a:lnTo>
                        <a:pt x="579958" y="106871"/>
                      </a:lnTo>
                      <a:lnTo>
                        <a:pt x="625106" y="0"/>
                      </a:lnTo>
                      <a:close/>
                    </a:path>
                  </a:pathLst>
                </a:custGeom>
                <a:noFill/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59" name="任意多边形: 形状 658">
                  <a:extLst>
                    <a:ext uri="{FF2B5EF4-FFF2-40B4-BE49-F238E27FC236}">
                      <a16:creationId xmlns:a16="http://schemas.microsoft.com/office/drawing/2014/main" id="{574C67EF-19A3-41A2-A7A0-F5A9628908B3}"/>
                    </a:ext>
                  </a:extLst>
                </p:cNvPr>
                <p:cNvSpPr/>
                <p:nvPr/>
              </p:nvSpPr>
              <p:spPr>
                <a:xfrm>
                  <a:off x="5028742" y="4815363"/>
                  <a:ext cx="948480" cy="298799"/>
                </a:xfrm>
                <a:custGeom>
                  <a:avLst/>
                  <a:gdLst>
                    <a:gd name="connsiteX0" fmla="*/ 948480 w 948480"/>
                    <a:gd name="connsiteY0" fmla="*/ 86106 h 298799"/>
                    <a:gd name="connsiteX1" fmla="*/ 945528 w 948480"/>
                    <a:gd name="connsiteY1" fmla="*/ 161068 h 298799"/>
                    <a:gd name="connsiteX2" fmla="*/ 336975 w 948480"/>
                    <a:gd name="connsiteY2" fmla="*/ 298800 h 298799"/>
                    <a:gd name="connsiteX3" fmla="*/ 16173 w 948480"/>
                    <a:gd name="connsiteY3" fmla="*/ 204311 h 298799"/>
                    <a:gd name="connsiteX4" fmla="*/ 11887 w 948480"/>
                    <a:gd name="connsiteY4" fmla="*/ 99536 h 298799"/>
                    <a:gd name="connsiteX5" fmla="*/ 598056 w 948480"/>
                    <a:gd name="connsiteY5" fmla="*/ 0 h 2987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48480" h="298799">
                      <a:moveTo>
                        <a:pt x="948480" y="86106"/>
                      </a:moveTo>
                      <a:cubicBezTo>
                        <a:pt x="948480" y="86106"/>
                        <a:pt x="940098" y="132493"/>
                        <a:pt x="945528" y="161068"/>
                      </a:cubicBezTo>
                      <a:lnTo>
                        <a:pt x="336975" y="298800"/>
                      </a:lnTo>
                      <a:lnTo>
                        <a:pt x="16173" y="204311"/>
                      </a:lnTo>
                      <a:cubicBezTo>
                        <a:pt x="16173" y="204311"/>
                        <a:pt x="-17164" y="145352"/>
                        <a:pt x="11887" y="99536"/>
                      </a:cubicBezTo>
                      <a:lnTo>
                        <a:pt x="59805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60" name="任意多边形: 形状 659">
                  <a:extLst>
                    <a:ext uri="{FF2B5EF4-FFF2-40B4-BE49-F238E27FC236}">
                      <a16:creationId xmlns:a16="http://schemas.microsoft.com/office/drawing/2014/main" id="{1DC8F1EB-1946-4660-81D2-498CF0714959}"/>
                    </a:ext>
                  </a:extLst>
                </p:cNvPr>
                <p:cNvSpPr/>
                <p:nvPr/>
              </p:nvSpPr>
              <p:spPr>
                <a:xfrm>
                  <a:off x="5022627" y="4801742"/>
                  <a:ext cx="978408" cy="220599"/>
                </a:xfrm>
                <a:custGeom>
                  <a:avLst/>
                  <a:gdLst>
                    <a:gd name="connsiteX0" fmla="*/ 0 w 978408"/>
                    <a:gd name="connsiteY0" fmla="*/ 100965 h 220599"/>
                    <a:gd name="connsiteX1" fmla="*/ 603599 w 978408"/>
                    <a:gd name="connsiteY1" fmla="*/ 0 h 220599"/>
                    <a:gd name="connsiteX2" fmla="*/ 978408 w 978408"/>
                    <a:gd name="connsiteY2" fmla="*/ 94964 h 220599"/>
                    <a:gd name="connsiteX3" fmla="*/ 348044 w 978408"/>
                    <a:gd name="connsiteY3" fmla="*/ 220599 h 220599"/>
                    <a:gd name="connsiteX4" fmla="*/ 0 w 978408"/>
                    <a:gd name="connsiteY4" fmla="*/ 100965 h 2205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78408" h="220599">
                      <a:moveTo>
                        <a:pt x="0" y="100965"/>
                      </a:moveTo>
                      <a:lnTo>
                        <a:pt x="603599" y="0"/>
                      </a:lnTo>
                      <a:lnTo>
                        <a:pt x="978408" y="94964"/>
                      </a:lnTo>
                      <a:lnTo>
                        <a:pt x="348044" y="220599"/>
                      </a:lnTo>
                      <a:lnTo>
                        <a:pt x="0" y="10096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61" name="任意多边形: 形状 660">
                  <a:extLst>
                    <a:ext uri="{FF2B5EF4-FFF2-40B4-BE49-F238E27FC236}">
                      <a16:creationId xmlns:a16="http://schemas.microsoft.com/office/drawing/2014/main" id="{2E701E3B-6AF2-4AB3-8488-07EAA8001451}"/>
                    </a:ext>
                  </a:extLst>
                </p:cNvPr>
                <p:cNvSpPr/>
                <p:nvPr/>
              </p:nvSpPr>
              <p:spPr>
                <a:xfrm>
                  <a:off x="5044058" y="4948999"/>
                  <a:ext cx="841629" cy="105156"/>
                </a:xfrm>
                <a:custGeom>
                  <a:avLst/>
                  <a:gdLst>
                    <a:gd name="connsiteX0" fmla="*/ 0 w 841629"/>
                    <a:gd name="connsiteY0" fmla="*/ 10097 h 105156"/>
                    <a:gd name="connsiteX1" fmla="*/ 319183 w 841629"/>
                    <a:gd name="connsiteY1" fmla="*/ 105156 h 105156"/>
                    <a:gd name="connsiteX2" fmla="*/ 841629 w 841629"/>
                    <a:gd name="connsiteY2" fmla="*/ 0 h 105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41629" h="105156">
                      <a:moveTo>
                        <a:pt x="0" y="10097"/>
                      </a:moveTo>
                      <a:lnTo>
                        <a:pt x="319183" y="105156"/>
                      </a:lnTo>
                      <a:lnTo>
                        <a:pt x="841629" y="0"/>
                      </a:lnTo>
                    </a:path>
                  </a:pathLst>
                </a:custGeom>
                <a:noFill/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62" name="任意多边形: 形状 661">
                  <a:extLst>
                    <a:ext uri="{FF2B5EF4-FFF2-40B4-BE49-F238E27FC236}">
                      <a16:creationId xmlns:a16="http://schemas.microsoft.com/office/drawing/2014/main" id="{3EF283C1-D388-4ED1-8C77-C6389C8199F4}"/>
                    </a:ext>
                  </a:extLst>
                </p:cNvPr>
                <p:cNvSpPr/>
                <p:nvPr/>
              </p:nvSpPr>
              <p:spPr>
                <a:xfrm>
                  <a:off x="5410771" y="4958715"/>
                  <a:ext cx="561784" cy="119824"/>
                </a:xfrm>
                <a:custGeom>
                  <a:avLst/>
                  <a:gdLst>
                    <a:gd name="connsiteX0" fmla="*/ 561784 w 561784"/>
                    <a:gd name="connsiteY0" fmla="*/ 0 h 119824"/>
                    <a:gd name="connsiteX1" fmla="*/ 0 w 561784"/>
                    <a:gd name="connsiteY1" fmla="*/ 119824 h 1198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61784" h="119824">
                      <a:moveTo>
                        <a:pt x="561784" y="0"/>
                      </a:moveTo>
                      <a:lnTo>
                        <a:pt x="0" y="119824"/>
                      </a:lnTo>
                    </a:path>
                  </a:pathLst>
                </a:custGeom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63" name="任意多边形: 形状 662">
                  <a:extLst>
                    <a:ext uri="{FF2B5EF4-FFF2-40B4-BE49-F238E27FC236}">
                      <a16:creationId xmlns:a16="http://schemas.microsoft.com/office/drawing/2014/main" id="{6A37E22F-5D07-442C-B75A-35B3B5513FF1}"/>
                    </a:ext>
                  </a:extLst>
                </p:cNvPr>
                <p:cNvSpPr/>
                <p:nvPr/>
              </p:nvSpPr>
              <p:spPr>
                <a:xfrm>
                  <a:off x="5051583" y="4996529"/>
                  <a:ext cx="240601" cy="73056"/>
                </a:xfrm>
                <a:custGeom>
                  <a:avLst/>
                  <a:gdLst>
                    <a:gd name="connsiteX0" fmla="*/ 0 w 240601"/>
                    <a:gd name="connsiteY0" fmla="*/ 0 h 73056"/>
                    <a:gd name="connsiteX1" fmla="*/ 240601 w 240601"/>
                    <a:gd name="connsiteY1" fmla="*/ 73057 h 730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40601" h="73056">
                      <a:moveTo>
                        <a:pt x="0" y="0"/>
                      </a:moveTo>
                      <a:cubicBezTo>
                        <a:pt x="4858" y="476"/>
                        <a:pt x="240601" y="73057"/>
                        <a:pt x="240601" y="73057"/>
                      </a:cubicBezTo>
                    </a:path>
                  </a:pathLst>
                </a:custGeom>
                <a:noFill/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64" name="任意多边形: 形状 663">
                  <a:extLst>
                    <a:ext uri="{FF2B5EF4-FFF2-40B4-BE49-F238E27FC236}">
                      <a16:creationId xmlns:a16="http://schemas.microsoft.com/office/drawing/2014/main" id="{3A432DE6-6963-48DF-91A5-13EF2AB4B5FB}"/>
                    </a:ext>
                  </a:extLst>
                </p:cNvPr>
                <p:cNvSpPr/>
                <p:nvPr/>
              </p:nvSpPr>
              <p:spPr>
                <a:xfrm>
                  <a:off x="5926645" y="4929473"/>
                  <a:ext cx="44672" cy="7239"/>
                </a:xfrm>
                <a:custGeom>
                  <a:avLst/>
                  <a:gdLst>
                    <a:gd name="connsiteX0" fmla="*/ 0 w 44672"/>
                    <a:gd name="connsiteY0" fmla="*/ 7239 h 7239"/>
                    <a:gd name="connsiteX1" fmla="*/ 44672 w 44672"/>
                    <a:gd name="connsiteY1" fmla="*/ 0 h 7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4672" h="7239">
                      <a:moveTo>
                        <a:pt x="0" y="7239"/>
                      </a:moveTo>
                      <a:lnTo>
                        <a:pt x="44672" y="0"/>
                      </a:lnTo>
                    </a:path>
                  </a:pathLst>
                </a:custGeom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65" name="任意多边形: 形状 664">
                  <a:extLst>
                    <a:ext uri="{FF2B5EF4-FFF2-40B4-BE49-F238E27FC236}">
                      <a16:creationId xmlns:a16="http://schemas.microsoft.com/office/drawing/2014/main" id="{51192D55-E74F-4D31-8298-C06EA6D83287}"/>
                    </a:ext>
                  </a:extLst>
                </p:cNvPr>
                <p:cNvSpPr/>
                <p:nvPr/>
              </p:nvSpPr>
              <p:spPr>
                <a:xfrm>
                  <a:off x="5329142" y="5081873"/>
                  <a:ext cx="23717" cy="5334"/>
                </a:xfrm>
                <a:custGeom>
                  <a:avLst/>
                  <a:gdLst>
                    <a:gd name="connsiteX0" fmla="*/ 23717 w 23717"/>
                    <a:gd name="connsiteY0" fmla="*/ 5334 h 5334"/>
                    <a:gd name="connsiteX1" fmla="*/ 0 w 23717"/>
                    <a:gd name="connsiteY1" fmla="*/ 0 h 5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3717" h="5334">
                      <a:moveTo>
                        <a:pt x="23717" y="5334"/>
                      </a:moveTo>
                      <a:lnTo>
                        <a:pt x="0" y="0"/>
                      </a:lnTo>
                    </a:path>
                  </a:pathLst>
                </a:custGeom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66" name="任意多边形: 形状 665">
                  <a:extLst>
                    <a:ext uri="{FF2B5EF4-FFF2-40B4-BE49-F238E27FC236}">
                      <a16:creationId xmlns:a16="http://schemas.microsoft.com/office/drawing/2014/main" id="{11ADCB3C-CFB3-4AB3-BE92-A2FEE11B8378}"/>
                    </a:ext>
                  </a:extLst>
                </p:cNvPr>
                <p:cNvSpPr/>
                <p:nvPr/>
              </p:nvSpPr>
              <p:spPr>
                <a:xfrm>
                  <a:off x="5027706" y="4914900"/>
                  <a:ext cx="33491" cy="104775"/>
                </a:xfrm>
                <a:custGeom>
                  <a:avLst/>
                  <a:gdLst>
                    <a:gd name="connsiteX0" fmla="*/ 12924 w 33491"/>
                    <a:gd name="connsiteY0" fmla="*/ 0 h 104775"/>
                    <a:gd name="connsiteX1" fmla="*/ 17210 w 33491"/>
                    <a:gd name="connsiteY1" fmla="*/ 104775 h 104775"/>
                    <a:gd name="connsiteX2" fmla="*/ 12924 w 33491"/>
                    <a:gd name="connsiteY2" fmla="*/ 0 h 104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491" h="104775">
                      <a:moveTo>
                        <a:pt x="12924" y="0"/>
                      </a:moveTo>
                      <a:cubicBezTo>
                        <a:pt x="38649" y="29637"/>
                        <a:pt x="40429" y="73136"/>
                        <a:pt x="17210" y="104775"/>
                      </a:cubicBezTo>
                      <a:cubicBezTo>
                        <a:pt x="-4080" y="73524"/>
                        <a:pt x="-5743" y="32885"/>
                        <a:pt x="1292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67" name="任意多边形: 形状 666">
                  <a:extLst>
                    <a:ext uri="{FF2B5EF4-FFF2-40B4-BE49-F238E27FC236}">
                      <a16:creationId xmlns:a16="http://schemas.microsoft.com/office/drawing/2014/main" id="{41B2D7D8-56CD-460B-97B6-2A3DF7489D9A}"/>
                    </a:ext>
                  </a:extLst>
                </p:cNvPr>
                <p:cNvSpPr/>
                <p:nvPr/>
              </p:nvSpPr>
              <p:spPr>
                <a:xfrm>
                  <a:off x="5027706" y="4914900"/>
                  <a:ext cx="33491" cy="104775"/>
                </a:xfrm>
                <a:custGeom>
                  <a:avLst/>
                  <a:gdLst>
                    <a:gd name="connsiteX0" fmla="*/ 12924 w 33491"/>
                    <a:gd name="connsiteY0" fmla="*/ 0 h 104775"/>
                    <a:gd name="connsiteX1" fmla="*/ 17210 w 33491"/>
                    <a:gd name="connsiteY1" fmla="*/ 104775 h 104775"/>
                    <a:gd name="connsiteX2" fmla="*/ 12924 w 33491"/>
                    <a:gd name="connsiteY2" fmla="*/ 0 h 104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491" h="104775">
                      <a:moveTo>
                        <a:pt x="12924" y="0"/>
                      </a:moveTo>
                      <a:cubicBezTo>
                        <a:pt x="38649" y="29637"/>
                        <a:pt x="40429" y="73136"/>
                        <a:pt x="17210" y="104775"/>
                      </a:cubicBezTo>
                      <a:cubicBezTo>
                        <a:pt x="-4080" y="73524"/>
                        <a:pt x="-5743" y="32885"/>
                        <a:pt x="12924" y="0"/>
                      </a:cubicBezTo>
                      <a:close/>
                    </a:path>
                  </a:pathLst>
                </a:custGeom>
                <a:solidFill>
                  <a:srgbClr val="FFFFFF">
                    <a:alpha val="7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68" name="任意多边形: 形状 667">
                  <a:extLst>
                    <a:ext uri="{FF2B5EF4-FFF2-40B4-BE49-F238E27FC236}">
                      <a16:creationId xmlns:a16="http://schemas.microsoft.com/office/drawing/2014/main" id="{4987C44D-B12B-4A07-9567-200674C576EA}"/>
                    </a:ext>
                  </a:extLst>
                </p:cNvPr>
                <p:cNvSpPr/>
                <p:nvPr/>
              </p:nvSpPr>
              <p:spPr>
                <a:xfrm>
                  <a:off x="5027706" y="4914900"/>
                  <a:ext cx="33491" cy="104775"/>
                </a:xfrm>
                <a:custGeom>
                  <a:avLst/>
                  <a:gdLst>
                    <a:gd name="connsiteX0" fmla="*/ 12924 w 33491"/>
                    <a:gd name="connsiteY0" fmla="*/ 0 h 104775"/>
                    <a:gd name="connsiteX1" fmla="*/ 17210 w 33491"/>
                    <a:gd name="connsiteY1" fmla="*/ 104775 h 104775"/>
                    <a:gd name="connsiteX2" fmla="*/ 12924 w 33491"/>
                    <a:gd name="connsiteY2" fmla="*/ 0 h 104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491" h="104775">
                      <a:moveTo>
                        <a:pt x="12924" y="0"/>
                      </a:moveTo>
                      <a:cubicBezTo>
                        <a:pt x="38649" y="29637"/>
                        <a:pt x="40429" y="73136"/>
                        <a:pt x="17210" y="104775"/>
                      </a:cubicBezTo>
                      <a:cubicBezTo>
                        <a:pt x="-4080" y="73524"/>
                        <a:pt x="-5743" y="32885"/>
                        <a:pt x="12924" y="0"/>
                      </a:cubicBezTo>
                      <a:close/>
                    </a:path>
                  </a:pathLst>
                </a:custGeom>
                <a:noFill/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69" name="任意多边形: 形状 668">
                  <a:extLst>
                    <a:ext uri="{FF2B5EF4-FFF2-40B4-BE49-F238E27FC236}">
                      <a16:creationId xmlns:a16="http://schemas.microsoft.com/office/drawing/2014/main" id="{9EF4C678-2AB2-47DE-884A-2A6538248E17}"/>
                    </a:ext>
                  </a:extLst>
                </p:cNvPr>
                <p:cNvSpPr/>
                <p:nvPr/>
              </p:nvSpPr>
              <p:spPr>
                <a:xfrm>
                  <a:off x="6144767" y="5054155"/>
                  <a:ext cx="808672" cy="234600"/>
                </a:xfrm>
                <a:custGeom>
                  <a:avLst/>
                  <a:gdLst>
                    <a:gd name="connsiteX0" fmla="*/ 199549 w 808672"/>
                    <a:gd name="connsiteY0" fmla="*/ 0 h 234600"/>
                    <a:gd name="connsiteX1" fmla="*/ 808672 w 808672"/>
                    <a:gd name="connsiteY1" fmla="*/ 24955 h 234600"/>
                    <a:gd name="connsiteX2" fmla="*/ 749332 w 808672"/>
                    <a:gd name="connsiteY2" fmla="*/ 234601 h 234600"/>
                    <a:gd name="connsiteX3" fmla="*/ 0 w 808672"/>
                    <a:gd name="connsiteY3" fmla="*/ 206026 h 234600"/>
                    <a:gd name="connsiteX4" fmla="*/ 199549 w 808672"/>
                    <a:gd name="connsiteY4" fmla="*/ 0 h 234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8672" h="234600">
                      <a:moveTo>
                        <a:pt x="199549" y="0"/>
                      </a:moveTo>
                      <a:lnTo>
                        <a:pt x="808672" y="24955"/>
                      </a:lnTo>
                      <a:lnTo>
                        <a:pt x="749332" y="234601"/>
                      </a:lnTo>
                      <a:lnTo>
                        <a:pt x="0" y="206026"/>
                      </a:lnTo>
                      <a:lnTo>
                        <a:pt x="19954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70" name="任意多边形: 形状 669">
                  <a:extLst>
                    <a:ext uri="{FF2B5EF4-FFF2-40B4-BE49-F238E27FC236}">
                      <a16:creationId xmlns:a16="http://schemas.microsoft.com/office/drawing/2014/main" id="{4C100492-08B2-4435-B78A-914E0AF09526}"/>
                    </a:ext>
                  </a:extLst>
                </p:cNvPr>
                <p:cNvSpPr/>
                <p:nvPr/>
              </p:nvSpPr>
              <p:spPr>
                <a:xfrm>
                  <a:off x="6144767" y="5054155"/>
                  <a:ext cx="808672" cy="234600"/>
                </a:xfrm>
                <a:custGeom>
                  <a:avLst/>
                  <a:gdLst>
                    <a:gd name="connsiteX0" fmla="*/ 199549 w 808672"/>
                    <a:gd name="connsiteY0" fmla="*/ 0 h 234600"/>
                    <a:gd name="connsiteX1" fmla="*/ 808672 w 808672"/>
                    <a:gd name="connsiteY1" fmla="*/ 24955 h 234600"/>
                    <a:gd name="connsiteX2" fmla="*/ 749332 w 808672"/>
                    <a:gd name="connsiteY2" fmla="*/ 234601 h 234600"/>
                    <a:gd name="connsiteX3" fmla="*/ 0 w 808672"/>
                    <a:gd name="connsiteY3" fmla="*/ 206026 h 234600"/>
                    <a:gd name="connsiteX4" fmla="*/ 199549 w 808672"/>
                    <a:gd name="connsiteY4" fmla="*/ 0 h 234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8672" h="234600">
                      <a:moveTo>
                        <a:pt x="199549" y="0"/>
                      </a:moveTo>
                      <a:lnTo>
                        <a:pt x="808672" y="24955"/>
                      </a:lnTo>
                      <a:lnTo>
                        <a:pt x="749332" y="234601"/>
                      </a:lnTo>
                      <a:lnTo>
                        <a:pt x="0" y="206026"/>
                      </a:lnTo>
                      <a:lnTo>
                        <a:pt x="199549" y="0"/>
                      </a:lnTo>
                      <a:close/>
                    </a:path>
                  </a:pathLst>
                </a:custGeom>
                <a:solidFill>
                  <a:schemeClr val="accent1">
                    <a:alpha val="4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71" name="任意多边形: 形状 670">
                  <a:extLst>
                    <a:ext uri="{FF2B5EF4-FFF2-40B4-BE49-F238E27FC236}">
                      <a16:creationId xmlns:a16="http://schemas.microsoft.com/office/drawing/2014/main" id="{0D1F56D7-6E1C-45E8-A592-66C5AA1F69C2}"/>
                    </a:ext>
                  </a:extLst>
                </p:cNvPr>
                <p:cNvSpPr/>
                <p:nvPr/>
              </p:nvSpPr>
              <p:spPr>
                <a:xfrm>
                  <a:off x="6144767" y="5054155"/>
                  <a:ext cx="808672" cy="234600"/>
                </a:xfrm>
                <a:custGeom>
                  <a:avLst/>
                  <a:gdLst>
                    <a:gd name="connsiteX0" fmla="*/ 199549 w 808672"/>
                    <a:gd name="connsiteY0" fmla="*/ 0 h 234600"/>
                    <a:gd name="connsiteX1" fmla="*/ 808672 w 808672"/>
                    <a:gd name="connsiteY1" fmla="*/ 24955 h 234600"/>
                    <a:gd name="connsiteX2" fmla="*/ 749332 w 808672"/>
                    <a:gd name="connsiteY2" fmla="*/ 234601 h 234600"/>
                    <a:gd name="connsiteX3" fmla="*/ 0 w 808672"/>
                    <a:gd name="connsiteY3" fmla="*/ 206026 h 234600"/>
                    <a:gd name="connsiteX4" fmla="*/ 199549 w 808672"/>
                    <a:gd name="connsiteY4" fmla="*/ 0 h 234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8672" h="234600">
                      <a:moveTo>
                        <a:pt x="199549" y="0"/>
                      </a:moveTo>
                      <a:lnTo>
                        <a:pt x="808672" y="24955"/>
                      </a:lnTo>
                      <a:lnTo>
                        <a:pt x="749332" y="234601"/>
                      </a:lnTo>
                      <a:lnTo>
                        <a:pt x="0" y="206026"/>
                      </a:lnTo>
                      <a:lnTo>
                        <a:pt x="199549" y="0"/>
                      </a:lnTo>
                      <a:close/>
                    </a:path>
                  </a:pathLst>
                </a:custGeom>
                <a:noFill/>
                <a:ln w="9525" cap="rnd">
                  <a:solidFill>
                    <a:srgbClr val="263238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9" name="矩形 78">
            <a:extLst>
              <a:ext uri="{FF2B5EF4-FFF2-40B4-BE49-F238E27FC236}">
                <a16:creationId xmlns:a16="http://schemas.microsoft.com/office/drawing/2014/main" id="{E6D6F6F9-2224-448F-A300-74200D95F49C}"/>
              </a:ext>
            </a:extLst>
          </p:cNvPr>
          <p:cNvSpPr/>
          <p:nvPr/>
        </p:nvSpPr>
        <p:spPr>
          <a:xfrm>
            <a:off x="-639341" y="1430880"/>
            <a:ext cx="5348206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MS UI Gothic" panose="020B0600070205080204" pitchFamily="34" charset="-128"/>
                <a:ea typeface="等线" panose="02010600030101010101" pitchFamily="2" charset="-122"/>
                <a:cs typeface="Times New Roman" panose="02020603050405020304" pitchFamily="18" charset="0"/>
              </a:rPr>
              <a:t>Less rewarding </a:t>
            </a:r>
          </a:p>
          <a:p>
            <a:pPr algn="ctr"/>
            <a:r>
              <a:rPr lang="en-US" altLang="zh-CN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MS UI Gothic" panose="020B0600070205080204" pitchFamily="34" charset="-128"/>
                <a:ea typeface="等线" panose="02010600030101010101" pitchFamily="2" charset="-122"/>
                <a:cs typeface="Times New Roman" panose="02020603050405020304" pitchFamily="18" charset="0"/>
              </a:rPr>
              <a:t>and interesting</a:t>
            </a:r>
            <a:endParaRPr lang="zh-CN" altLang="en-US" sz="4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092EC046-0C4E-4C1D-8D02-C63FD3F01747}"/>
              </a:ext>
            </a:extLst>
          </p:cNvPr>
          <p:cNvSpPr/>
          <p:nvPr/>
        </p:nvSpPr>
        <p:spPr>
          <a:xfrm>
            <a:off x="6899807" y="5135789"/>
            <a:ext cx="534820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MS UI Gothic" panose="020B0600070205080204" pitchFamily="34" charset="-128"/>
                <a:ea typeface="等线" panose="02010600030101010101" pitchFamily="2" charset="-122"/>
                <a:cs typeface="Times New Roman" panose="02020603050405020304" pitchFamily="18" charset="0"/>
              </a:rPr>
              <a:t>Burn the midnight oil</a:t>
            </a:r>
            <a:endParaRPr lang="zh-CN" altLang="en-US" sz="36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B186D3DF-3A9B-421C-BA5C-D6D9AA9FDD0A}"/>
              </a:ext>
            </a:extLst>
          </p:cNvPr>
          <p:cNvSpPr/>
          <p:nvPr/>
        </p:nvSpPr>
        <p:spPr>
          <a:xfrm>
            <a:off x="7224890" y="2085577"/>
            <a:ext cx="534820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MS UI Gothic" panose="020B0600070205080204" pitchFamily="34" charset="-128"/>
                <a:ea typeface="等线" panose="02010600030101010101" pitchFamily="2" charset="-122"/>
                <a:cs typeface="Times New Roman" panose="02020603050405020304" pitchFamily="18" charset="0"/>
              </a:rPr>
              <a:t>Less time to study</a:t>
            </a:r>
            <a:endParaRPr lang="zh-CN" altLang="en-US" sz="36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5B1E8664-CF5F-4FB5-891E-B0969095D9CD}"/>
              </a:ext>
            </a:extLst>
          </p:cNvPr>
          <p:cNvSpPr/>
          <p:nvPr/>
        </p:nvSpPr>
        <p:spPr>
          <a:xfrm>
            <a:off x="-704143" y="4813889"/>
            <a:ext cx="534820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4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MS UI Gothic" panose="020B0600070205080204" pitchFamily="34" charset="-128"/>
                <a:ea typeface="等线" panose="02010600030101010101" pitchFamily="2" charset="-122"/>
                <a:cs typeface="Times New Roman" panose="02020603050405020304" pitchFamily="18" charset="0"/>
              </a:rPr>
              <a:t>Drop o</a:t>
            </a:r>
            <a:r>
              <a:rPr lang="en-US" altLang="zh-CN" sz="4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MS UI Gothic" panose="020B0600070205080204" pitchFamily="34" charset="-128"/>
                <a:ea typeface="等线" panose="02010600030101010101" pitchFamily="2" charset="-122"/>
                <a:cs typeface="Times New Roman" panose="02020603050405020304" pitchFamily="18" charset="0"/>
              </a:rPr>
              <a:t>ut</a:t>
            </a:r>
            <a:endParaRPr lang="zh-CN" altLang="en-US" sz="4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83" name="图片 82">
            <a:extLst>
              <a:ext uri="{FF2B5EF4-FFF2-40B4-BE49-F238E27FC236}">
                <a16:creationId xmlns:a16="http://schemas.microsoft.com/office/drawing/2014/main" id="{2B55D7D1-8E60-45FF-964B-B347508F22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624" y="3433700"/>
            <a:ext cx="777190" cy="787226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2EDB301F-CEC4-4494-91EB-D957B1006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910" y="3558536"/>
            <a:ext cx="777190" cy="78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543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45D836EA-CEF1-478D-AAEB-2DABC0480DE6}"/>
              </a:ext>
            </a:extLst>
          </p:cNvPr>
          <p:cNvSpPr/>
          <p:nvPr/>
        </p:nvSpPr>
        <p:spPr>
          <a:xfrm>
            <a:off x="-116008" y="342278"/>
            <a:ext cx="12192000" cy="6858000"/>
          </a:xfrm>
          <a:prstGeom prst="rect">
            <a:avLst/>
          </a:prstGeom>
          <a:blipFill dpi="0" rotWithShape="1">
            <a:blip r:embed="rId3">
              <a:alphaModFix amt="4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43F71BD8-68D6-4504-949B-28D4705DCF7C}"/>
              </a:ext>
            </a:extLst>
          </p:cNvPr>
          <p:cNvSpPr/>
          <p:nvPr/>
        </p:nvSpPr>
        <p:spPr>
          <a:xfrm>
            <a:off x="2209800" y="766362"/>
            <a:ext cx="8229600" cy="4329513"/>
          </a:xfrm>
          <a:prstGeom prst="roundRect">
            <a:avLst>
              <a:gd name="adj" fmla="val 29318"/>
            </a:avLst>
          </a:prstGeom>
          <a:solidFill>
            <a:srgbClr val="4B2EFA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DDCFCBC-F70F-4771-8198-A4C6BD0F6A01}"/>
              </a:ext>
            </a:extLst>
          </p:cNvPr>
          <p:cNvSpPr/>
          <p:nvPr/>
        </p:nvSpPr>
        <p:spPr>
          <a:xfrm>
            <a:off x="2053429" y="609386"/>
            <a:ext cx="8229600" cy="4216400"/>
          </a:xfrm>
          <a:prstGeom prst="roundRect">
            <a:avLst>
              <a:gd name="adj" fmla="val 29318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AC677FE-E00F-4802-9FC4-D4F5519075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423013" y="3842896"/>
            <a:ext cx="3545134" cy="44196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A791EDF-C6F3-41E2-BE50-A1F535EE03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  <a14:imgEffect>
                      <a14:brightnessContrast bright="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44933">
            <a:off x="5444953" y="4246670"/>
            <a:ext cx="4470580" cy="4470580"/>
          </a:xfrm>
          <a:prstGeom prst="rect">
            <a:avLst/>
          </a:prstGeom>
        </p:spPr>
      </p:pic>
      <p:pic>
        <p:nvPicPr>
          <p:cNvPr id="9" name="图片 8" descr="图片包含 粉色, 女人, 女孩, 穿着&#10;&#10;描述已自动生成">
            <a:extLst>
              <a:ext uri="{FF2B5EF4-FFF2-40B4-BE49-F238E27FC236}">
                <a16:creationId xmlns:a16="http://schemas.microsoft.com/office/drawing/2014/main" id="{F9B06DB3-E5B7-4EC9-A400-5E34EA2904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8333" l="10000" r="90000">
                        <a14:foregroundMark x1="48519" y1="72407" x2="47685" y2="98148"/>
                        <a14:foregroundMark x1="47685" y1="98148" x2="47778" y2="98333"/>
                        <a14:foregroundMark x1="47222" y1="10370" x2="47222" y2="10370"/>
                        <a14:foregroundMark x1="53519" y1="12778" x2="53889" y2="11296"/>
                        <a14:foregroundMark x1="57407" y1="18519" x2="60926" y2="17222"/>
                        <a14:backgroundMark x1="46481" y1="25370" x2="47593" y2="26296"/>
                      </a14:backgroundRemoval>
                    </a14:imgEffect>
                    <a14:imgEffect>
                      <a14:brightnessContrast bright="1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6131">
            <a:off x="-1720498" y="3131034"/>
            <a:ext cx="5682451" cy="5682451"/>
          </a:xfrm>
          <a:prstGeom prst="rect">
            <a:avLst/>
          </a:prstGeom>
        </p:spPr>
      </p:pic>
      <p:pic>
        <p:nvPicPr>
          <p:cNvPr id="11" name="图片 10" descr="图片包含 游戏机&#10;&#10;描述已自动生成">
            <a:extLst>
              <a:ext uri="{FF2B5EF4-FFF2-40B4-BE49-F238E27FC236}">
                <a16:creationId xmlns:a16="http://schemas.microsoft.com/office/drawing/2014/main" id="{FEC0A56E-C962-439C-A614-DDF39F785D5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  <a14:imgEffect>
                      <a14:brightnessContrast bright="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684" y="4320201"/>
            <a:ext cx="5075598" cy="5075598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E9CA23CC-6FE2-48A9-BA5F-AAA3B197FDA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8853" y="1559882"/>
            <a:ext cx="979292" cy="544270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3A873C77-5096-4544-A17F-798734D1BCD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23089">
            <a:off x="379225" y="860288"/>
            <a:ext cx="843243" cy="1236675"/>
          </a:xfrm>
          <a:prstGeom prst="rect">
            <a:avLst/>
          </a:prstGeom>
        </p:spPr>
      </p:pic>
      <p:pic>
        <p:nvPicPr>
          <p:cNvPr id="60" name="图片 59" descr="图片包含 游戏机, 标志, 画&#10;&#10;描述已自动生成">
            <a:extLst>
              <a:ext uri="{FF2B5EF4-FFF2-40B4-BE49-F238E27FC236}">
                <a16:creationId xmlns:a16="http://schemas.microsoft.com/office/drawing/2014/main" id="{47502681-D2F5-4CAA-898F-C54E71CDE55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4274" y="3429000"/>
            <a:ext cx="576532" cy="684557"/>
          </a:xfrm>
          <a:prstGeom prst="rect">
            <a:avLst/>
          </a:prstGeom>
        </p:spPr>
      </p:pic>
      <p:pic>
        <p:nvPicPr>
          <p:cNvPr id="61" name="图片 60" descr="图片包含 游戏机, 画&#10;&#10;描述已自动生成">
            <a:extLst>
              <a:ext uri="{FF2B5EF4-FFF2-40B4-BE49-F238E27FC236}">
                <a16:creationId xmlns:a16="http://schemas.microsoft.com/office/drawing/2014/main" id="{A84FE173-E584-47BF-A444-681899BC0BD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984" y="215773"/>
            <a:ext cx="769896" cy="787226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0C7875E7-170E-434A-854D-648C4F88685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699" y="5678943"/>
            <a:ext cx="794804" cy="787226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7442EF6D-A260-4D06-B904-77E01B2F589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510" y="3149700"/>
            <a:ext cx="679770" cy="673154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4246F0F8-574B-46D8-8311-A6FC7376FEC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5580" y="3553022"/>
            <a:ext cx="705552" cy="670369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BE0E2924-D98C-4F8A-AFEF-BCC41AEFAA9E}"/>
              </a:ext>
            </a:extLst>
          </p:cNvPr>
          <p:cNvGrpSpPr/>
          <p:nvPr/>
        </p:nvGrpSpPr>
        <p:grpSpPr>
          <a:xfrm>
            <a:off x="11535920" y="3997183"/>
            <a:ext cx="5552998" cy="6282669"/>
            <a:chOff x="7569966" y="575331"/>
            <a:chExt cx="5552998" cy="6282669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7D28DCA1-F5A9-48CE-8D73-4094B3265B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alphaModFix amt="41000"/>
              <a:extLst>
                <a:ext uri="{BEBA8EAE-BF5A-486C-A8C5-ECC9F3942E4B}">
                  <a14:imgProps xmlns:a14="http://schemas.microsoft.com/office/drawing/2010/main">
                    <a14:imgLayer r:embed="rId20">
                      <a14:imgEffect>
                        <a14:artisticBlur radius="18"/>
                      </a14:imgEffect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8516"/>
            <a:stretch/>
          </p:blipFill>
          <p:spPr>
            <a:xfrm>
              <a:off x="7788964" y="575331"/>
              <a:ext cx="5334000" cy="6181070"/>
            </a:xfrm>
            <a:prstGeom prst="rect">
              <a:avLst/>
            </a:prstGeom>
          </p:spPr>
        </p:pic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B547BF83-F7F3-463C-BCDC-374BBED4AD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69966" y="1162050"/>
              <a:ext cx="5334000" cy="5695950"/>
            </a:xfrm>
            <a:prstGeom prst="rect">
              <a:avLst/>
            </a:prstGeom>
          </p:spPr>
        </p:pic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89390D65-3E2E-4B7C-94B9-8686642BD99F}"/>
              </a:ext>
            </a:extLst>
          </p:cNvPr>
          <p:cNvSpPr/>
          <p:nvPr/>
        </p:nvSpPr>
        <p:spPr>
          <a:xfrm>
            <a:off x="3374439" y="935394"/>
            <a:ext cx="5677965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Balance </a:t>
            </a:r>
          </a:p>
          <a:p>
            <a:pPr algn="ctr"/>
            <a:r>
              <a:rPr lang="en-US" altLang="zh-CN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the relationship</a:t>
            </a:r>
          </a:p>
          <a:p>
            <a:pPr algn="ctr"/>
            <a:r>
              <a:rPr lang="en-US" altLang="zh-CN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between </a:t>
            </a:r>
          </a:p>
          <a:p>
            <a:pPr algn="ctr"/>
            <a:r>
              <a:rPr lang="en-US" altLang="zh-CN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job and study</a:t>
            </a:r>
            <a:endParaRPr lang="zh-CN" alt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03413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37800D1-B02E-4740-AFC0-669BD01C2C7E}"/>
              </a:ext>
            </a:extLst>
          </p:cNvPr>
          <p:cNvSpPr/>
          <p:nvPr/>
        </p:nvSpPr>
        <p:spPr>
          <a:xfrm>
            <a:off x="223325" y="242558"/>
            <a:ext cx="11745351" cy="6403365"/>
          </a:xfrm>
          <a:prstGeom prst="rect">
            <a:avLst/>
          </a:prstGeom>
          <a:solidFill>
            <a:srgbClr val="482AFA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34AEF7EE-DF7B-4EA3-AB30-8C729F48C299}"/>
              </a:ext>
            </a:extLst>
          </p:cNvPr>
          <p:cNvSpPr/>
          <p:nvPr/>
        </p:nvSpPr>
        <p:spPr>
          <a:xfrm>
            <a:off x="262611" y="242558"/>
            <a:ext cx="11604660" cy="6428154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4A5E4A09-2B74-41F2-BDA0-6B459E1AFBA2}"/>
              </a:ext>
            </a:extLst>
          </p:cNvPr>
          <p:cNvSpPr/>
          <p:nvPr/>
        </p:nvSpPr>
        <p:spPr>
          <a:xfrm rot="5400000">
            <a:off x="3236479" y="-2735669"/>
            <a:ext cx="3993987" cy="9988022"/>
          </a:xfrm>
          <a:prstGeom prst="triangle">
            <a:avLst>
              <a:gd name="adj" fmla="val 0"/>
            </a:avLst>
          </a:prstGeom>
          <a:solidFill>
            <a:srgbClr val="4B2EFA"/>
          </a:solidFill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2" name="箭头: V 形 191">
            <a:extLst>
              <a:ext uri="{FF2B5EF4-FFF2-40B4-BE49-F238E27FC236}">
                <a16:creationId xmlns:a16="http://schemas.microsoft.com/office/drawing/2014/main" id="{8D00B6BC-D8F0-4A7C-99FE-F9EE638A15B2}"/>
              </a:ext>
            </a:extLst>
          </p:cNvPr>
          <p:cNvSpPr/>
          <p:nvPr/>
        </p:nvSpPr>
        <p:spPr>
          <a:xfrm rot="20258711">
            <a:off x="3091686" y="1902198"/>
            <a:ext cx="1134765" cy="895739"/>
          </a:xfrm>
          <a:prstGeom prst="chevron">
            <a:avLst/>
          </a:prstGeom>
          <a:solidFill>
            <a:srgbClr val="FF6587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E414A56-093E-4953-A104-C748FCB1E7AB}"/>
              </a:ext>
            </a:extLst>
          </p:cNvPr>
          <p:cNvSpPr txBox="1"/>
          <p:nvPr/>
        </p:nvSpPr>
        <p:spPr>
          <a:xfrm>
            <a:off x="2503901" y="1486028"/>
            <a:ext cx="7045151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00" b="1" i="0" u="none" strike="noStrike" kern="1200" cap="none" spc="0" normalizeH="0" baseline="0" noProof="0" dirty="0">
                <a:ln w="41275">
                  <a:solidFill>
                    <a:prstClr val="black"/>
                  </a:solidFill>
                </a:ln>
                <a:solidFill>
                  <a:prstClr val="white"/>
                </a:solidFill>
                <a:effectLst>
                  <a:outerShdw dist="76200" algn="ctr" rotWithShape="0">
                    <a:srgbClr val="F6BE19"/>
                  </a:outerShdw>
                </a:effectLst>
                <a:uLnTx/>
                <a:uFillTx/>
                <a:cs typeface="+mn-ea"/>
                <a:sym typeface="+mn-lt"/>
              </a:rPr>
              <a:t>Thanks</a:t>
            </a:r>
            <a:endParaRPr kumimoji="0" lang="zh-CN" altLang="en-US" sz="16600" b="1" i="0" u="none" strike="noStrike" kern="1200" cap="none" spc="0" normalizeH="0" baseline="0" noProof="0" dirty="0">
              <a:ln w="41275">
                <a:solidFill>
                  <a:prstClr val="black"/>
                </a:solidFill>
              </a:ln>
              <a:solidFill>
                <a:prstClr val="white"/>
              </a:solidFill>
              <a:effectLst>
                <a:outerShdw dist="76200" algn="ctr" rotWithShape="0">
                  <a:srgbClr val="F6BE19"/>
                </a:outerShdw>
              </a:effectLst>
              <a:uLnTx/>
              <a:uFillTx/>
              <a:cs typeface="+mn-ea"/>
              <a:sym typeface="+mn-lt"/>
            </a:endParaRPr>
          </a:p>
        </p:txBody>
      </p:sp>
      <p:sp>
        <p:nvSpPr>
          <p:cNvPr id="7" name="等腰三角形 6">
            <a:extLst>
              <a:ext uri="{FF2B5EF4-FFF2-40B4-BE49-F238E27FC236}">
                <a16:creationId xmlns:a16="http://schemas.microsoft.com/office/drawing/2014/main" id="{F6DACC93-1AED-46B8-8B52-934ADFB53A3E}"/>
              </a:ext>
            </a:extLst>
          </p:cNvPr>
          <p:cNvSpPr/>
          <p:nvPr/>
        </p:nvSpPr>
        <p:spPr>
          <a:xfrm rot="5400000">
            <a:off x="2407159" y="-1918137"/>
            <a:ext cx="2914468" cy="7279447"/>
          </a:xfrm>
          <a:prstGeom prst="triangle">
            <a:avLst>
              <a:gd name="adj" fmla="val 0"/>
            </a:avLst>
          </a:prstGeom>
          <a:solidFill>
            <a:srgbClr val="F6BE19">
              <a:alpha val="99000"/>
            </a:srgbClr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D16CA0AC-EB06-4889-A305-464ADEA6D860}"/>
              </a:ext>
            </a:extLst>
          </p:cNvPr>
          <p:cNvSpPr/>
          <p:nvPr/>
        </p:nvSpPr>
        <p:spPr>
          <a:xfrm rot="5400000" flipH="1" flipV="1">
            <a:off x="4959107" y="-396723"/>
            <a:ext cx="3993987" cy="9975755"/>
          </a:xfrm>
          <a:prstGeom prst="triangle">
            <a:avLst>
              <a:gd name="adj" fmla="val 0"/>
            </a:avLst>
          </a:prstGeom>
          <a:solidFill>
            <a:srgbClr val="F6BE19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6EEC9DDE-ABD5-4369-B504-24B000B3BD4E}"/>
              </a:ext>
            </a:extLst>
          </p:cNvPr>
          <p:cNvSpPr/>
          <p:nvPr/>
        </p:nvSpPr>
        <p:spPr>
          <a:xfrm rot="5400000" flipH="1" flipV="1">
            <a:off x="8327411" y="2972999"/>
            <a:ext cx="2082767" cy="5202114"/>
          </a:xfrm>
          <a:prstGeom prst="triangle">
            <a:avLst>
              <a:gd name="adj" fmla="val 0"/>
            </a:avLst>
          </a:prstGeom>
          <a:solidFill>
            <a:srgbClr val="4B2EFA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A6A4DF6-81E6-49B0-81FF-52B5394684D3}"/>
              </a:ext>
            </a:extLst>
          </p:cNvPr>
          <p:cNvSpPr/>
          <p:nvPr/>
        </p:nvSpPr>
        <p:spPr>
          <a:xfrm>
            <a:off x="563351" y="465614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B62EE8B9-E5CF-476F-B9C8-632F663E23A8}"/>
              </a:ext>
            </a:extLst>
          </p:cNvPr>
          <p:cNvSpPr/>
          <p:nvPr/>
        </p:nvSpPr>
        <p:spPr>
          <a:xfrm>
            <a:off x="1219629" y="465614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D23167D2-D68B-43D8-9598-4F58F7832795}"/>
              </a:ext>
            </a:extLst>
          </p:cNvPr>
          <p:cNvSpPr/>
          <p:nvPr/>
        </p:nvSpPr>
        <p:spPr>
          <a:xfrm>
            <a:off x="1875907" y="465614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D6004B6-F197-4903-9BB2-26097CAE1E20}"/>
              </a:ext>
            </a:extLst>
          </p:cNvPr>
          <p:cNvSpPr/>
          <p:nvPr/>
        </p:nvSpPr>
        <p:spPr>
          <a:xfrm>
            <a:off x="2532185" y="465614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EF565A94-03A2-4508-8F36-D302367A648F}"/>
              </a:ext>
            </a:extLst>
          </p:cNvPr>
          <p:cNvSpPr/>
          <p:nvPr/>
        </p:nvSpPr>
        <p:spPr>
          <a:xfrm>
            <a:off x="3188463" y="465614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CF9C985-5FA4-43EA-8C33-6AB6ED69DB4D}"/>
              </a:ext>
            </a:extLst>
          </p:cNvPr>
          <p:cNvSpPr/>
          <p:nvPr/>
        </p:nvSpPr>
        <p:spPr>
          <a:xfrm>
            <a:off x="3844741" y="465614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F4599904-0B24-48AA-8873-DF28CF742D5F}"/>
              </a:ext>
            </a:extLst>
          </p:cNvPr>
          <p:cNvSpPr/>
          <p:nvPr/>
        </p:nvSpPr>
        <p:spPr>
          <a:xfrm>
            <a:off x="4501019" y="465614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119CFE59-E9CB-429D-AEE5-74B81F3E0D6A}"/>
              </a:ext>
            </a:extLst>
          </p:cNvPr>
          <p:cNvSpPr/>
          <p:nvPr/>
        </p:nvSpPr>
        <p:spPr>
          <a:xfrm>
            <a:off x="5157297" y="465614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D520EAC4-1385-4268-8510-9DBA208F1505}"/>
              </a:ext>
            </a:extLst>
          </p:cNvPr>
          <p:cNvSpPr/>
          <p:nvPr/>
        </p:nvSpPr>
        <p:spPr>
          <a:xfrm>
            <a:off x="5813575" y="465614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BA0144E1-DD32-43ED-811A-4966DEA554EE}"/>
              </a:ext>
            </a:extLst>
          </p:cNvPr>
          <p:cNvSpPr/>
          <p:nvPr/>
        </p:nvSpPr>
        <p:spPr>
          <a:xfrm>
            <a:off x="6469853" y="465614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ED23F4F7-5339-4740-9E61-EBC885EAC237}"/>
              </a:ext>
            </a:extLst>
          </p:cNvPr>
          <p:cNvSpPr/>
          <p:nvPr/>
        </p:nvSpPr>
        <p:spPr>
          <a:xfrm>
            <a:off x="349991" y="958631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4B0DD9F8-1467-4545-8C82-223F607A5A1E}"/>
              </a:ext>
            </a:extLst>
          </p:cNvPr>
          <p:cNvSpPr/>
          <p:nvPr/>
        </p:nvSpPr>
        <p:spPr>
          <a:xfrm>
            <a:off x="1006269" y="958631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819E4060-F1E9-456A-99BF-796072278DF9}"/>
              </a:ext>
            </a:extLst>
          </p:cNvPr>
          <p:cNvSpPr/>
          <p:nvPr/>
        </p:nvSpPr>
        <p:spPr>
          <a:xfrm>
            <a:off x="1662547" y="958631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F5F7A805-5807-473C-89F8-4F6309B40DC6}"/>
              </a:ext>
            </a:extLst>
          </p:cNvPr>
          <p:cNvSpPr/>
          <p:nvPr/>
        </p:nvSpPr>
        <p:spPr>
          <a:xfrm>
            <a:off x="2318825" y="958631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49DE14DA-5977-4D2B-866D-39CCC017839D}"/>
              </a:ext>
            </a:extLst>
          </p:cNvPr>
          <p:cNvSpPr/>
          <p:nvPr/>
        </p:nvSpPr>
        <p:spPr>
          <a:xfrm>
            <a:off x="2975103" y="958631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6CB1954C-8DA4-43CD-970A-41B9CD693307}"/>
              </a:ext>
            </a:extLst>
          </p:cNvPr>
          <p:cNvSpPr/>
          <p:nvPr/>
        </p:nvSpPr>
        <p:spPr>
          <a:xfrm>
            <a:off x="3631381" y="958631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6785BDC0-AA75-486D-9E31-8BB478737024}"/>
              </a:ext>
            </a:extLst>
          </p:cNvPr>
          <p:cNvSpPr/>
          <p:nvPr/>
        </p:nvSpPr>
        <p:spPr>
          <a:xfrm>
            <a:off x="4287659" y="958631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F74D4E67-B5B5-4025-85FC-AF90D64DFAFB}"/>
              </a:ext>
            </a:extLst>
          </p:cNvPr>
          <p:cNvSpPr/>
          <p:nvPr/>
        </p:nvSpPr>
        <p:spPr>
          <a:xfrm>
            <a:off x="4943937" y="958631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9" name="任意多边形: 形状 258">
            <a:extLst>
              <a:ext uri="{FF2B5EF4-FFF2-40B4-BE49-F238E27FC236}">
                <a16:creationId xmlns:a16="http://schemas.microsoft.com/office/drawing/2014/main" id="{37C90E2F-EE0E-4C13-A4D1-6F7081B69AA8}"/>
              </a:ext>
            </a:extLst>
          </p:cNvPr>
          <p:cNvSpPr/>
          <p:nvPr/>
        </p:nvSpPr>
        <p:spPr>
          <a:xfrm>
            <a:off x="5604820" y="958631"/>
            <a:ext cx="78454" cy="36970"/>
          </a:xfrm>
          <a:custGeom>
            <a:avLst/>
            <a:gdLst>
              <a:gd name="connsiteX0" fmla="*/ 55173 w 78454"/>
              <a:gd name="connsiteY0" fmla="*/ 0 h 36970"/>
              <a:gd name="connsiteX1" fmla="*/ 78442 w 78454"/>
              <a:gd name="connsiteY1" fmla="*/ 4698 h 36970"/>
              <a:gd name="connsiteX2" fmla="*/ 78454 w 78454"/>
              <a:gd name="connsiteY2" fmla="*/ 4706 h 36970"/>
              <a:gd name="connsiteX3" fmla="*/ 0 w 78454"/>
              <a:gd name="connsiteY3" fmla="*/ 36970 h 36970"/>
              <a:gd name="connsiteX4" fmla="*/ 93 w 78454"/>
              <a:gd name="connsiteY4" fmla="*/ 36510 h 36970"/>
              <a:gd name="connsiteX5" fmla="*/ 55173 w 78454"/>
              <a:gd name="connsiteY5" fmla="*/ 0 h 36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454" h="36970">
                <a:moveTo>
                  <a:pt x="55173" y="0"/>
                </a:moveTo>
                <a:cubicBezTo>
                  <a:pt x="63427" y="0"/>
                  <a:pt x="71290" y="1673"/>
                  <a:pt x="78442" y="4698"/>
                </a:cubicBezTo>
                <a:lnTo>
                  <a:pt x="78454" y="4706"/>
                </a:lnTo>
                <a:lnTo>
                  <a:pt x="0" y="36970"/>
                </a:lnTo>
                <a:lnTo>
                  <a:pt x="93" y="36510"/>
                </a:lnTo>
                <a:cubicBezTo>
                  <a:pt x="9168" y="15055"/>
                  <a:pt x="30413" y="0"/>
                  <a:pt x="55173" y="0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7F70B135-371A-4D85-AD8B-16713A863579}"/>
              </a:ext>
            </a:extLst>
          </p:cNvPr>
          <p:cNvSpPr/>
          <p:nvPr/>
        </p:nvSpPr>
        <p:spPr>
          <a:xfrm>
            <a:off x="563351" y="1456868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B613A95A-A78D-4401-B189-18AC12B82A26}"/>
              </a:ext>
            </a:extLst>
          </p:cNvPr>
          <p:cNvSpPr/>
          <p:nvPr/>
        </p:nvSpPr>
        <p:spPr>
          <a:xfrm>
            <a:off x="1219629" y="1456868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18D34AB-A8D7-4002-81C4-8B434342677A}"/>
              </a:ext>
            </a:extLst>
          </p:cNvPr>
          <p:cNvSpPr/>
          <p:nvPr/>
        </p:nvSpPr>
        <p:spPr>
          <a:xfrm>
            <a:off x="1875907" y="1456868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D62352C-E4D3-4FC5-81FA-013CC163BF4D}"/>
              </a:ext>
            </a:extLst>
          </p:cNvPr>
          <p:cNvSpPr/>
          <p:nvPr/>
        </p:nvSpPr>
        <p:spPr>
          <a:xfrm>
            <a:off x="2532185" y="1456868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6934B966-04E9-48EF-A11E-EBD0747ECD1B}"/>
              </a:ext>
            </a:extLst>
          </p:cNvPr>
          <p:cNvSpPr/>
          <p:nvPr/>
        </p:nvSpPr>
        <p:spPr>
          <a:xfrm>
            <a:off x="3188463" y="1456868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1C587BC5-0EFD-4230-A072-446D6415B6D9}"/>
              </a:ext>
            </a:extLst>
          </p:cNvPr>
          <p:cNvSpPr/>
          <p:nvPr/>
        </p:nvSpPr>
        <p:spPr>
          <a:xfrm>
            <a:off x="3844741" y="1456868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900A5889-62CA-4236-8B9A-FD8B3277E817}"/>
              </a:ext>
            </a:extLst>
          </p:cNvPr>
          <p:cNvSpPr/>
          <p:nvPr/>
        </p:nvSpPr>
        <p:spPr>
          <a:xfrm>
            <a:off x="349991" y="1949885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74335FF1-3259-4963-8254-6A9417F2F8C7}"/>
              </a:ext>
            </a:extLst>
          </p:cNvPr>
          <p:cNvSpPr/>
          <p:nvPr/>
        </p:nvSpPr>
        <p:spPr>
          <a:xfrm>
            <a:off x="1006269" y="1949885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8A0098DD-F81B-4AA8-9033-1B8C02D4460F}"/>
              </a:ext>
            </a:extLst>
          </p:cNvPr>
          <p:cNvSpPr/>
          <p:nvPr/>
        </p:nvSpPr>
        <p:spPr>
          <a:xfrm>
            <a:off x="1662547" y="1949885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08367809-1108-4603-BDE7-5CBCA2694C36}"/>
              </a:ext>
            </a:extLst>
          </p:cNvPr>
          <p:cNvSpPr/>
          <p:nvPr/>
        </p:nvSpPr>
        <p:spPr>
          <a:xfrm>
            <a:off x="2318825" y="1949885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7" name="任意多边形: 形状 256">
            <a:extLst>
              <a:ext uri="{FF2B5EF4-FFF2-40B4-BE49-F238E27FC236}">
                <a16:creationId xmlns:a16="http://schemas.microsoft.com/office/drawing/2014/main" id="{836BF8C6-57A4-458F-8F67-39B2F6C6FA40}"/>
              </a:ext>
            </a:extLst>
          </p:cNvPr>
          <p:cNvSpPr/>
          <p:nvPr/>
        </p:nvSpPr>
        <p:spPr>
          <a:xfrm>
            <a:off x="2975103" y="1949885"/>
            <a:ext cx="118084" cy="95628"/>
          </a:xfrm>
          <a:custGeom>
            <a:avLst/>
            <a:gdLst>
              <a:gd name="connsiteX0" fmla="*/ 59778 w 118084"/>
              <a:gd name="connsiteY0" fmla="*/ 0 h 95628"/>
              <a:gd name="connsiteX1" fmla="*/ 114858 w 118084"/>
              <a:gd name="connsiteY1" fmla="*/ 36510 h 95628"/>
              <a:gd name="connsiteX2" fmla="*/ 118084 w 118084"/>
              <a:gd name="connsiteY2" fmla="*/ 52486 h 95628"/>
              <a:gd name="connsiteX3" fmla="*/ 13181 w 118084"/>
              <a:gd name="connsiteY3" fmla="*/ 95628 h 95628"/>
              <a:gd name="connsiteX4" fmla="*/ 4698 w 118084"/>
              <a:gd name="connsiteY4" fmla="*/ 83046 h 95628"/>
              <a:gd name="connsiteX5" fmla="*/ 0 w 118084"/>
              <a:gd name="connsiteY5" fmla="*/ 59778 h 95628"/>
              <a:gd name="connsiteX6" fmla="*/ 59778 w 118084"/>
              <a:gd name="connsiteY6" fmla="*/ 0 h 9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084" h="95628">
                <a:moveTo>
                  <a:pt x="59778" y="0"/>
                </a:moveTo>
                <a:cubicBezTo>
                  <a:pt x="84539" y="0"/>
                  <a:pt x="105784" y="15055"/>
                  <a:pt x="114858" y="36510"/>
                </a:cubicBezTo>
                <a:lnTo>
                  <a:pt x="118084" y="52486"/>
                </a:lnTo>
                <a:lnTo>
                  <a:pt x="13181" y="95628"/>
                </a:lnTo>
                <a:lnTo>
                  <a:pt x="4698" y="83046"/>
                </a:lnTo>
                <a:cubicBezTo>
                  <a:pt x="1673" y="75894"/>
                  <a:pt x="0" y="68032"/>
                  <a:pt x="0" y="59778"/>
                </a:cubicBezTo>
                <a:cubicBezTo>
                  <a:pt x="0" y="26764"/>
                  <a:pt x="26764" y="0"/>
                  <a:pt x="59778" y="0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9F03F6F3-16BD-4EA4-AD27-C8EF93A64682}"/>
              </a:ext>
            </a:extLst>
          </p:cNvPr>
          <p:cNvSpPr/>
          <p:nvPr/>
        </p:nvSpPr>
        <p:spPr>
          <a:xfrm>
            <a:off x="563351" y="2448122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53ED29BF-5897-4BBD-829A-DBD4CF7C2422}"/>
              </a:ext>
            </a:extLst>
          </p:cNvPr>
          <p:cNvSpPr/>
          <p:nvPr/>
        </p:nvSpPr>
        <p:spPr>
          <a:xfrm>
            <a:off x="1219629" y="2448122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4" name="任意多边形: 形状 253">
            <a:extLst>
              <a:ext uri="{FF2B5EF4-FFF2-40B4-BE49-F238E27FC236}">
                <a16:creationId xmlns:a16="http://schemas.microsoft.com/office/drawing/2014/main" id="{0810E793-56CE-42E7-A2BB-97440405D939}"/>
              </a:ext>
            </a:extLst>
          </p:cNvPr>
          <p:cNvSpPr/>
          <p:nvPr/>
        </p:nvSpPr>
        <p:spPr>
          <a:xfrm>
            <a:off x="1865933" y="2435696"/>
            <a:ext cx="103984" cy="64196"/>
          </a:xfrm>
          <a:custGeom>
            <a:avLst/>
            <a:gdLst>
              <a:gd name="connsiteX0" fmla="*/ 59778 w 103984"/>
              <a:gd name="connsiteY0" fmla="*/ 0 h 64196"/>
              <a:gd name="connsiteX1" fmla="*/ 102047 w 103984"/>
              <a:gd name="connsiteY1" fmla="*/ 17509 h 64196"/>
              <a:gd name="connsiteX2" fmla="*/ 103984 w 103984"/>
              <a:gd name="connsiteY2" fmla="*/ 22185 h 64196"/>
              <a:gd name="connsiteX3" fmla="*/ 1830 w 103984"/>
              <a:gd name="connsiteY3" fmla="*/ 64196 h 64196"/>
              <a:gd name="connsiteX4" fmla="*/ 0 w 103984"/>
              <a:gd name="connsiteY4" fmla="*/ 59778 h 64196"/>
              <a:gd name="connsiteX5" fmla="*/ 59778 w 103984"/>
              <a:gd name="connsiteY5" fmla="*/ 0 h 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984" h="64196">
                <a:moveTo>
                  <a:pt x="59778" y="0"/>
                </a:moveTo>
                <a:cubicBezTo>
                  <a:pt x="76285" y="0"/>
                  <a:pt x="91230" y="6691"/>
                  <a:pt x="102047" y="17509"/>
                </a:cubicBezTo>
                <a:lnTo>
                  <a:pt x="103984" y="22185"/>
                </a:lnTo>
                <a:lnTo>
                  <a:pt x="1830" y="64196"/>
                </a:lnTo>
                <a:lnTo>
                  <a:pt x="0" y="59778"/>
                </a:lnTo>
                <a:cubicBezTo>
                  <a:pt x="0" y="26764"/>
                  <a:pt x="26764" y="0"/>
                  <a:pt x="59778" y="0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1B1825F5-72C7-45AD-A3BE-580E109AB2B5}"/>
              </a:ext>
            </a:extLst>
          </p:cNvPr>
          <p:cNvSpPr/>
          <p:nvPr/>
        </p:nvSpPr>
        <p:spPr>
          <a:xfrm>
            <a:off x="349991" y="2941139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CB4A7C52-E273-4BB9-A875-FD2A513B134D}"/>
              </a:ext>
            </a:extLst>
          </p:cNvPr>
          <p:cNvSpPr/>
          <p:nvPr/>
        </p:nvSpPr>
        <p:spPr>
          <a:xfrm>
            <a:off x="2853380" y="6317368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C38208C1-FE34-4A15-AD14-E90B96CEAB45}"/>
              </a:ext>
            </a:extLst>
          </p:cNvPr>
          <p:cNvSpPr/>
          <p:nvPr/>
        </p:nvSpPr>
        <p:spPr>
          <a:xfrm>
            <a:off x="3509658" y="6317368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D4FBFDE1-6BE6-4ACD-86E5-7C9327C372FF}"/>
              </a:ext>
            </a:extLst>
          </p:cNvPr>
          <p:cNvSpPr/>
          <p:nvPr/>
        </p:nvSpPr>
        <p:spPr>
          <a:xfrm>
            <a:off x="4165936" y="6317368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1E6B3055-F665-4DDF-B951-D36E829139DF}"/>
              </a:ext>
            </a:extLst>
          </p:cNvPr>
          <p:cNvSpPr/>
          <p:nvPr/>
        </p:nvSpPr>
        <p:spPr>
          <a:xfrm>
            <a:off x="4822214" y="6317368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AEBD580B-7255-49E7-9C4B-59F1EC548C5E}"/>
              </a:ext>
            </a:extLst>
          </p:cNvPr>
          <p:cNvSpPr/>
          <p:nvPr/>
        </p:nvSpPr>
        <p:spPr>
          <a:xfrm>
            <a:off x="5478492" y="6317368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A5AC5237-C68E-4083-A1E2-85E13F5AC7B8}"/>
              </a:ext>
            </a:extLst>
          </p:cNvPr>
          <p:cNvSpPr/>
          <p:nvPr/>
        </p:nvSpPr>
        <p:spPr>
          <a:xfrm>
            <a:off x="6134770" y="6317368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A5F58F55-89EE-429E-BDDC-1525E734F58E}"/>
              </a:ext>
            </a:extLst>
          </p:cNvPr>
          <p:cNvSpPr/>
          <p:nvPr/>
        </p:nvSpPr>
        <p:spPr>
          <a:xfrm>
            <a:off x="6791048" y="6317368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A1037F44-66F5-4FB1-B0CA-E2E986233E69}"/>
              </a:ext>
            </a:extLst>
          </p:cNvPr>
          <p:cNvSpPr/>
          <p:nvPr/>
        </p:nvSpPr>
        <p:spPr>
          <a:xfrm>
            <a:off x="4064489" y="5884129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78769FD1-FEDF-4095-9F7E-4A4D857B5AB8}"/>
              </a:ext>
            </a:extLst>
          </p:cNvPr>
          <p:cNvSpPr/>
          <p:nvPr/>
        </p:nvSpPr>
        <p:spPr>
          <a:xfrm>
            <a:off x="4720767" y="5884129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FFA7F6C2-8F28-42A2-BE12-AAE65D6CDA12}"/>
              </a:ext>
            </a:extLst>
          </p:cNvPr>
          <p:cNvSpPr/>
          <p:nvPr/>
        </p:nvSpPr>
        <p:spPr>
          <a:xfrm>
            <a:off x="5377045" y="5884129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5039D363-9C37-468F-B96E-06CB4DD8C188}"/>
              </a:ext>
            </a:extLst>
          </p:cNvPr>
          <p:cNvSpPr/>
          <p:nvPr/>
        </p:nvSpPr>
        <p:spPr>
          <a:xfrm>
            <a:off x="6033323" y="5884129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1" name="椭圆 130">
            <a:extLst>
              <a:ext uri="{FF2B5EF4-FFF2-40B4-BE49-F238E27FC236}">
                <a16:creationId xmlns:a16="http://schemas.microsoft.com/office/drawing/2014/main" id="{00E81C93-C05F-4A5B-9F4E-CC433E1E2414}"/>
              </a:ext>
            </a:extLst>
          </p:cNvPr>
          <p:cNvSpPr/>
          <p:nvPr/>
        </p:nvSpPr>
        <p:spPr>
          <a:xfrm>
            <a:off x="6689601" y="5884129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2" name="椭圆 131">
            <a:extLst>
              <a:ext uri="{FF2B5EF4-FFF2-40B4-BE49-F238E27FC236}">
                <a16:creationId xmlns:a16="http://schemas.microsoft.com/office/drawing/2014/main" id="{B1FDD3B6-3C42-4763-A3CA-D751F6B6DDF5}"/>
              </a:ext>
            </a:extLst>
          </p:cNvPr>
          <p:cNvSpPr/>
          <p:nvPr/>
        </p:nvSpPr>
        <p:spPr>
          <a:xfrm>
            <a:off x="7345879" y="5884129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EFEA59F1-74DA-4406-A868-605EA2DC1A87}"/>
              </a:ext>
            </a:extLst>
          </p:cNvPr>
          <p:cNvSpPr/>
          <p:nvPr/>
        </p:nvSpPr>
        <p:spPr>
          <a:xfrm>
            <a:off x="8002157" y="5884129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4" name="任意多边形: 形状 263">
            <a:extLst>
              <a:ext uri="{FF2B5EF4-FFF2-40B4-BE49-F238E27FC236}">
                <a16:creationId xmlns:a16="http://schemas.microsoft.com/office/drawing/2014/main" id="{241B0ECA-8D3C-4E0D-A1AC-94E9D26A9789}"/>
              </a:ext>
            </a:extLst>
          </p:cNvPr>
          <p:cNvSpPr/>
          <p:nvPr/>
        </p:nvSpPr>
        <p:spPr>
          <a:xfrm>
            <a:off x="4905327" y="5414084"/>
            <a:ext cx="119556" cy="103753"/>
          </a:xfrm>
          <a:custGeom>
            <a:avLst/>
            <a:gdLst>
              <a:gd name="connsiteX0" fmla="*/ 99516 w 119556"/>
              <a:gd name="connsiteY0" fmla="*/ 0 h 103753"/>
              <a:gd name="connsiteX1" fmla="*/ 102047 w 119556"/>
              <a:gd name="connsiteY1" fmla="*/ 1706 h 103753"/>
              <a:gd name="connsiteX2" fmla="*/ 119556 w 119556"/>
              <a:gd name="connsiteY2" fmla="*/ 43975 h 103753"/>
              <a:gd name="connsiteX3" fmla="*/ 59778 w 119556"/>
              <a:gd name="connsiteY3" fmla="*/ 103753 h 103753"/>
              <a:gd name="connsiteX4" fmla="*/ 0 w 119556"/>
              <a:gd name="connsiteY4" fmla="*/ 43975 h 103753"/>
              <a:gd name="connsiteX5" fmla="*/ 2077 w 119556"/>
              <a:gd name="connsiteY5" fmla="*/ 38961 h 103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556" h="103753">
                <a:moveTo>
                  <a:pt x="99516" y="0"/>
                </a:moveTo>
                <a:lnTo>
                  <a:pt x="102047" y="1706"/>
                </a:lnTo>
                <a:cubicBezTo>
                  <a:pt x="112865" y="12524"/>
                  <a:pt x="119556" y="27468"/>
                  <a:pt x="119556" y="43975"/>
                </a:cubicBezTo>
                <a:cubicBezTo>
                  <a:pt x="119556" y="76989"/>
                  <a:pt x="92792" y="103753"/>
                  <a:pt x="59778" y="103753"/>
                </a:cubicBezTo>
                <a:cubicBezTo>
                  <a:pt x="26764" y="103753"/>
                  <a:pt x="0" y="76989"/>
                  <a:pt x="0" y="43975"/>
                </a:cubicBezTo>
                <a:lnTo>
                  <a:pt x="2077" y="38961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B57C1957-434E-4933-BAA2-4AEB342177FA}"/>
              </a:ext>
            </a:extLst>
          </p:cNvPr>
          <p:cNvSpPr/>
          <p:nvPr/>
        </p:nvSpPr>
        <p:spPr>
          <a:xfrm>
            <a:off x="5561605" y="5398281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1" name="椭圆 140">
            <a:extLst>
              <a:ext uri="{FF2B5EF4-FFF2-40B4-BE49-F238E27FC236}">
                <a16:creationId xmlns:a16="http://schemas.microsoft.com/office/drawing/2014/main" id="{1B999DCB-CBFF-4023-9B8D-3F1D56D46DCC}"/>
              </a:ext>
            </a:extLst>
          </p:cNvPr>
          <p:cNvSpPr/>
          <p:nvPr/>
        </p:nvSpPr>
        <p:spPr>
          <a:xfrm>
            <a:off x="6217883" y="5398281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73E6A9D7-2230-468A-8FEF-5623D8678B55}"/>
              </a:ext>
            </a:extLst>
          </p:cNvPr>
          <p:cNvSpPr/>
          <p:nvPr/>
        </p:nvSpPr>
        <p:spPr>
          <a:xfrm>
            <a:off x="6874161" y="5398281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1F7010F6-BE9A-4D66-AF50-5C1606B5D490}"/>
              </a:ext>
            </a:extLst>
          </p:cNvPr>
          <p:cNvSpPr/>
          <p:nvPr/>
        </p:nvSpPr>
        <p:spPr>
          <a:xfrm>
            <a:off x="7530439" y="5398281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988E1DB8-4CB6-465E-BC0A-276CB556081A}"/>
              </a:ext>
            </a:extLst>
          </p:cNvPr>
          <p:cNvSpPr/>
          <p:nvPr/>
        </p:nvSpPr>
        <p:spPr>
          <a:xfrm>
            <a:off x="8186717" y="5398281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5" name="椭圆 144">
            <a:extLst>
              <a:ext uri="{FF2B5EF4-FFF2-40B4-BE49-F238E27FC236}">
                <a16:creationId xmlns:a16="http://schemas.microsoft.com/office/drawing/2014/main" id="{AECDC0A4-252A-474E-8952-6065907D5E3E}"/>
              </a:ext>
            </a:extLst>
          </p:cNvPr>
          <p:cNvSpPr/>
          <p:nvPr/>
        </p:nvSpPr>
        <p:spPr>
          <a:xfrm>
            <a:off x="8842995" y="5398281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4C706118-F14A-4FF5-B433-9E76C44C7543}"/>
              </a:ext>
            </a:extLst>
          </p:cNvPr>
          <p:cNvSpPr/>
          <p:nvPr/>
        </p:nvSpPr>
        <p:spPr>
          <a:xfrm>
            <a:off x="6225720" y="4912433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BE2CAAEA-AF7A-45A1-9F67-E9CE4D818B87}"/>
              </a:ext>
            </a:extLst>
          </p:cNvPr>
          <p:cNvSpPr/>
          <p:nvPr/>
        </p:nvSpPr>
        <p:spPr>
          <a:xfrm>
            <a:off x="6881998" y="4912433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24D188A4-739E-442D-B21A-242A5B935488}"/>
              </a:ext>
            </a:extLst>
          </p:cNvPr>
          <p:cNvSpPr/>
          <p:nvPr/>
        </p:nvSpPr>
        <p:spPr>
          <a:xfrm>
            <a:off x="7538276" y="4912433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7F1EF81B-D845-4C36-9857-28D145C15DA3}"/>
              </a:ext>
            </a:extLst>
          </p:cNvPr>
          <p:cNvSpPr/>
          <p:nvPr/>
        </p:nvSpPr>
        <p:spPr>
          <a:xfrm>
            <a:off x="8194554" y="4912433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9C9EE8C2-448B-4268-953A-3C8AD6CAE755}"/>
              </a:ext>
            </a:extLst>
          </p:cNvPr>
          <p:cNvSpPr/>
          <p:nvPr/>
        </p:nvSpPr>
        <p:spPr>
          <a:xfrm>
            <a:off x="8850832" y="4912433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B9F5F775-29CD-4B29-8BE2-258586F8A7B6}"/>
              </a:ext>
            </a:extLst>
          </p:cNvPr>
          <p:cNvSpPr/>
          <p:nvPr/>
        </p:nvSpPr>
        <p:spPr>
          <a:xfrm>
            <a:off x="9507110" y="4912433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EA803672-12D6-4943-85ED-5D31AF316C78}"/>
              </a:ext>
            </a:extLst>
          </p:cNvPr>
          <p:cNvSpPr/>
          <p:nvPr/>
        </p:nvSpPr>
        <p:spPr>
          <a:xfrm>
            <a:off x="10163388" y="4912433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7" name="椭圆 156">
            <a:extLst>
              <a:ext uri="{FF2B5EF4-FFF2-40B4-BE49-F238E27FC236}">
                <a16:creationId xmlns:a16="http://schemas.microsoft.com/office/drawing/2014/main" id="{0CAA7020-194B-40B9-8703-522DCB421579}"/>
              </a:ext>
            </a:extLst>
          </p:cNvPr>
          <p:cNvSpPr/>
          <p:nvPr/>
        </p:nvSpPr>
        <p:spPr>
          <a:xfrm>
            <a:off x="7559508" y="4426585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8" name="椭圆 157">
            <a:extLst>
              <a:ext uri="{FF2B5EF4-FFF2-40B4-BE49-F238E27FC236}">
                <a16:creationId xmlns:a16="http://schemas.microsoft.com/office/drawing/2014/main" id="{07571AAE-54F9-41F5-B796-6E15CF433490}"/>
              </a:ext>
            </a:extLst>
          </p:cNvPr>
          <p:cNvSpPr/>
          <p:nvPr/>
        </p:nvSpPr>
        <p:spPr>
          <a:xfrm>
            <a:off x="8215786" y="4426585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9" name="椭圆 158">
            <a:extLst>
              <a:ext uri="{FF2B5EF4-FFF2-40B4-BE49-F238E27FC236}">
                <a16:creationId xmlns:a16="http://schemas.microsoft.com/office/drawing/2014/main" id="{F0DDC1BB-C761-4106-93E6-EB661BA66813}"/>
              </a:ext>
            </a:extLst>
          </p:cNvPr>
          <p:cNvSpPr/>
          <p:nvPr/>
        </p:nvSpPr>
        <p:spPr>
          <a:xfrm>
            <a:off x="8872064" y="4426585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0" name="椭圆 159">
            <a:extLst>
              <a:ext uri="{FF2B5EF4-FFF2-40B4-BE49-F238E27FC236}">
                <a16:creationId xmlns:a16="http://schemas.microsoft.com/office/drawing/2014/main" id="{48079F2A-E341-4B6A-AB74-2C842E2A1D67}"/>
              </a:ext>
            </a:extLst>
          </p:cNvPr>
          <p:cNvSpPr/>
          <p:nvPr/>
        </p:nvSpPr>
        <p:spPr>
          <a:xfrm>
            <a:off x="9528342" y="4426585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1" name="椭圆 160">
            <a:extLst>
              <a:ext uri="{FF2B5EF4-FFF2-40B4-BE49-F238E27FC236}">
                <a16:creationId xmlns:a16="http://schemas.microsoft.com/office/drawing/2014/main" id="{74555105-2F01-4C82-A21C-500679B7EE2C}"/>
              </a:ext>
            </a:extLst>
          </p:cNvPr>
          <p:cNvSpPr/>
          <p:nvPr/>
        </p:nvSpPr>
        <p:spPr>
          <a:xfrm>
            <a:off x="10184620" y="4426585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2" name="椭圆 161">
            <a:extLst>
              <a:ext uri="{FF2B5EF4-FFF2-40B4-BE49-F238E27FC236}">
                <a16:creationId xmlns:a16="http://schemas.microsoft.com/office/drawing/2014/main" id="{3AE2D2CA-9292-40E6-9026-90F553FC64B7}"/>
              </a:ext>
            </a:extLst>
          </p:cNvPr>
          <p:cNvSpPr/>
          <p:nvPr/>
        </p:nvSpPr>
        <p:spPr>
          <a:xfrm>
            <a:off x="10840898" y="4426585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3" name="椭圆 162">
            <a:extLst>
              <a:ext uri="{FF2B5EF4-FFF2-40B4-BE49-F238E27FC236}">
                <a16:creationId xmlns:a16="http://schemas.microsoft.com/office/drawing/2014/main" id="{0E722A86-94DE-4DB1-A14A-B7F188F79AEE}"/>
              </a:ext>
            </a:extLst>
          </p:cNvPr>
          <p:cNvSpPr/>
          <p:nvPr/>
        </p:nvSpPr>
        <p:spPr>
          <a:xfrm>
            <a:off x="11497176" y="4426585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0" name="椭圆 169">
            <a:extLst>
              <a:ext uri="{FF2B5EF4-FFF2-40B4-BE49-F238E27FC236}">
                <a16:creationId xmlns:a16="http://schemas.microsoft.com/office/drawing/2014/main" id="{DFC920E8-EB05-4F16-997F-F12A5C75ED46}"/>
              </a:ext>
            </a:extLst>
          </p:cNvPr>
          <p:cNvSpPr/>
          <p:nvPr/>
        </p:nvSpPr>
        <p:spPr>
          <a:xfrm>
            <a:off x="9112084" y="3940737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7224CC65-43E3-4C69-B293-0806199C73DC}"/>
              </a:ext>
            </a:extLst>
          </p:cNvPr>
          <p:cNvSpPr/>
          <p:nvPr/>
        </p:nvSpPr>
        <p:spPr>
          <a:xfrm>
            <a:off x="9768362" y="3940737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2" name="椭圆 171">
            <a:extLst>
              <a:ext uri="{FF2B5EF4-FFF2-40B4-BE49-F238E27FC236}">
                <a16:creationId xmlns:a16="http://schemas.microsoft.com/office/drawing/2014/main" id="{74766AFC-AD9B-48D9-AFBF-47063AD8AE03}"/>
              </a:ext>
            </a:extLst>
          </p:cNvPr>
          <p:cNvSpPr/>
          <p:nvPr/>
        </p:nvSpPr>
        <p:spPr>
          <a:xfrm>
            <a:off x="10424640" y="3940737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3" name="椭圆 172">
            <a:extLst>
              <a:ext uri="{FF2B5EF4-FFF2-40B4-BE49-F238E27FC236}">
                <a16:creationId xmlns:a16="http://schemas.microsoft.com/office/drawing/2014/main" id="{9E90BA1D-5CBF-4CCC-BDC8-28467410BAD9}"/>
              </a:ext>
            </a:extLst>
          </p:cNvPr>
          <p:cNvSpPr/>
          <p:nvPr/>
        </p:nvSpPr>
        <p:spPr>
          <a:xfrm>
            <a:off x="11080918" y="3940737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4" name="椭圆 173">
            <a:extLst>
              <a:ext uri="{FF2B5EF4-FFF2-40B4-BE49-F238E27FC236}">
                <a16:creationId xmlns:a16="http://schemas.microsoft.com/office/drawing/2014/main" id="{506BA817-514A-4687-A358-AB770D134858}"/>
              </a:ext>
            </a:extLst>
          </p:cNvPr>
          <p:cNvSpPr/>
          <p:nvPr/>
        </p:nvSpPr>
        <p:spPr>
          <a:xfrm>
            <a:off x="11737196" y="3940737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7" name="椭圆 176">
            <a:extLst>
              <a:ext uri="{FF2B5EF4-FFF2-40B4-BE49-F238E27FC236}">
                <a16:creationId xmlns:a16="http://schemas.microsoft.com/office/drawing/2014/main" id="{B765DCA6-1881-49D7-8A1B-8EE8195556F8}"/>
              </a:ext>
            </a:extLst>
          </p:cNvPr>
          <p:cNvSpPr/>
          <p:nvPr/>
        </p:nvSpPr>
        <p:spPr>
          <a:xfrm>
            <a:off x="10184620" y="3422370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5E4A5915-60F8-4C6C-8219-84BD76465FFA}"/>
              </a:ext>
            </a:extLst>
          </p:cNvPr>
          <p:cNvSpPr/>
          <p:nvPr/>
        </p:nvSpPr>
        <p:spPr>
          <a:xfrm>
            <a:off x="10840898" y="3422370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9" name="椭圆 178">
            <a:extLst>
              <a:ext uri="{FF2B5EF4-FFF2-40B4-BE49-F238E27FC236}">
                <a16:creationId xmlns:a16="http://schemas.microsoft.com/office/drawing/2014/main" id="{B3EC3F6E-8352-4F07-8629-9D375763721A}"/>
              </a:ext>
            </a:extLst>
          </p:cNvPr>
          <p:cNvSpPr/>
          <p:nvPr/>
        </p:nvSpPr>
        <p:spPr>
          <a:xfrm>
            <a:off x="11497176" y="3422370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5" name="任意多边形: 形状 124">
            <a:extLst>
              <a:ext uri="{FF2B5EF4-FFF2-40B4-BE49-F238E27FC236}">
                <a16:creationId xmlns:a16="http://schemas.microsoft.com/office/drawing/2014/main" id="{BDE2D1F3-E487-4820-833E-A8F1F59088A0}"/>
              </a:ext>
            </a:extLst>
          </p:cNvPr>
          <p:cNvSpPr/>
          <p:nvPr/>
        </p:nvSpPr>
        <p:spPr>
          <a:xfrm>
            <a:off x="11080918" y="2945472"/>
            <a:ext cx="119556" cy="110606"/>
          </a:xfrm>
          <a:custGeom>
            <a:avLst/>
            <a:gdLst>
              <a:gd name="connsiteX0" fmla="*/ 81385 w 119556"/>
              <a:gd name="connsiteY0" fmla="*/ 0 h 110606"/>
              <a:gd name="connsiteX1" fmla="*/ 102047 w 119556"/>
              <a:gd name="connsiteY1" fmla="*/ 8559 h 110606"/>
              <a:gd name="connsiteX2" fmla="*/ 119556 w 119556"/>
              <a:gd name="connsiteY2" fmla="*/ 50828 h 110606"/>
              <a:gd name="connsiteX3" fmla="*/ 59778 w 119556"/>
              <a:gd name="connsiteY3" fmla="*/ 110606 h 110606"/>
              <a:gd name="connsiteX4" fmla="*/ 0 w 119556"/>
              <a:gd name="connsiteY4" fmla="*/ 50828 h 110606"/>
              <a:gd name="connsiteX5" fmla="*/ 3353 w 119556"/>
              <a:gd name="connsiteY5" fmla="*/ 34221 h 1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556" h="110606">
                <a:moveTo>
                  <a:pt x="81385" y="0"/>
                </a:moveTo>
                <a:lnTo>
                  <a:pt x="102047" y="8559"/>
                </a:lnTo>
                <a:cubicBezTo>
                  <a:pt x="112865" y="19377"/>
                  <a:pt x="119556" y="34321"/>
                  <a:pt x="119556" y="50828"/>
                </a:cubicBezTo>
                <a:cubicBezTo>
                  <a:pt x="119556" y="83842"/>
                  <a:pt x="92792" y="110606"/>
                  <a:pt x="59778" y="110606"/>
                </a:cubicBezTo>
                <a:cubicBezTo>
                  <a:pt x="26764" y="110606"/>
                  <a:pt x="0" y="83842"/>
                  <a:pt x="0" y="50828"/>
                </a:cubicBezTo>
                <a:lnTo>
                  <a:pt x="3353" y="34221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3" name="椭圆 182">
            <a:extLst>
              <a:ext uri="{FF2B5EF4-FFF2-40B4-BE49-F238E27FC236}">
                <a16:creationId xmlns:a16="http://schemas.microsoft.com/office/drawing/2014/main" id="{AA6BAF24-CA57-4C94-AC64-FB8C74E2C029}"/>
              </a:ext>
            </a:extLst>
          </p:cNvPr>
          <p:cNvSpPr/>
          <p:nvPr/>
        </p:nvSpPr>
        <p:spPr>
          <a:xfrm>
            <a:off x="11737196" y="2936522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5" name="箭头: V 形 184">
            <a:extLst>
              <a:ext uri="{FF2B5EF4-FFF2-40B4-BE49-F238E27FC236}">
                <a16:creationId xmlns:a16="http://schemas.microsoft.com/office/drawing/2014/main" id="{F39B2A4F-1D29-4138-AF30-E34AEA22BF65}"/>
              </a:ext>
            </a:extLst>
          </p:cNvPr>
          <p:cNvSpPr/>
          <p:nvPr/>
        </p:nvSpPr>
        <p:spPr>
          <a:xfrm rot="20258711">
            <a:off x="487090" y="2949444"/>
            <a:ext cx="1134765" cy="895739"/>
          </a:xfrm>
          <a:prstGeom prst="chevron">
            <a:avLst/>
          </a:prstGeom>
          <a:solidFill>
            <a:srgbClr val="FF6587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1" name="箭头: V 形 190">
            <a:extLst>
              <a:ext uri="{FF2B5EF4-FFF2-40B4-BE49-F238E27FC236}">
                <a16:creationId xmlns:a16="http://schemas.microsoft.com/office/drawing/2014/main" id="{272EF336-F7F3-4718-921D-73F20A5B9D31}"/>
              </a:ext>
            </a:extLst>
          </p:cNvPr>
          <p:cNvSpPr/>
          <p:nvPr/>
        </p:nvSpPr>
        <p:spPr>
          <a:xfrm rot="20258711">
            <a:off x="1789388" y="2418201"/>
            <a:ext cx="1134765" cy="895739"/>
          </a:xfrm>
          <a:prstGeom prst="chevron">
            <a:avLst/>
          </a:prstGeom>
          <a:solidFill>
            <a:srgbClr val="FF6587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3" name="箭头: V 形 192">
            <a:extLst>
              <a:ext uri="{FF2B5EF4-FFF2-40B4-BE49-F238E27FC236}">
                <a16:creationId xmlns:a16="http://schemas.microsoft.com/office/drawing/2014/main" id="{D62CE54F-8D2A-4793-BA81-D8803F6FBC00}"/>
              </a:ext>
            </a:extLst>
          </p:cNvPr>
          <p:cNvSpPr/>
          <p:nvPr/>
        </p:nvSpPr>
        <p:spPr>
          <a:xfrm rot="20258711">
            <a:off x="4393984" y="1386195"/>
            <a:ext cx="1134765" cy="895739"/>
          </a:xfrm>
          <a:prstGeom prst="chevron">
            <a:avLst/>
          </a:prstGeom>
          <a:solidFill>
            <a:srgbClr val="FF6587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4" name="箭头: V 形 193">
            <a:extLst>
              <a:ext uri="{FF2B5EF4-FFF2-40B4-BE49-F238E27FC236}">
                <a16:creationId xmlns:a16="http://schemas.microsoft.com/office/drawing/2014/main" id="{7F0BC3DE-8636-4B6A-8468-C65C3BC85ACB}"/>
              </a:ext>
            </a:extLst>
          </p:cNvPr>
          <p:cNvSpPr/>
          <p:nvPr/>
        </p:nvSpPr>
        <p:spPr>
          <a:xfrm rot="20258711">
            <a:off x="5683135" y="837503"/>
            <a:ext cx="1141453" cy="931026"/>
          </a:xfrm>
          <a:prstGeom prst="chevron">
            <a:avLst/>
          </a:prstGeom>
          <a:solidFill>
            <a:srgbClr val="FF6587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5" name="箭头: V 形 194">
            <a:extLst>
              <a:ext uri="{FF2B5EF4-FFF2-40B4-BE49-F238E27FC236}">
                <a16:creationId xmlns:a16="http://schemas.microsoft.com/office/drawing/2014/main" id="{2EB1A5B4-007F-480C-A0B3-59CA07621693}"/>
              </a:ext>
            </a:extLst>
          </p:cNvPr>
          <p:cNvSpPr/>
          <p:nvPr/>
        </p:nvSpPr>
        <p:spPr>
          <a:xfrm rot="20258711">
            <a:off x="6988545" y="303406"/>
            <a:ext cx="1188229" cy="937941"/>
          </a:xfrm>
          <a:prstGeom prst="chevron">
            <a:avLst/>
          </a:prstGeom>
          <a:solidFill>
            <a:srgbClr val="FF6587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4832DA05-3BAA-4198-BB3D-9723D40ED4A7}"/>
              </a:ext>
            </a:extLst>
          </p:cNvPr>
          <p:cNvSpPr/>
          <p:nvPr/>
        </p:nvSpPr>
        <p:spPr>
          <a:xfrm rot="20258711">
            <a:off x="8375329" y="214970"/>
            <a:ext cx="971570" cy="536490"/>
          </a:xfrm>
          <a:custGeom>
            <a:avLst/>
            <a:gdLst>
              <a:gd name="connsiteX0" fmla="*/ 359249 w 971570"/>
              <a:gd name="connsiteY0" fmla="*/ 0 h 536490"/>
              <a:gd name="connsiteX1" fmla="*/ 971570 w 971570"/>
              <a:gd name="connsiteY1" fmla="*/ 251816 h 536490"/>
              <a:gd name="connsiteX2" fmla="*/ 686896 w 971570"/>
              <a:gd name="connsiteY2" fmla="*/ 536490 h 536490"/>
              <a:gd name="connsiteX3" fmla="*/ 0 w 971570"/>
              <a:gd name="connsiteY3" fmla="*/ 536490 h 536490"/>
              <a:gd name="connsiteX4" fmla="*/ 447870 w 971570"/>
              <a:gd name="connsiteY4" fmla="*/ 88621 h 536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1570" h="536490">
                <a:moveTo>
                  <a:pt x="359249" y="0"/>
                </a:moveTo>
                <a:lnTo>
                  <a:pt x="971570" y="251816"/>
                </a:lnTo>
                <a:lnTo>
                  <a:pt x="686896" y="536490"/>
                </a:lnTo>
                <a:lnTo>
                  <a:pt x="0" y="536490"/>
                </a:lnTo>
                <a:lnTo>
                  <a:pt x="447870" y="88621"/>
                </a:lnTo>
                <a:close/>
              </a:path>
            </a:pathLst>
          </a:custGeom>
          <a:solidFill>
            <a:srgbClr val="FF6587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9" name="箭头: V 形 198">
            <a:extLst>
              <a:ext uri="{FF2B5EF4-FFF2-40B4-BE49-F238E27FC236}">
                <a16:creationId xmlns:a16="http://schemas.microsoft.com/office/drawing/2014/main" id="{D5A69B6E-D96A-46A1-8B1C-27D17A878B6A}"/>
              </a:ext>
            </a:extLst>
          </p:cNvPr>
          <p:cNvSpPr/>
          <p:nvPr/>
        </p:nvSpPr>
        <p:spPr>
          <a:xfrm rot="20224253" flipH="1">
            <a:off x="10681490" y="4903375"/>
            <a:ext cx="1134765" cy="895739"/>
          </a:xfrm>
          <a:prstGeom prst="chevron">
            <a:avLst/>
          </a:prstGeom>
          <a:solidFill>
            <a:srgbClr val="FF6587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00" name="箭头: V 形 199">
            <a:extLst>
              <a:ext uri="{FF2B5EF4-FFF2-40B4-BE49-F238E27FC236}">
                <a16:creationId xmlns:a16="http://schemas.microsoft.com/office/drawing/2014/main" id="{0F273461-2116-4A01-9FC4-2EDBADB90CA0}"/>
              </a:ext>
            </a:extLst>
          </p:cNvPr>
          <p:cNvSpPr/>
          <p:nvPr/>
        </p:nvSpPr>
        <p:spPr>
          <a:xfrm rot="20224253" flipH="1">
            <a:off x="9464036" y="5389742"/>
            <a:ext cx="1134765" cy="895739"/>
          </a:xfrm>
          <a:prstGeom prst="chevron">
            <a:avLst/>
          </a:prstGeom>
          <a:solidFill>
            <a:srgbClr val="FF6587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06" name="任意多边形: 形状 205">
            <a:extLst>
              <a:ext uri="{FF2B5EF4-FFF2-40B4-BE49-F238E27FC236}">
                <a16:creationId xmlns:a16="http://schemas.microsoft.com/office/drawing/2014/main" id="{A08C5450-8A1D-402D-823E-C65037F5C626}"/>
              </a:ext>
            </a:extLst>
          </p:cNvPr>
          <p:cNvSpPr/>
          <p:nvPr/>
        </p:nvSpPr>
        <p:spPr>
          <a:xfrm rot="20224253" flipH="1">
            <a:off x="8211920" y="5910813"/>
            <a:ext cx="1077413" cy="850468"/>
          </a:xfrm>
          <a:custGeom>
            <a:avLst/>
            <a:gdLst>
              <a:gd name="connsiteX0" fmla="*/ 0 w 1134765"/>
              <a:gd name="connsiteY0" fmla="*/ 0 h 895739"/>
              <a:gd name="connsiteX1" fmla="*/ 447870 w 1134765"/>
              <a:gd name="connsiteY1" fmla="*/ 447870 h 895739"/>
              <a:gd name="connsiteX2" fmla="*/ 0 w 1134765"/>
              <a:gd name="connsiteY2" fmla="*/ 895739 h 895739"/>
              <a:gd name="connsiteX3" fmla="*/ 258728 w 1134765"/>
              <a:gd name="connsiteY3" fmla="*/ 895739 h 895739"/>
              <a:gd name="connsiteX4" fmla="*/ 1000807 w 1134765"/>
              <a:gd name="connsiteY4" fmla="*/ 581828 h 895739"/>
              <a:gd name="connsiteX5" fmla="*/ 1134765 w 1134765"/>
              <a:gd name="connsiteY5" fmla="*/ 447870 h 895739"/>
              <a:gd name="connsiteX6" fmla="*/ 686896 w 1134765"/>
              <a:gd name="connsiteY6" fmla="*/ 0 h 89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765" h="895739">
                <a:moveTo>
                  <a:pt x="0" y="0"/>
                </a:moveTo>
                <a:lnTo>
                  <a:pt x="447870" y="447870"/>
                </a:lnTo>
                <a:lnTo>
                  <a:pt x="0" y="895739"/>
                </a:lnTo>
                <a:lnTo>
                  <a:pt x="258728" y="895739"/>
                </a:lnTo>
                <a:lnTo>
                  <a:pt x="1000807" y="581828"/>
                </a:lnTo>
                <a:lnTo>
                  <a:pt x="1134765" y="447870"/>
                </a:lnTo>
                <a:lnTo>
                  <a:pt x="686896" y="0"/>
                </a:lnTo>
                <a:close/>
              </a:path>
            </a:pathLst>
          </a:custGeom>
          <a:solidFill>
            <a:srgbClr val="FF6587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3E6890D9-2187-4BED-9F17-3E94D408B623}"/>
              </a:ext>
            </a:extLst>
          </p:cNvPr>
          <p:cNvSpPr/>
          <p:nvPr/>
        </p:nvSpPr>
        <p:spPr>
          <a:xfrm rot="20224253" flipH="1">
            <a:off x="7215126" y="6361141"/>
            <a:ext cx="725992" cy="305395"/>
          </a:xfrm>
          <a:custGeom>
            <a:avLst/>
            <a:gdLst>
              <a:gd name="connsiteX0" fmla="*/ 0 w 833194"/>
              <a:gd name="connsiteY0" fmla="*/ 0 h 350490"/>
              <a:gd name="connsiteX1" fmla="*/ 350490 w 833194"/>
              <a:gd name="connsiteY1" fmla="*/ 350490 h 350490"/>
              <a:gd name="connsiteX2" fmla="*/ 833194 w 833194"/>
              <a:gd name="connsiteY2" fmla="*/ 146299 h 350490"/>
              <a:gd name="connsiteX3" fmla="*/ 686896 w 833194"/>
              <a:gd name="connsiteY3" fmla="*/ 0 h 350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3194" h="350490">
                <a:moveTo>
                  <a:pt x="0" y="0"/>
                </a:moveTo>
                <a:lnTo>
                  <a:pt x="350490" y="350490"/>
                </a:lnTo>
                <a:lnTo>
                  <a:pt x="833194" y="146299"/>
                </a:lnTo>
                <a:lnTo>
                  <a:pt x="686896" y="0"/>
                </a:lnTo>
                <a:close/>
              </a:path>
            </a:pathLst>
          </a:custGeom>
          <a:solidFill>
            <a:srgbClr val="FF6587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1" name="等腰三角形 210">
            <a:extLst>
              <a:ext uri="{FF2B5EF4-FFF2-40B4-BE49-F238E27FC236}">
                <a16:creationId xmlns:a16="http://schemas.microsoft.com/office/drawing/2014/main" id="{42041181-42A6-46BB-9E58-5AC36A2F78D7}"/>
              </a:ext>
            </a:extLst>
          </p:cNvPr>
          <p:cNvSpPr/>
          <p:nvPr/>
        </p:nvSpPr>
        <p:spPr>
          <a:xfrm>
            <a:off x="9092626" y="5573304"/>
            <a:ext cx="2854877" cy="1069931"/>
          </a:xfrm>
          <a:prstGeom prst="triangle">
            <a:avLst>
              <a:gd name="adj" fmla="val 100000"/>
            </a:avLst>
          </a:prstGeom>
          <a:solidFill>
            <a:srgbClr val="F6BE19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20" name="图片 219">
            <a:extLst>
              <a:ext uri="{FF2B5EF4-FFF2-40B4-BE49-F238E27FC236}">
                <a16:creationId xmlns:a16="http://schemas.microsoft.com/office/drawing/2014/main" id="{E7213227-0566-473D-9F55-B19B730EBB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592656">
            <a:off x="1493346" y="4733473"/>
            <a:ext cx="849158" cy="825300"/>
          </a:xfrm>
          <a:prstGeom prst="rect">
            <a:avLst/>
          </a:prstGeom>
        </p:spPr>
      </p:pic>
      <p:pic>
        <p:nvPicPr>
          <p:cNvPr id="221" name="图片 220">
            <a:extLst>
              <a:ext uri="{FF2B5EF4-FFF2-40B4-BE49-F238E27FC236}">
                <a16:creationId xmlns:a16="http://schemas.microsoft.com/office/drawing/2014/main" id="{6F5908E3-343D-4392-B605-8F814C4CF0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543718" y="962553"/>
            <a:ext cx="575885" cy="631768"/>
          </a:xfrm>
          <a:prstGeom prst="rect">
            <a:avLst/>
          </a:prstGeom>
        </p:spPr>
      </p:pic>
      <p:sp>
        <p:nvSpPr>
          <p:cNvPr id="229" name="椭圆 228">
            <a:extLst>
              <a:ext uri="{FF2B5EF4-FFF2-40B4-BE49-F238E27FC236}">
                <a16:creationId xmlns:a16="http://schemas.microsoft.com/office/drawing/2014/main" id="{D65C2513-2F04-42F0-9428-72B8AB53825A}"/>
              </a:ext>
            </a:extLst>
          </p:cNvPr>
          <p:cNvSpPr/>
          <p:nvPr/>
        </p:nvSpPr>
        <p:spPr>
          <a:xfrm>
            <a:off x="10183260" y="6317368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0" name="椭圆 229">
            <a:extLst>
              <a:ext uri="{FF2B5EF4-FFF2-40B4-BE49-F238E27FC236}">
                <a16:creationId xmlns:a16="http://schemas.microsoft.com/office/drawing/2014/main" id="{D15CFCCA-9ADE-4BE4-B89A-8F16D379C714}"/>
              </a:ext>
            </a:extLst>
          </p:cNvPr>
          <p:cNvSpPr/>
          <p:nvPr/>
        </p:nvSpPr>
        <p:spPr>
          <a:xfrm>
            <a:off x="10839538" y="6317368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1" name="椭圆 230">
            <a:extLst>
              <a:ext uri="{FF2B5EF4-FFF2-40B4-BE49-F238E27FC236}">
                <a16:creationId xmlns:a16="http://schemas.microsoft.com/office/drawing/2014/main" id="{6D96665E-C9D4-4BC8-8005-F3AD99A18ED4}"/>
              </a:ext>
            </a:extLst>
          </p:cNvPr>
          <p:cNvSpPr/>
          <p:nvPr/>
        </p:nvSpPr>
        <p:spPr>
          <a:xfrm>
            <a:off x="11495816" y="6317368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5" name="椭圆 234">
            <a:extLst>
              <a:ext uri="{FF2B5EF4-FFF2-40B4-BE49-F238E27FC236}">
                <a16:creationId xmlns:a16="http://schemas.microsoft.com/office/drawing/2014/main" id="{DE39CA80-6D58-47CB-A6EE-94371ECB0E73}"/>
              </a:ext>
            </a:extLst>
          </p:cNvPr>
          <p:cNvSpPr/>
          <p:nvPr/>
        </p:nvSpPr>
        <p:spPr>
          <a:xfrm>
            <a:off x="11537567" y="5884129"/>
            <a:ext cx="119556" cy="119555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38" name="图片 237">
            <a:extLst>
              <a:ext uri="{FF2B5EF4-FFF2-40B4-BE49-F238E27FC236}">
                <a16:creationId xmlns:a16="http://schemas.microsoft.com/office/drawing/2014/main" id="{F0E4DE03-D633-4003-BBDC-11F72CAEF5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216792">
            <a:off x="807003" y="1324256"/>
            <a:ext cx="1055923" cy="574662"/>
          </a:xfrm>
          <a:prstGeom prst="rect">
            <a:avLst/>
          </a:prstGeom>
        </p:spPr>
      </p:pic>
      <p:pic>
        <p:nvPicPr>
          <p:cNvPr id="246" name="图片 245" descr="图片包含 游戏机, 监控, 电视&#10;&#10;描述已自动生成">
            <a:extLst>
              <a:ext uri="{FF2B5EF4-FFF2-40B4-BE49-F238E27FC236}">
                <a16:creationId xmlns:a16="http://schemas.microsoft.com/office/drawing/2014/main" id="{D3C5EC4D-8984-4EF6-B76C-0C457ED372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841535" y="4278188"/>
            <a:ext cx="642436" cy="654677"/>
          </a:xfrm>
          <a:prstGeom prst="rect">
            <a:avLst/>
          </a:prstGeom>
        </p:spPr>
      </p:pic>
      <p:pic>
        <p:nvPicPr>
          <p:cNvPr id="265" name="图片 264">
            <a:extLst>
              <a:ext uri="{FF2B5EF4-FFF2-40B4-BE49-F238E27FC236}">
                <a16:creationId xmlns:a16="http://schemas.microsoft.com/office/drawing/2014/main" id="{CD7EF776-E104-4D86-8A7D-96C469C8D9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960" y="5776292"/>
            <a:ext cx="1196719" cy="621481"/>
          </a:xfrm>
          <a:prstGeom prst="rect">
            <a:avLst/>
          </a:prstGeom>
        </p:spPr>
      </p:pic>
      <p:sp>
        <p:nvSpPr>
          <p:cNvPr id="123" name="任意多边形: 形状 122">
            <a:extLst>
              <a:ext uri="{FF2B5EF4-FFF2-40B4-BE49-F238E27FC236}">
                <a16:creationId xmlns:a16="http://schemas.microsoft.com/office/drawing/2014/main" id="{B81FFCF0-3E51-4E37-862C-286DE657A165}"/>
              </a:ext>
            </a:extLst>
          </p:cNvPr>
          <p:cNvSpPr/>
          <p:nvPr/>
        </p:nvSpPr>
        <p:spPr>
          <a:xfrm>
            <a:off x="8421419" y="3968509"/>
            <a:ext cx="102306" cy="95594"/>
          </a:xfrm>
          <a:custGeom>
            <a:avLst/>
            <a:gdLst>
              <a:gd name="connsiteX0" fmla="*/ 102223 w 102306"/>
              <a:gd name="connsiteY0" fmla="*/ 35406 h 95594"/>
              <a:gd name="connsiteX1" fmla="*/ 102306 w 102306"/>
              <a:gd name="connsiteY1" fmla="*/ 35816 h 95594"/>
              <a:gd name="connsiteX2" fmla="*/ 42528 w 102306"/>
              <a:gd name="connsiteY2" fmla="*/ 95594 h 95594"/>
              <a:gd name="connsiteX3" fmla="*/ 259 w 102306"/>
              <a:gd name="connsiteY3" fmla="*/ 78085 h 95594"/>
              <a:gd name="connsiteX4" fmla="*/ 0 w 102306"/>
              <a:gd name="connsiteY4" fmla="*/ 77701 h 95594"/>
              <a:gd name="connsiteX5" fmla="*/ 89148 w 102306"/>
              <a:gd name="connsiteY5" fmla="*/ 0 h 95594"/>
              <a:gd name="connsiteX6" fmla="*/ 97608 w 102306"/>
              <a:gd name="connsiteY6" fmla="*/ 12548 h 95594"/>
              <a:gd name="connsiteX7" fmla="*/ 98390 w 102306"/>
              <a:gd name="connsiteY7" fmla="*/ 16419 h 95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306" h="95594">
                <a:moveTo>
                  <a:pt x="102223" y="35406"/>
                </a:moveTo>
                <a:lnTo>
                  <a:pt x="102306" y="35816"/>
                </a:lnTo>
                <a:cubicBezTo>
                  <a:pt x="102306" y="68830"/>
                  <a:pt x="75542" y="95594"/>
                  <a:pt x="42528" y="95594"/>
                </a:cubicBezTo>
                <a:cubicBezTo>
                  <a:pt x="26021" y="95594"/>
                  <a:pt x="11076" y="88903"/>
                  <a:pt x="259" y="78085"/>
                </a:cubicBezTo>
                <a:lnTo>
                  <a:pt x="0" y="77701"/>
                </a:lnTo>
                <a:close/>
                <a:moveTo>
                  <a:pt x="89148" y="0"/>
                </a:moveTo>
                <a:lnTo>
                  <a:pt x="97608" y="12548"/>
                </a:lnTo>
                <a:lnTo>
                  <a:pt x="98390" y="16419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126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0307;#119897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40</Words>
  <Application>Microsoft Office PowerPoint</Application>
  <PresentationFormat>宽屏</PresentationFormat>
  <Paragraphs>25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MS UI Gothic</vt:lpstr>
      <vt:lpstr>等线 Light</vt:lpstr>
      <vt:lpstr>Arial</vt:lpstr>
      <vt:lpstr>等线</vt:lpstr>
      <vt:lpstr>Office 主题​​</vt:lpstr>
      <vt:lpstr>PowerPoint 演示文稿</vt:lpstr>
      <vt:lpstr>Advantages</vt:lpstr>
      <vt:lpstr>Disadvantages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叶顾 玮豪</dc:creator>
  <cp:lastModifiedBy>叶顾 玮豪</cp:lastModifiedBy>
  <cp:revision>1</cp:revision>
  <dcterms:created xsi:type="dcterms:W3CDTF">2022-03-26T07:39:45Z</dcterms:created>
  <dcterms:modified xsi:type="dcterms:W3CDTF">2022-03-26T08:18:48Z</dcterms:modified>
</cp:coreProperties>
</file>